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9" r:id="rId4"/>
    <p:sldId id="258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260B-2E1F-40D7-90EB-DB02B3841F6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9232-1AE2-4F45-918D-29E8FDFC2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967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260B-2E1F-40D7-90EB-DB02B3841F6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9232-1AE2-4F45-918D-29E8FDFC2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69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260B-2E1F-40D7-90EB-DB02B3841F6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9232-1AE2-4F45-918D-29E8FDFC2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300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260B-2E1F-40D7-90EB-DB02B3841F6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9232-1AE2-4F45-918D-29E8FDFC2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01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260B-2E1F-40D7-90EB-DB02B3841F6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9232-1AE2-4F45-918D-29E8FDFC2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691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260B-2E1F-40D7-90EB-DB02B3841F6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9232-1AE2-4F45-918D-29E8FDFC2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566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260B-2E1F-40D7-90EB-DB02B3841F6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9232-1AE2-4F45-918D-29E8FDFC2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989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260B-2E1F-40D7-90EB-DB02B3841F6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9232-1AE2-4F45-918D-29E8FDFC2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89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260B-2E1F-40D7-90EB-DB02B3841F6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9232-1AE2-4F45-918D-29E8FDFC2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869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260B-2E1F-40D7-90EB-DB02B3841F6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9232-1AE2-4F45-918D-29E8FDFC2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369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260B-2E1F-40D7-90EB-DB02B3841F6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9232-1AE2-4F45-918D-29E8FDFC2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058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42260B-2E1F-40D7-90EB-DB02B3841F6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B9232-1AE2-4F45-918D-29E8FDFC2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834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562262"/>
              </p:ext>
            </p:extLst>
          </p:nvPr>
        </p:nvGraphicFramePr>
        <p:xfrm>
          <a:off x="457200" y="228602"/>
          <a:ext cx="8534400" cy="679704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098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3246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7.1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Array vector Analyzer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Problem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teacher wants to analyze student performance.</a:t>
                      </a:r>
                      <a:br>
                        <a:rPr lang="en-US" dirty="0" smtClean="0"/>
                      </a:br>
                      <a:r>
                        <a:rPr lang="en-US" dirty="0" smtClean="0"/>
                        <a:t>You are required to store the marks of </a:t>
                      </a:r>
                      <a:r>
                        <a:rPr lang="en-US" b="1" dirty="0" smtClean="0"/>
                        <a:t>5 subjects</a:t>
                      </a:r>
                      <a:r>
                        <a:rPr lang="en-US" dirty="0" smtClean="0"/>
                        <a:t> in an </a:t>
                      </a:r>
                      <a:r>
                        <a:rPr lang="en-US" b="1" dirty="0" smtClean="0"/>
                        <a:t>array</a:t>
                      </a:r>
                      <a:r>
                        <a:rPr lang="en-US" dirty="0" smtClean="0"/>
                        <a:t>, calculate the </a:t>
                      </a:r>
                      <a:r>
                        <a:rPr lang="en-US" b="1" dirty="0" smtClean="0"/>
                        <a:t>total and average marks</a:t>
                      </a:r>
                      <a:r>
                        <a:rPr lang="en-US" dirty="0" smtClean="0"/>
                        <a:t>, and store the results in a </a:t>
                      </a:r>
                      <a:r>
                        <a:rPr lang="en-US" b="1" dirty="0" smtClean="0"/>
                        <a:t>vector</a:t>
                      </a:r>
                      <a:r>
                        <a:rPr lang="en-US" dirty="0" smtClean="0"/>
                        <a:t>.</a:t>
                      </a:r>
                      <a:br>
                        <a:rPr lang="en-US" dirty="0" smtClean="0"/>
                      </a:br>
                      <a:r>
                        <a:rPr lang="en-US" dirty="0" smtClean="0"/>
                        <a:t>Finally, display the total and average marks.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Input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Five integers representing marks of 5 subjects.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Output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the </a:t>
                      </a:r>
                      <a:r>
                        <a:rPr lang="en-US" b="1" dirty="0" smtClean="0"/>
                        <a:t>total marks</a:t>
                      </a:r>
                      <a:r>
                        <a:rPr lang="en-US" dirty="0" smtClean="0"/>
                        <a:t> and </a:t>
                      </a:r>
                      <a:r>
                        <a:rPr lang="en-US" b="1" dirty="0" smtClean="0"/>
                        <a:t>average marks</a:t>
                      </a:r>
                      <a:r>
                        <a:rPr lang="en-US" dirty="0" smtClean="0"/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Sample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60 70 80 90 100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Sample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Total Marks: 400</a:t>
                      </a:r>
                    </a:p>
                    <a:p>
                      <a:r>
                        <a:rPr lang="en-US" dirty="0" smtClean="0"/>
                        <a:t>Average Marks: 80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2674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170073"/>
              </p:ext>
            </p:extLst>
          </p:nvPr>
        </p:nvGraphicFramePr>
        <p:xfrm>
          <a:off x="457200" y="228602"/>
          <a:ext cx="8534400" cy="652272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098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3246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7.2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Array vector </a:t>
                      </a:r>
                      <a:r>
                        <a:rPr lang="en-US" dirty="0" smtClean="0"/>
                        <a:t>Statistics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Problem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data analyst wants to analyze a list of numbers.</a:t>
                      </a:r>
                      <a:br>
                        <a:rPr lang="en-US" dirty="0" smtClean="0"/>
                      </a:br>
                      <a:r>
                        <a:rPr lang="en-US" dirty="0" smtClean="0"/>
                        <a:t>You are required to store </a:t>
                      </a:r>
                      <a:r>
                        <a:rPr lang="en-US" b="1" dirty="0" smtClean="0"/>
                        <a:t>N integers</a:t>
                      </a:r>
                      <a:r>
                        <a:rPr lang="en-US" dirty="0" smtClean="0"/>
                        <a:t> in an </a:t>
                      </a:r>
                      <a:r>
                        <a:rPr lang="en-US" b="1" dirty="0" smtClean="0"/>
                        <a:t>array</a:t>
                      </a:r>
                      <a:r>
                        <a:rPr lang="en-US" dirty="0" smtClean="0"/>
                        <a:t>, then copy all </a:t>
                      </a:r>
                      <a:r>
                        <a:rPr lang="en-US" b="1" dirty="0" smtClean="0"/>
                        <a:t>even numbers</a:t>
                      </a:r>
                      <a:r>
                        <a:rPr lang="en-US" dirty="0" smtClean="0"/>
                        <a:t> into a </a:t>
                      </a:r>
                      <a:r>
                        <a:rPr lang="en-US" b="1" dirty="0" smtClean="0"/>
                        <a:t>vector</a:t>
                      </a:r>
                      <a:r>
                        <a:rPr lang="en-US" dirty="0" smtClean="0"/>
                        <a:t> and display the total count of even numbers.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Input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 integer </a:t>
                      </a:r>
                      <a:r>
                        <a:rPr lang="en-US" b="1" dirty="0" smtClean="0"/>
                        <a:t>N</a:t>
                      </a:r>
                      <a:r>
                        <a:rPr lang="en-US" dirty="0" smtClean="0"/>
                        <a:t> (size of the array)</a:t>
                      </a:r>
                    </a:p>
                    <a:p>
                      <a:r>
                        <a:rPr lang="en-US" b="1" dirty="0" smtClean="0"/>
                        <a:t>N</a:t>
                      </a:r>
                      <a:r>
                        <a:rPr lang="en-US" dirty="0" smtClean="0"/>
                        <a:t> integers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Output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the </a:t>
                      </a:r>
                      <a:r>
                        <a:rPr lang="en-US" b="1" dirty="0" smtClean="0"/>
                        <a:t>number of even elements</a:t>
                      </a:r>
                      <a:r>
                        <a:rPr lang="en-US" dirty="0" smtClean="0"/>
                        <a:t> stored in the vector.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Sample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</a:p>
                    <a:p>
                      <a:r>
                        <a:rPr lang="en-US" dirty="0" smtClean="0"/>
                        <a:t>1 2 3 4 5 6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Sample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2295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750812"/>
              </p:ext>
            </p:extLst>
          </p:nvPr>
        </p:nvGraphicFramePr>
        <p:xfrm>
          <a:off x="457200" y="228602"/>
          <a:ext cx="8534400" cy="64008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098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3246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8.1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Reverse String – Digital Lock System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Problem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digital lock uses a security string. For verification, the system reverses the string and compares it.</a:t>
                      </a:r>
                      <a:br>
                        <a:rPr lang="en-US" dirty="0" smtClean="0"/>
                      </a:br>
                      <a:r>
                        <a:rPr lang="en-US" dirty="0" smtClean="0"/>
                        <a:t>Your task is to reverse the given string.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Input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single string </a:t>
                      </a:r>
                      <a:r>
                        <a:rPr lang="en-US" b="1" dirty="0" smtClean="0"/>
                        <a:t>S</a:t>
                      </a:r>
                      <a:r>
                        <a:rPr lang="en-US" dirty="0" smtClean="0"/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Output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the </a:t>
                      </a:r>
                      <a:r>
                        <a:rPr lang="en-US" b="1" dirty="0" smtClean="0"/>
                        <a:t>reversed string</a:t>
                      </a:r>
                      <a:r>
                        <a:rPr lang="en-US" dirty="0" smtClean="0"/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Sample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smart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Sample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trams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6633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292979"/>
              </p:ext>
            </p:extLst>
          </p:nvPr>
        </p:nvGraphicFramePr>
        <p:xfrm>
          <a:off x="457200" y="228602"/>
          <a:ext cx="8534400" cy="707136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098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3246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8.2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Smart Text Analyzer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Problem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 a smart document processing system, each text entry is analyzed before storage. The system wants to check how many </a:t>
                      </a:r>
                      <a:r>
                        <a:rPr lang="en-US" b="1" dirty="0" smtClean="0"/>
                        <a:t>vowels</a:t>
                      </a:r>
                      <a:r>
                        <a:rPr lang="en-US" dirty="0" smtClean="0"/>
                        <a:t> are present in the given string to categorize documents based on readability score.</a:t>
                      </a:r>
                      <a:br>
                        <a:rPr lang="en-US" dirty="0" smtClean="0"/>
                      </a:br>
                      <a:r>
                        <a:rPr lang="en-US" dirty="0" smtClean="0"/>
                        <a:t>Your task is to count the number of vowels (a, e, i, o, u — both uppercase and lowercase) in the given string.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Input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single string </a:t>
                      </a:r>
                      <a:r>
                        <a:rPr lang="en-US" b="1" dirty="0" smtClean="0"/>
                        <a:t>S</a:t>
                      </a:r>
                      <a:r>
                        <a:rPr lang="en-US" dirty="0" smtClean="0"/>
                        <a:t> (can contain spaces).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Output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the </a:t>
                      </a:r>
                      <a:r>
                        <a:rPr lang="en-US" b="1" dirty="0" smtClean="0"/>
                        <a:t>total number of vowels</a:t>
                      </a:r>
                      <a:r>
                        <a:rPr lang="en-US" dirty="0" smtClean="0"/>
                        <a:t> present in the string.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Sample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Hello World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Sample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3212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228</Words>
  <Application>Microsoft Office PowerPoint</Application>
  <PresentationFormat>On-screen Show (4:3)</PresentationFormat>
  <Paragraphs>51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3</cp:revision>
  <dcterms:created xsi:type="dcterms:W3CDTF">2025-12-15T06:55:39Z</dcterms:created>
  <dcterms:modified xsi:type="dcterms:W3CDTF">2025-12-15T07:07:26Z</dcterms:modified>
</cp:coreProperties>
</file>