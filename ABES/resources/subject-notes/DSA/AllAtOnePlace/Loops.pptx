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3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2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1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2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4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2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1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9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6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1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6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5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240B0-A415-4F04-9466-CDDDD1E8092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kerrank.com/challenges/sum-of-digits-of-a-five-digit-number/problem?isFullScreen=true" TargetMode="External"/><Relationship Id="rId2" Type="http://schemas.openxmlformats.org/officeDocument/2006/relationships/hyperlink" Target="https://www.hackerrank.com/challenges/for-loop-in-c/problem?isFullScreen=tru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842023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Smart Parking Counter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parking lot system counts the number of cars entering. Write a program to display the count of cars from 1 to N using a for loop.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 representing the total number of cars.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numbers from 1 to N, each separated by a space.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1 2 3 4 5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69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267259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Electricity Billing Tracker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 electricity board wants to calculate the total consumption recorded every hour. Using a while loop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 followed by N integers representing electricity </a:t>
                      </a:r>
                      <a:r>
                        <a:rPr lang="en-US" dirty="0" err="1" smtClean="0"/>
                        <a:t>reanndings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</a:t>
                      </a:r>
                      <a:r>
                        <a:rPr lang="en-US" smtClean="0"/>
                        <a:t>the output.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12 15 18 10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12151810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95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535354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Electricity Billing Tracker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 electricity board wants to calculate the total consumption recorded every hour. Using a while loop, find the sum of N readings entered by the user.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 followed by N integers representing electricity </a:t>
                      </a:r>
                      <a:r>
                        <a:rPr lang="en-US" dirty="0" err="1" smtClean="0"/>
                        <a:t>reanndings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total sum of readings.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12 15 18 10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41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111697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09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Bus Ticket Validator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bus ticketing machine checks if a ticket number is a palindrome (same forwards and backwards). Use a while loop to check if the given number is a palindrome.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 representing the ticket number.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"Valid" if palindrome, else "Invalid".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12321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41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368683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ATM Transaction ID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 ATM machine generates transaction IDs. For system audit, only IDs that are divisible by both 5 and 11 are flagged for review.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"Divisible" if divisible by both 5 and 11, otherwise print "Not Divisible".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Divisible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86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623459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Fitness Step Counter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</a:t>
                      </a:r>
                      <a:r>
                        <a:rPr lang="en-US" dirty="0" err="1" smtClean="0"/>
                        <a:t>smartwatch</a:t>
                      </a:r>
                      <a:r>
                        <a:rPr lang="en-US" dirty="0" smtClean="0"/>
                        <a:t> tracks the total steps taken in a day. Display all even-numbered step milestones up to N using a do-while loop.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 representing total steps.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all even numbers from 1 to 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2 4 6 8 10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66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549781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Library Fine Calculator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library imposes ₹2 fine for each late day. Using a for loop, calculate the total fine for N late days.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single integer 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total fine amount.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2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252543"/>
              </p:ext>
            </p:extLst>
          </p:nvPr>
        </p:nvGraphicFramePr>
        <p:xfrm>
          <a:off x="457200" y="121922"/>
          <a:ext cx="8534400" cy="455675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7198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Factory Production Counter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factory tracks item numbers produced each hour. Using a while loop, print item numbers from N down to 1.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numbers from N to 1 separated by spaces.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5 4 3 2 1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41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275084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Bank Loan Interest Estimator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bank wants to estimate compound interest growth for N years. Using a for loop, display the amount for each year.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Principal P, rate R, and years 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the amount after each year rounded to the nearest integer.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1000 10 3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1100 1210 1331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324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775317"/>
              </p:ext>
            </p:extLst>
          </p:nvPr>
        </p:nvGraphicFramePr>
        <p:xfrm>
          <a:off x="457200" y="228602"/>
          <a:ext cx="8534400" cy="640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Smartwatch</a:t>
                      </a:r>
                      <a:r>
                        <a:rPr lang="en-US" dirty="0" smtClean="0"/>
                        <a:t> Heartbeat Alert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</a:t>
                      </a:r>
                      <a:r>
                        <a:rPr lang="en-US" dirty="0" err="1" smtClean="0"/>
                        <a:t>smartwatch</a:t>
                      </a:r>
                      <a:r>
                        <a:rPr lang="en-US" dirty="0" smtClean="0"/>
                        <a:t> continuously monitors heartbeats. Using a do-while loop, print heartbeat values until a value of 0 is entered.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Sequence of integers (end with 0).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all entered heartbeat values except 0.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72 75 78 0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72 75 78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982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982968"/>
              </p:ext>
            </p:extLst>
          </p:nvPr>
        </p:nvGraphicFramePr>
        <p:xfrm>
          <a:off x="457200" y="228602"/>
          <a:ext cx="8534400" cy="545591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09598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 Home Lighting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digital locker only accepts PINs where the sum of digits equals an even number. Using a while loop, calculate the sum of digits and print whether it’s “Valid” or “Invalid”.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integer N (the PIN).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“Valid” if sum of digits is even, otherwise “Invalid”.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427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Codechef</a:t>
            </a:r>
            <a:r>
              <a:rPr lang="en-US" dirty="0" smtClean="0"/>
              <a:t>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www.hackerrank.com/challenges/for-loop-in-c/problem?isFullScreen=true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www.hackerrank.com/challenges/sum-of-digits-of-a-five-digit-number/problem?isFullScreen=true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45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41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</TotalTime>
  <Words>695</Words>
  <Application>Microsoft Office PowerPoint</Application>
  <PresentationFormat>On-screen Show (4:3)</PresentationFormat>
  <Paragraphs>135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Codechef Problems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25</cp:revision>
  <dcterms:created xsi:type="dcterms:W3CDTF">2025-10-14T08:24:07Z</dcterms:created>
  <dcterms:modified xsi:type="dcterms:W3CDTF">2025-10-28T04:57:30Z</dcterms:modified>
</cp:coreProperties>
</file>