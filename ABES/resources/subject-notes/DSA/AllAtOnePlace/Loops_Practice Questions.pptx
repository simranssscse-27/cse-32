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24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6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6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5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40B0-A415-4F04-9466-CDDDD1E80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15896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Numbers from 1 to N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print all numbers from 1 to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numbers from 1 to N separated by spaces.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1 2 3 4 5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69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904375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Sum of First N Natural Numbers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calculate the sum of first N natural numbers.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sum.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079584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/>
                <a:gridCol w="63246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Multiplication Table Generator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print the multiplication table of a given number up to 10.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N × 1 to N × 10, each on a new line.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3 6 9 12 15 18 21 24 27 30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1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91676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Digit Counter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count the number of digits in a given number.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count of digits.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12345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8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762679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Reverse the Digits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reverse a given integer.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reversed number.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1234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4321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737047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Digit Sum Calculator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find the sum of digits of a number.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sum of digits.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41276"/>
              </p:ext>
            </p:extLst>
          </p:nvPr>
        </p:nvGraphicFramePr>
        <p:xfrm>
          <a:off x="457200" y="121923"/>
          <a:ext cx="8534400" cy="655357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357025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Factorial Finder</a:t>
                      </a:r>
                      <a:endParaRPr lang="en-US" dirty="0"/>
                    </a:p>
                  </a:txBody>
                  <a:tcPr/>
                </a:tc>
              </a:tr>
              <a:tr h="116033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calculate the factorial of a number</a:t>
                      </a:r>
                      <a:r>
                        <a:rPr lang="en-US" dirty="0" smtClean="0"/>
                        <a:t>.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116033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</a:t>
                      </a:r>
                      <a:r>
                        <a:rPr lang="en-US" dirty="0" smtClean="0"/>
                        <a:t>.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116033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factorial</a:t>
                      </a:r>
                      <a:r>
                        <a:rPr lang="en-US" dirty="0" smtClean="0"/>
                        <a:t>.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116033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1432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41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60023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 Number Printer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print all even numbers from 1 to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all even numbers separated by spaces.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2 4 6 8 10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478952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Prime Number Checker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check whether a number is prime or not.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“Prime” if the number is prime, otherwise “Not Prime”.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547939"/>
              </p:ext>
            </p:extLst>
          </p:nvPr>
        </p:nvGraphicFramePr>
        <p:xfrm>
          <a:off x="457200" y="228602"/>
          <a:ext cx="8534400" cy="545591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609598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Fibonacci Sequence Generator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print the first N terms of the Fibonacci series.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Fibonacci sequence separated by spaces.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0 1 1 2 3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4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20667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Palindrome Number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</a:t>
                      </a:r>
                      <a:r>
                        <a:rPr lang="en-US" dirty="0" smtClean="0"/>
                        <a:t>to check whether the number is Palindrome</a:t>
                      </a:r>
                      <a:r>
                        <a:rPr lang="en-US" baseline="0" dirty="0" smtClean="0"/>
                        <a:t> or not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“Yes” if the number </a:t>
                      </a:r>
                      <a:r>
                        <a:rPr lang="en-US" smtClean="0"/>
                        <a:t>is Palindrome</a:t>
                      </a:r>
                      <a:r>
                        <a:rPr lang="en-US" dirty="0" smtClean="0"/>
                        <a:t>, otherwise “No”.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1331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5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152253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/>
                <a:gridCol w="62484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Armstrong Number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Statement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 a program to check whether the number is Armstrong number</a:t>
                      </a:r>
                      <a:r>
                        <a:rPr lang="en-US" baseline="0" dirty="0" smtClean="0"/>
                        <a:t> or not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Input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Output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“Yes” if the number is Armstrong, otherwise “No”.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Sample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91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539</Words>
  <Application>Microsoft Office PowerPoint</Application>
  <PresentationFormat>On-screen Show (4:3)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Nidhi Shalya</cp:lastModifiedBy>
  <cp:revision>17</cp:revision>
  <dcterms:created xsi:type="dcterms:W3CDTF">2025-10-14T08:24:07Z</dcterms:created>
  <dcterms:modified xsi:type="dcterms:W3CDTF">2025-11-03T03:44:37Z</dcterms:modified>
</cp:coreProperties>
</file>