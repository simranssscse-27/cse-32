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7" r:id="rId3"/>
    <p:sldId id="258" r:id="rId4"/>
    <p:sldId id="259" r:id="rId5"/>
    <p:sldId id="260" r:id="rId6"/>
    <p:sldId id="261" r:id="rId7"/>
    <p:sldId id="266" r:id="rId8"/>
    <p:sldId id="262" r:id="rId9"/>
    <p:sldId id="263" r:id="rId10"/>
    <p:sldId id="264" r:id="rId11"/>
    <p:sldId id="265" r:id="rId12"/>
    <p:sldId id="267" r:id="rId13"/>
    <p:sldId id="268" r:id="rId14"/>
    <p:sldId id="269" r:id="rId15"/>
    <p:sldId id="271" r:id="rId16"/>
    <p:sldId id="270" r:id="rId17"/>
    <p:sldId id="274" r:id="rId18"/>
    <p:sldId id="273" r:id="rId19"/>
    <p:sldId id="272" r:id="rId20"/>
    <p:sldId id="275" r:id="rId21"/>
    <p:sldId id="346" r:id="rId22"/>
    <p:sldId id="314" r:id="rId23"/>
    <p:sldId id="350" r:id="rId24"/>
    <p:sldId id="286" r:id="rId25"/>
    <p:sldId id="351" r:id="rId26"/>
    <p:sldId id="352" r:id="rId27"/>
    <p:sldId id="353" r:id="rId28"/>
    <p:sldId id="354" r:id="rId29"/>
    <p:sldId id="355" r:id="rId30"/>
    <p:sldId id="356" r:id="rId31"/>
    <p:sldId id="277" r:id="rId32"/>
    <p:sldId id="298" r:id="rId33"/>
    <p:sldId id="278" r:id="rId34"/>
    <p:sldId id="317" r:id="rId35"/>
    <p:sldId id="345" r:id="rId36"/>
    <p:sldId id="357" r:id="rId37"/>
    <p:sldId id="360" r:id="rId38"/>
    <p:sldId id="358" r:id="rId39"/>
    <p:sldId id="359" r:id="rId40"/>
    <p:sldId id="361"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06" autoAdjust="0"/>
    <p:restoredTop sz="94660"/>
  </p:normalViewPr>
  <p:slideViewPr>
    <p:cSldViewPr snapToGrid="0">
      <p:cViewPr varScale="1">
        <p:scale>
          <a:sx n="78" d="100"/>
          <a:sy n="78" d="100"/>
        </p:scale>
        <p:origin x="108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_rels/data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ata9.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s>
</file>

<file path=ppt/diagrams/_rels/data10.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diagrams/_rels/drawing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9.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s>
</file>

<file path=ppt/diagrams/_rels/drawing10.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svg"/><Relationship Id="rId1" Type="http://schemas.openxmlformats.org/officeDocument/2006/relationships/image" Target="../media/image42.png"/><Relationship Id="rId6" Type="http://schemas.openxmlformats.org/officeDocument/2006/relationships/image" Target="../media/image47.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09F8A2-916B-44C3-83D2-760B66CEF1E8}" type="doc">
      <dgm:prSet loTypeId="urn:microsoft.com/office/officeart/2005/8/layout/venn1" loCatId="relationship" qsTypeId="urn:microsoft.com/office/officeart/2005/8/quickstyle/simple2" qsCatId="simple" csTypeId="urn:microsoft.com/office/officeart/2005/8/colors/colorful3" csCatId="colorful"/>
      <dgm:spPr/>
      <dgm:t>
        <a:bodyPr/>
        <a:lstStyle/>
        <a:p>
          <a:endParaRPr lang="en-IN"/>
        </a:p>
      </dgm:t>
    </dgm:pt>
    <dgm:pt modelId="{5FAF0F1D-45B3-42B9-813C-87F1BDA1C42D}">
      <dgm:prSet/>
      <dgm:spPr/>
      <dgm:t>
        <a:bodyPr/>
        <a:lstStyle/>
        <a:p>
          <a:r>
            <a:rPr lang="en-US"/>
            <a:t>Monolithic circuits are acts as full circuits designed on a single piece of silicon or any semiconductor. Examples: Operational amplifier IC741.</a:t>
          </a:r>
          <a:endParaRPr lang="en-IN"/>
        </a:p>
      </dgm:t>
    </dgm:pt>
    <dgm:pt modelId="{2F8EE340-C329-4AB6-8D50-2497FCBE5EC5}" type="parTrans" cxnId="{46DE0394-FADE-447C-91D9-71738A5423EA}">
      <dgm:prSet/>
      <dgm:spPr/>
      <dgm:t>
        <a:bodyPr/>
        <a:lstStyle/>
        <a:p>
          <a:endParaRPr lang="en-IN"/>
        </a:p>
      </dgm:t>
    </dgm:pt>
    <dgm:pt modelId="{CBC5DFEB-0E3D-451B-8261-E976D5F39B58}" type="sibTrans" cxnId="{46DE0394-FADE-447C-91D9-71738A5423EA}">
      <dgm:prSet/>
      <dgm:spPr/>
      <dgm:t>
        <a:bodyPr/>
        <a:lstStyle/>
        <a:p>
          <a:endParaRPr lang="en-IN"/>
        </a:p>
      </dgm:t>
    </dgm:pt>
    <dgm:pt modelId="{130DF8CD-1861-4CA8-91CC-270FB4D706A7}">
      <dgm:prSet/>
      <dgm:spPr/>
      <dgm:t>
        <a:bodyPr/>
        <a:lstStyle/>
        <a:p>
          <a:r>
            <a:rPr lang="en-US"/>
            <a:t>Hybrid technology: Hybrid technology has a ceramic substrate that carries many silicon chips. It can also use mixed technology like GaAs chips along with silicon chips.</a:t>
          </a:r>
          <a:endParaRPr lang="en-IN"/>
        </a:p>
      </dgm:t>
    </dgm:pt>
    <dgm:pt modelId="{C0F839A8-7D6A-40E1-90DB-659EFE32ADA2}" type="parTrans" cxnId="{378770A6-A1D9-4ABB-8867-8C996368069B}">
      <dgm:prSet/>
      <dgm:spPr/>
      <dgm:t>
        <a:bodyPr/>
        <a:lstStyle/>
        <a:p>
          <a:endParaRPr lang="en-IN"/>
        </a:p>
      </dgm:t>
    </dgm:pt>
    <dgm:pt modelId="{93C2DD6E-B6C6-422C-9355-98FA2B55B61F}" type="sibTrans" cxnId="{378770A6-A1D9-4ABB-8867-8C996368069B}">
      <dgm:prSet/>
      <dgm:spPr/>
      <dgm:t>
        <a:bodyPr/>
        <a:lstStyle/>
        <a:p>
          <a:endParaRPr lang="en-IN"/>
        </a:p>
      </dgm:t>
    </dgm:pt>
    <dgm:pt modelId="{68FA4402-1D08-4798-9376-C10DA31122B6}" type="pres">
      <dgm:prSet presAssocID="{1E09F8A2-916B-44C3-83D2-760B66CEF1E8}" presName="compositeShape" presStyleCnt="0">
        <dgm:presLayoutVars>
          <dgm:chMax val="7"/>
          <dgm:dir/>
          <dgm:resizeHandles val="exact"/>
        </dgm:presLayoutVars>
      </dgm:prSet>
      <dgm:spPr/>
    </dgm:pt>
    <dgm:pt modelId="{9E90C44A-B779-448F-B630-AA061EB1E171}" type="pres">
      <dgm:prSet presAssocID="{5FAF0F1D-45B3-42B9-813C-87F1BDA1C42D}" presName="circ1" presStyleLbl="vennNode1" presStyleIdx="0" presStyleCnt="2"/>
      <dgm:spPr/>
    </dgm:pt>
    <dgm:pt modelId="{44A14D4C-0B4B-4444-8B06-90213E4AB678}" type="pres">
      <dgm:prSet presAssocID="{5FAF0F1D-45B3-42B9-813C-87F1BDA1C42D}" presName="circ1Tx" presStyleLbl="revTx" presStyleIdx="0" presStyleCnt="0">
        <dgm:presLayoutVars>
          <dgm:chMax val="0"/>
          <dgm:chPref val="0"/>
          <dgm:bulletEnabled val="1"/>
        </dgm:presLayoutVars>
      </dgm:prSet>
      <dgm:spPr/>
    </dgm:pt>
    <dgm:pt modelId="{F8B85EC7-6468-4254-AD2C-8DEC12999996}" type="pres">
      <dgm:prSet presAssocID="{130DF8CD-1861-4CA8-91CC-270FB4D706A7}" presName="circ2" presStyleLbl="vennNode1" presStyleIdx="1" presStyleCnt="2"/>
      <dgm:spPr/>
    </dgm:pt>
    <dgm:pt modelId="{B7E490F5-F881-4B25-A66B-FE2C7BACCF91}" type="pres">
      <dgm:prSet presAssocID="{130DF8CD-1861-4CA8-91CC-270FB4D706A7}" presName="circ2Tx" presStyleLbl="revTx" presStyleIdx="0" presStyleCnt="0">
        <dgm:presLayoutVars>
          <dgm:chMax val="0"/>
          <dgm:chPref val="0"/>
          <dgm:bulletEnabled val="1"/>
        </dgm:presLayoutVars>
      </dgm:prSet>
      <dgm:spPr/>
    </dgm:pt>
  </dgm:ptLst>
  <dgm:cxnLst>
    <dgm:cxn modelId="{C77A5710-D036-4194-BC46-AABFB8022548}" type="presOf" srcId="{130DF8CD-1861-4CA8-91CC-270FB4D706A7}" destId="{B7E490F5-F881-4B25-A66B-FE2C7BACCF91}" srcOrd="1" destOrd="0" presId="urn:microsoft.com/office/officeart/2005/8/layout/venn1"/>
    <dgm:cxn modelId="{73F3733B-69FE-4CCF-AB7B-0EB1DB525211}" type="presOf" srcId="{5FAF0F1D-45B3-42B9-813C-87F1BDA1C42D}" destId="{9E90C44A-B779-448F-B630-AA061EB1E171}" srcOrd="0" destOrd="0" presId="urn:microsoft.com/office/officeart/2005/8/layout/venn1"/>
    <dgm:cxn modelId="{FFBA5B60-2590-45B8-ABCF-19A98B426C87}" type="presOf" srcId="{130DF8CD-1861-4CA8-91CC-270FB4D706A7}" destId="{F8B85EC7-6468-4254-AD2C-8DEC12999996}" srcOrd="0" destOrd="0" presId="urn:microsoft.com/office/officeart/2005/8/layout/venn1"/>
    <dgm:cxn modelId="{46DE0394-FADE-447C-91D9-71738A5423EA}" srcId="{1E09F8A2-916B-44C3-83D2-760B66CEF1E8}" destId="{5FAF0F1D-45B3-42B9-813C-87F1BDA1C42D}" srcOrd="0" destOrd="0" parTransId="{2F8EE340-C329-4AB6-8D50-2497FCBE5EC5}" sibTransId="{CBC5DFEB-0E3D-451B-8261-E976D5F39B58}"/>
    <dgm:cxn modelId="{A8C60BA3-E81B-44D8-8BA3-D26BFED172E4}" type="presOf" srcId="{5FAF0F1D-45B3-42B9-813C-87F1BDA1C42D}" destId="{44A14D4C-0B4B-4444-8B06-90213E4AB678}" srcOrd="1" destOrd="0" presId="urn:microsoft.com/office/officeart/2005/8/layout/venn1"/>
    <dgm:cxn modelId="{378770A6-A1D9-4ABB-8867-8C996368069B}" srcId="{1E09F8A2-916B-44C3-83D2-760B66CEF1E8}" destId="{130DF8CD-1861-4CA8-91CC-270FB4D706A7}" srcOrd="1" destOrd="0" parTransId="{C0F839A8-7D6A-40E1-90DB-659EFE32ADA2}" sibTransId="{93C2DD6E-B6C6-422C-9355-98FA2B55B61F}"/>
    <dgm:cxn modelId="{E05143AC-0A3E-43CC-B3F5-9B9A6DC3DC6C}" type="presOf" srcId="{1E09F8A2-916B-44C3-83D2-760B66CEF1E8}" destId="{68FA4402-1D08-4798-9376-C10DA31122B6}" srcOrd="0" destOrd="0" presId="urn:microsoft.com/office/officeart/2005/8/layout/venn1"/>
    <dgm:cxn modelId="{FE01052E-ACA8-4997-8ADF-A929CB0858FA}" type="presParOf" srcId="{68FA4402-1D08-4798-9376-C10DA31122B6}" destId="{9E90C44A-B779-448F-B630-AA061EB1E171}" srcOrd="0" destOrd="0" presId="urn:microsoft.com/office/officeart/2005/8/layout/venn1"/>
    <dgm:cxn modelId="{ECC00469-B9DC-41A2-B92A-88215E7D775D}" type="presParOf" srcId="{68FA4402-1D08-4798-9376-C10DA31122B6}" destId="{44A14D4C-0B4B-4444-8B06-90213E4AB678}" srcOrd="1" destOrd="0" presId="urn:microsoft.com/office/officeart/2005/8/layout/venn1"/>
    <dgm:cxn modelId="{68EAA419-BDC5-4400-BCD3-BA6443BA5A3B}" type="presParOf" srcId="{68FA4402-1D08-4798-9376-C10DA31122B6}" destId="{F8B85EC7-6468-4254-AD2C-8DEC12999996}" srcOrd="2" destOrd="0" presId="urn:microsoft.com/office/officeart/2005/8/layout/venn1"/>
    <dgm:cxn modelId="{64BA5EF8-F3DD-4E57-A074-9FA04DBAA39F}" type="presParOf" srcId="{68FA4402-1D08-4798-9376-C10DA31122B6}" destId="{B7E490F5-F881-4B25-A66B-FE2C7BACCF91}"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32AC9A-D536-42BF-A301-93D3E2B2AA0B}"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IN"/>
        </a:p>
      </dgm:t>
    </dgm:pt>
    <dgm:pt modelId="{640D0AE9-A5CA-473A-9DC6-9836AE526506}">
      <dgm:prSet/>
      <dgm:spPr/>
      <dgm:t>
        <a:bodyPr/>
        <a:lstStyle/>
        <a:p>
          <a:r>
            <a:rPr lang="en-US" b="1"/>
            <a:t>Key characteristics of each level</a:t>
          </a:r>
          <a:endParaRPr lang="en-IN"/>
        </a:p>
      </dgm:t>
    </dgm:pt>
    <dgm:pt modelId="{5EA8F6DE-4CDC-4EAE-BBF2-2E5081DBCF03}" type="parTrans" cxnId="{0874D066-092D-4FA5-A547-9CF91E5E6222}">
      <dgm:prSet/>
      <dgm:spPr/>
      <dgm:t>
        <a:bodyPr/>
        <a:lstStyle/>
        <a:p>
          <a:endParaRPr lang="en-IN"/>
        </a:p>
      </dgm:t>
    </dgm:pt>
    <dgm:pt modelId="{AABE4AC3-A87B-491C-BF5A-383CE1E62EF8}" type="sibTrans" cxnId="{0874D066-092D-4FA5-A547-9CF91E5E6222}">
      <dgm:prSet/>
      <dgm:spPr/>
      <dgm:t>
        <a:bodyPr/>
        <a:lstStyle/>
        <a:p>
          <a:endParaRPr lang="en-IN"/>
        </a:p>
      </dgm:t>
    </dgm:pt>
    <dgm:pt modelId="{EC9BD685-2196-4D54-87C2-E3B1E316FFA3}">
      <dgm:prSet/>
      <dgm:spPr/>
      <dgm:t>
        <a:bodyPr/>
        <a:lstStyle/>
        <a:p>
          <a:r>
            <a:rPr lang="en-US"/>
            <a:t>SSI: Early integrated circuits with the lowest density. They were crucial for early aerospace projects and performed simple functions.</a:t>
          </a:r>
          <a:endParaRPr lang="en-IN"/>
        </a:p>
      </dgm:t>
    </dgm:pt>
    <dgm:pt modelId="{C994474B-F837-4715-A8D7-EFCF14AAFDA3}" type="parTrans" cxnId="{D15AF8F2-73F0-471F-ADEB-128BAF33959E}">
      <dgm:prSet/>
      <dgm:spPr/>
      <dgm:t>
        <a:bodyPr/>
        <a:lstStyle/>
        <a:p>
          <a:endParaRPr lang="en-IN"/>
        </a:p>
      </dgm:t>
    </dgm:pt>
    <dgm:pt modelId="{DD7F4492-EF0F-47CE-888D-23533725305D}" type="sibTrans" cxnId="{D15AF8F2-73F0-471F-ADEB-128BAF33959E}">
      <dgm:prSet/>
      <dgm:spPr/>
      <dgm:t>
        <a:bodyPr/>
        <a:lstStyle/>
        <a:p>
          <a:endParaRPr lang="en-IN"/>
        </a:p>
      </dgm:t>
    </dgm:pt>
    <dgm:pt modelId="{C7EF6D59-8998-489B-9D10-D42957AEF959}">
      <dgm:prSet/>
      <dgm:spPr/>
      <dgm:t>
        <a:bodyPr/>
        <a:lstStyle/>
        <a:p>
          <a:r>
            <a:rPr lang="en-US"/>
            <a:t>MSI: Contains more complex circuits, such as decoders, adders, multiplexers, and counters.</a:t>
          </a:r>
          <a:endParaRPr lang="en-IN"/>
        </a:p>
      </dgm:t>
    </dgm:pt>
    <dgm:pt modelId="{4F3845D4-4B33-4EE1-897A-F48FE514D115}" type="parTrans" cxnId="{DF3A9304-BE18-40FA-BC5B-21C473A8B67C}">
      <dgm:prSet/>
      <dgm:spPr/>
      <dgm:t>
        <a:bodyPr/>
        <a:lstStyle/>
        <a:p>
          <a:endParaRPr lang="en-IN"/>
        </a:p>
      </dgm:t>
    </dgm:pt>
    <dgm:pt modelId="{7AEE4920-1177-4713-84B5-23DCB5174EB3}" type="sibTrans" cxnId="{DF3A9304-BE18-40FA-BC5B-21C473A8B67C}">
      <dgm:prSet/>
      <dgm:spPr/>
      <dgm:t>
        <a:bodyPr/>
        <a:lstStyle/>
        <a:p>
          <a:endParaRPr lang="en-IN"/>
        </a:p>
      </dgm:t>
    </dgm:pt>
    <dgm:pt modelId="{609D1390-2832-41AC-BBB3-749B88638DE5}">
      <dgm:prSet/>
      <dgm:spPr/>
      <dgm:t>
        <a:bodyPr/>
        <a:lstStyle/>
        <a:p>
          <a:r>
            <a:rPr lang="en-US" dirty="0"/>
            <a:t>LSI: Incorporated thousands of transistors, leading to more complex devices like calculators and processors.</a:t>
          </a:r>
          <a:endParaRPr lang="en-IN" dirty="0"/>
        </a:p>
      </dgm:t>
    </dgm:pt>
    <dgm:pt modelId="{58D1689F-D1CA-445F-8E44-DE44F6B5632A}" type="parTrans" cxnId="{74BBF967-7DA3-47CF-A303-C4DB15772101}">
      <dgm:prSet/>
      <dgm:spPr/>
      <dgm:t>
        <a:bodyPr/>
        <a:lstStyle/>
        <a:p>
          <a:endParaRPr lang="en-IN"/>
        </a:p>
      </dgm:t>
    </dgm:pt>
    <dgm:pt modelId="{AC67EDAD-2BFE-495C-9921-D621E2ACD20C}" type="sibTrans" cxnId="{74BBF967-7DA3-47CF-A303-C4DB15772101}">
      <dgm:prSet/>
      <dgm:spPr/>
      <dgm:t>
        <a:bodyPr/>
        <a:lstStyle/>
        <a:p>
          <a:endParaRPr lang="en-IN"/>
        </a:p>
      </dgm:t>
    </dgm:pt>
    <dgm:pt modelId="{1E66B549-5D98-45B2-BD41-EB878A16823D}">
      <dgm:prSet/>
      <dgm:spPr/>
      <dgm:t>
        <a:bodyPr/>
        <a:lstStyle/>
        <a:p>
          <a:r>
            <a:rPr lang="en-US"/>
            <a:t>VLSI: A major advancement that enabled the creation of microprocessors and complex computer chips with millions of components.</a:t>
          </a:r>
          <a:endParaRPr lang="en-IN"/>
        </a:p>
      </dgm:t>
    </dgm:pt>
    <dgm:pt modelId="{77BDA2AE-6986-46C9-957D-F83D6B63FE88}" type="parTrans" cxnId="{D696E844-D35C-4662-AD85-4328CB64A74F}">
      <dgm:prSet/>
      <dgm:spPr/>
      <dgm:t>
        <a:bodyPr/>
        <a:lstStyle/>
        <a:p>
          <a:endParaRPr lang="en-IN"/>
        </a:p>
      </dgm:t>
    </dgm:pt>
    <dgm:pt modelId="{77ABBF54-363E-4F84-A1DB-CAD95D8B8FD5}" type="sibTrans" cxnId="{D696E844-D35C-4662-AD85-4328CB64A74F}">
      <dgm:prSet/>
      <dgm:spPr/>
      <dgm:t>
        <a:bodyPr/>
        <a:lstStyle/>
        <a:p>
          <a:endParaRPr lang="en-IN"/>
        </a:p>
      </dgm:t>
    </dgm:pt>
    <dgm:pt modelId="{61703D30-E4D0-405A-9C30-6ACCDFCDD8A0}">
      <dgm:prSet/>
      <dgm:spPr/>
      <dgm:t>
        <a:bodyPr/>
        <a:lstStyle/>
        <a:p>
          <a:r>
            <a:rPr lang="en-US"/>
            <a:t>ULSI: The most advanced level, integrating billions of transistors and used in high-performance processors like the Pentium. </a:t>
          </a:r>
          <a:endParaRPr lang="en-IN"/>
        </a:p>
      </dgm:t>
    </dgm:pt>
    <dgm:pt modelId="{0545B0E9-8CE3-49C5-B6FE-90AC0F084F05}" type="parTrans" cxnId="{D8343EF6-601B-473C-B14C-6C785298E73C}">
      <dgm:prSet/>
      <dgm:spPr/>
      <dgm:t>
        <a:bodyPr/>
        <a:lstStyle/>
        <a:p>
          <a:endParaRPr lang="en-IN"/>
        </a:p>
      </dgm:t>
    </dgm:pt>
    <dgm:pt modelId="{6D0F2B44-4D3C-41F8-B44A-24E7FD9E5267}" type="sibTrans" cxnId="{D8343EF6-601B-473C-B14C-6C785298E73C}">
      <dgm:prSet/>
      <dgm:spPr/>
      <dgm:t>
        <a:bodyPr/>
        <a:lstStyle/>
        <a:p>
          <a:endParaRPr lang="en-IN"/>
        </a:p>
      </dgm:t>
    </dgm:pt>
    <dgm:pt modelId="{A46CA134-1556-4A47-B5C7-292A2B6B59EA}" type="pres">
      <dgm:prSet presAssocID="{9932AC9A-D536-42BF-A301-93D3E2B2AA0B}" presName="linear" presStyleCnt="0">
        <dgm:presLayoutVars>
          <dgm:animLvl val="lvl"/>
          <dgm:resizeHandles val="exact"/>
        </dgm:presLayoutVars>
      </dgm:prSet>
      <dgm:spPr/>
    </dgm:pt>
    <dgm:pt modelId="{4047C095-8234-4B2F-9216-579569372D30}" type="pres">
      <dgm:prSet presAssocID="{640D0AE9-A5CA-473A-9DC6-9836AE526506}" presName="parentText" presStyleLbl="node1" presStyleIdx="0" presStyleCnt="1">
        <dgm:presLayoutVars>
          <dgm:chMax val="0"/>
          <dgm:bulletEnabled val="1"/>
        </dgm:presLayoutVars>
      </dgm:prSet>
      <dgm:spPr/>
    </dgm:pt>
    <dgm:pt modelId="{63E3162B-BAE3-48D6-8372-1023302F77C1}" type="pres">
      <dgm:prSet presAssocID="{640D0AE9-A5CA-473A-9DC6-9836AE526506}" presName="childText" presStyleLbl="revTx" presStyleIdx="0" presStyleCnt="1">
        <dgm:presLayoutVars>
          <dgm:bulletEnabled val="1"/>
        </dgm:presLayoutVars>
      </dgm:prSet>
      <dgm:spPr/>
    </dgm:pt>
  </dgm:ptLst>
  <dgm:cxnLst>
    <dgm:cxn modelId="{DF3A9304-BE18-40FA-BC5B-21C473A8B67C}" srcId="{640D0AE9-A5CA-473A-9DC6-9836AE526506}" destId="{C7EF6D59-8998-489B-9D10-D42957AEF959}" srcOrd="1" destOrd="0" parTransId="{4F3845D4-4B33-4EE1-897A-F48FE514D115}" sibTransId="{7AEE4920-1177-4713-84B5-23DCB5174EB3}"/>
    <dgm:cxn modelId="{1B8E1725-654F-48DA-B146-DBF4CB0C13C0}" type="presOf" srcId="{1E66B549-5D98-45B2-BD41-EB878A16823D}" destId="{63E3162B-BAE3-48D6-8372-1023302F77C1}" srcOrd="0" destOrd="3" presId="urn:microsoft.com/office/officeart/2005/8/layout/vList2"/>
    <dgm:cxn modelId="{18353435-5D0B-42F4-A6DE-247C6F9087F7}" type="presOf" srcId="{609D1390-2832-41AC-BBB3-749B88638DE5}" destId="{63E3162B-BAE3-48D6-8372-1023302F77C1}" srcOrd="0" destOrd="2" presId="urn:microsoft.com/office/officeart/2005/8/layout/vList2"/>
    <dgm:cxn modelId="{4DDBF45D-E290-42FC-9298-9775D7BE69FC}" type="presOf" srcId="{61703D30-E4D0-405A-9C30-6ACCDFCDD8A0}" destId="{63E3162B-BAE3-48D6-8372-1023302F77C1}" srcOrd="0" destOrd="4" presId="urn:microsoft.com/office/officeart/2005/8/layout/vList2"/>
    <dgm:cxn modelId="{D696E844-D35C-4662-AD85-4328CB64A74F}" srcId="{640D0AE9-A5CA-473A-9DC6-9836AE526506}" destId="{1E66B549-5D98-45B2-BD41-EB878A16823D}" srcOrd="3" destOrd="0" parTransId="{77BDA2AE-6986-46C9-957D-F83D6B63FE88}" sibTransId="{77ABBF54-363E-4F84-A1DB-CAD95D8B8FD5}"/>
    <dgm:cxn modelId="{0874D066-092D-4FA5-A547-9CF91E5E6222}" srcId="{9932AC9A-D536-42BF-A301-93D3E2B2AA0B}" destId="{640D0AE9-A5CA-473A-9DC6-9836AE526506}" srcOrd="0" destOrd="0" parTransId="{5EA8F6DE-4CDC-4EAE-BBF2-2E5081DBCF03}" sibTransId="{AABE4AC3-A87B-491C-BF5A-383CE1E62EF8}"/>
    <dgm:cxn modelId="{74BBF967-7DA3-47CF-A303-C4DB15772101}" srcId="{640D0AE9-A5CA-473A-9DC6-9836AE526506}" destId="{609D1390-2832-41AC-BBB3-749B88638DE5}" srcOrd="2" destOrd="0" parTransId="{58D1689F-D1CA-445F-8E44-DE44F6B5632A}" sibTransId="{AC67EDAD-2BFE-495C-9921-D621E2ACD20C}"/>
    <dgm:cxn modelId="{9E23CF88-9B65-4602-9BB6-FCDFAEBABE81}" type="presOf" srcId="{640D0AE9-A5CA-473A-9DC6-9836AE526506}" destId="{4047C095-8234-4B2F-9216-579569372D30}" srcOrd="0" destOrd="0" presId="urn:microsoft.com/office/officeart/2005/8/layout/vList2"/>
    <dgm:cxn modelId="{8BF15C9B-0BDC-4992-B47D-9B364190B20E}" type="presOf" srcId="{C7EF6D59-8998-489B-9D10-D42957AEF959}" destId="{63E3162B-BAE3-48D6-8372-1023302F77C1}" srcOrd="0" destOrd="1" presId="urn:microsoft.com/office/officeart/2005/8/layout/vList2"/>
    <dgm:cxn modelId="{8E4A10AC-D9E5-4C5E-A3AB-B03B5D2BC1E1}" type="presOf" srcId="{EC9BD685-2196-4D54-87C2-E3B1E316FFA3}" destId="{63E3162B-BAE3-48D6-8372-1023302F77C1}" srcOrd="0" destOrd="0" presId="urn:microsoft.com/office/officeart/2005/8/layout/vList2"/>
    <dgm:cxn modelId="{D15AF8F2-73F0-471F-ADEB-128BAF33959E}" srcId="{640D0AE9-A5CA-473A-9DC6-9836AE526506}" destId="{EC9BD685-2196-4D54-87C2-E3B1E316FFA3}" srcOrd="0" destOrd="0" parTransId="{C994474B-F837-4715-A8D7-EFCF14AAFDA3}" sibTransId="{DD7F4492-EF0F-47CE-888D-23533725305D}"/>
    <dgm:cxn modelId="{D8343EF6-601B-473C-B14C-6C785298E73C}" srcId="{640D0AE9-A5CA-473A-9DC6-9836AE526506}" destId="{61703D30-E4D0-405A-9C30-6ACCDFCDD8A0}" srcOrd="4" destOrd="0" parTransId="{0545B0E9-8CE3-49C5-B6FE-90AC0F084F05}" sibTransId="{6D0F2B44-4D3C-41F8-B44A-24E7FD9E5267}"/>
    <dgm:cxn modelId="{D9DD8EFB-94EA-41B2-8A55-974196AF9488}" type="presOf" srcId="{9932AC9A-D536-42BF-A301-93D3E2B2AA0B}" destId="{A46CA134-1556-4A47-B5C7-292A2B6B59EA}" srcOrd="0" destOrd="0" presId="urn:microsoft.com/office/officeart/2005/8/layout/vList2"/>
    <dgm:cxn modelId="{5A8A153E-74A0-4190-B784-2FD14083151B}" type="presParOf" srcId="{A46CA134-1556-4A47-B5C7-292A2B6B59EA}" destId="{4047C095-8234-4B2F-9216-579569372D30}" srcOrd="0" destOrd="0" presId="urn:microsoft.com/office/officeart/2005/8/layout/vList2"/>
    <dgm:cxn modelId="{6D7D087C-9ACD-417B-A13A-0FCCBB2FF6A8}" type="presParOf" srcId="{A46CA134-1556-4A47-B5C7-292A2B6B59EA}" destId="{63E3162B-BAE3-48D6-8372-1023302F77C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59FC0A2-02CF-42FE-A504-C23952981A95}" type="doc">
      <dgm:prSet loTypeId="urn:microsoft.com/office/officeart/2005/8/layout/hProcess11" loCatId="process" qsTypeId="urn:microsoft.com/office/officeart/2005/8/quickstyle/simple1" qsCatId="simple" csTypeId="urn:microsoft.com/office/officeart/2005/8/colors/colorful1" csCatId="colorful" phldr="1"/>
      <dgm:spPr/>
      <dgm:t>
        <a:bodyPr/>
        <a:lstStyle/>
        <a:p>
          <a:endParaRPr lang="en-IN"/>
        </a:p>
      </dgm:t>
    </dgm:pt>
    <dgm:pt modelId="{2F719714-BA20-477B-85A3-A1C9C1FE7F2D}">
      <dgm:prSet custT="1"/>
      <dgm:spPr/>
      <dgm:t>
        <a:bodyPr/>
        <a:lstStyle/>
        <a:p>
          <a:r>
            <a:rPr lang="en-IN" sz="1600" b="1"/>
            <a:t>Silicon Wafer Preparation</a:t>
          </a:r>
        </a:p>
      </dgm:t>
    </dgm:pt>
    <dgm:pt modelId="{9DE0BBD4-854E-4F07-B752-C092745F56E9}" type="parTrans" cxnId="{82406552-AAA5-4921-8EB9-3C25A99AC45F}">
      <dgm:prSet/>
      <dgm:spPr/>
      <dgm:t>
        <a:bodyPr/>
        <a:lstStyle/>
        <a:p>
          <a:endParaRPr lang="en-IN"/>
        </a:p>
      </dgm:t>
    </dgm:pt>
    <dgm:pt modelId="{5D62BBFB-7CB7-4C88-A170-588B62B5784C}" type="sibTrans" cxnId="{82406552-AAA5-4921-8EB9-3C25A99AC45F}">
      <dgm:prSet/>
      <dgm:spPr/>
      <dgm:t>
        <a:bodyPr/>
        <a:lstStyle/>
        <a:p>
          <a:endParaRPr lang="en-IN"/>
        </a:p>
      </dgm:t>
    </dgm:pt>
    <dgm:pt modelId="{74D0472B-7E5A-4F87-AE92-786FB6D95D3E}">
      <dgm:prSet custT="1"/>
      <dgm:spPr/>
      <dgm:t>
        <a:bodyPr/>
        <a:lstStyle/>
        <a:p>
          <a:r>
            <a:rPr lang="en-IN" sz="1600" b="1"/>
            <a:t>Oxidation</a:t>
          </a:r>
          <a:endParaRPr lang="en-IN" sz="1600" b="1" dirty="0"/>
        </a:p>
      </dgm:t>
    </dgm:pt>
    <dgm:pt modelId="{B7E0D5D3-5FE6-4CEE-B631-6EFBD4918FEF}" type="parTrans" cxnId="{5C09B4E4-7831-44B8-A1DF-5E285E76AFF8}">
      <dgm:prSet/>
      <dgm:spPr/>
      <dgm:t>
        <a:bodyPr/>
        <a:lstStyle/>
        <a:p>
          <a:endParaRPr lang="en-IN"/>
        </a:p>
      </dgm:t>
    </dgm:pt>
    <dgm:pt modelId="{06FB28B4-EB7D-4CC5-BD04-62DDD27793CA}" type="sibTrans" cxnId="{5C09B4E4-7831-44B8-A1DF-5E285E76AFF8}">
      <dgm:prSet/>
      <dgm:spPr/>
      <dgm:t>
        <a:bodyPr/>
        <a:lstStyle/>
        <a:p>
          <a:endParaRPr lang="en-IN"/>
        </a:p>
      </dgm:t>
    </dgm:pt>
    <dgm:pt modelId="{80886FCE-5B62-48B0-8D75-1DD3BC1BBF3D}">
      <dgm:prSet custT="1"/>
      <dgm:spPr/>
      <dgm:t>
        <a:bodyPr/>
        <a:lstStyle/>
        <a:p>
          <a:r>
            <a:rPr lang="en-IN" sz="1600" b="1"/>
            <a:t>Photolithography</a:t>
          </a:r>
        </a:p>
      </dgm:t>
    </dgm:pt>
    <dgm:pt modelId="{D63794BC-4ED2-4262-9361-95A67428C769}" type="parTrans" cxnId="{C6BC7DAD-B900-441A-8F1D-9944D8D22D00}">
      <dgm:prSet/>
      <dgm:spPr/>
      <dgm:t>
        <a:bodyPr/>
        <a:lstStyle/>
        <a:p>
          <a:endParaRPr lang="en-IN"/>
        </a:p>
      </dgm:t>
    </dgm:pt>
    <dgm:pt modelId="{71ACB64F-0D54-4916-A611-56A28334F525}" type="sibTrans" cxnId="{C6BC7DAD-B900-441A-8F1D-9944D8D22D00}">
      <dgm:prSet/>
      <dgm:spPr/>
      <dgm:t>
        <a:bodyPr/>
        <a:lstStyle/>
        <a:p>
          <a:endParaRPr lang="en-IN"/>
        </a:p>
      </dgm:t>
    </dgm:pt>
    <dgm:pt modelId="{94DA22BF-D0F0-4A7C-B7CE-206A5371684D}">
      <dgm:prSet custT="1"/>
      <dgm:spPr/>
      <dgm:t>
        <a:bodyPr/>
        <a:lstStyle/>
        <a:p>
          <a:r>
            <a:rPr lang="en-IN" sz="1600" b="1" dirty="0"/>
            <a:t>Etching</a:t>
          </a:r>
        </a:p>
      </dgm:t>
    </dgm:pt>
    <dgm:pt modelId="{88D6E838-6816-47B0-B471-13A064F868A2}" type="parTrans" cxnId="{341D5C09-4575-439F-A85B-64CA7FDB32E8}">
      <dgm:prSet/>
      <dgm:spPr/>
      <dgm:t>
        <a:bodyPr/>
        <a:lstStyle/>
        <a:p>
          <a:endParaRPr lang="en-IN"/>
        </a:p>
      </dgm:t>
    </dgm:pt>
    <dgm:pt modelId="{6052B351-9E5D-43E0-8008-30F92DD79E8B}" type="sibTrans" cxnId="{341D5C09-4575-439F-A85B-64CA7FDB32E8}">
      <dgm:prSet/>
      <dgm:spPr/>
      <dgm:t>
        <a:bodyPr/>
        <a:lstStyle/>
        <a:p>
          <a:endParaRPr lang="en-IN"/>
        </a:p>
      </dgm:t>
    </dgm:pt>
    <dgm:pt modelId="{C6E5C9F2-D2CC-49B7-8B0D-4E1C0FDF2581}">
      <dgm:prSet custT="1"/>
      <dgm:spPr/>
      <dgm:t>
        <a:bodyPr/>
        <a:lstStyle/>
        <a:p>
          <a:r>
            <a:rPr lang="en-IN" sz="1600" b="1" dirty="0"/>
            <a:t>Metallization</a:t>
          </a:r>
        </a:p>
      </dgm:t>
    </dgm:pt>
    <dgm:pt modelId="{8438B4B6-97B2-4572-A322-641D32B56CAD}" type="parTrans" cxnId="{EDA5E31E-C85D-456C-ACEB-DFF8C8288A16}">
      <dgm:prSet/>
      <dgm:spPr/>
      <dgm:t>
        <a:bodyPr/>
        <a:lstStyle/>
        <a:p>
          <a:endParaRPr lang="en-IN"/>
        </a:p>
      </dgm:t>
    </dgm:pt>
    <dgm:pt modelId="{19E3B6F9-44A6-4B75-8024-1B9F7D4061AD}" type="sibTrans" cxnId="{EDA5E31E-C85D-456C-ACEB-DFF8C8288A16}">
      <dgm:prSet/>
      <dgm:spPr/>
      <dgm:t>
        <a:bodyPr/>
        <a:lstStyle/>
        <a:p>
          <a:endParaRPr lang="en-IN"/>
        </a:p>
      </dgm:t>
    </dgm:pt>
    <dgm:pt modelId="{DFD339C7-7E66-4A6A-B1B8-0169B0432788}">
      <dgm:prSet custT="1"/>
      <dgm:spPr/>
      <dgm:t>
        <a:bodyPr/>
        <a:lstStyle/>
        <a:p>
          <a:r>
            <a:rPr lang="en-IN" sz="1600" b="1" dirty="0"/>
            <a:t>Packaging</a:t>
          </a:r>
        </a:p>
      </dgm:t>
    </dgm:pt>
    <dgm:pt modelId="{4D64AE5F-7286-4A3D-9E6A-EBEF50EFDF91}" type="parTrans" cxnId="{6FBE8C28-5C22-431D-AB6D-012C38DA4EE0}">
      <dgm:prSet/>
      <dgm:spPr/>
      <dgm:t>
        <a:bodyPr/>
        <a:lstStyle/>
        <a:p>
          <a:endParaRPr lang="en-IN"/>
        </a:p>
      </dgm:t>
    </dgm:pt>
    <dgm:pt modelId="{BBB220A5-795B-4BB2-B360-6FD6D50991BF}" type="sibTrans" cxnId="{6FBE8C28-5C22-431D-AB6D-012C38DA4EE0}">
      <dgm:prSet/>
      <dgm:spPr/>
      <dgm:t>
        <a:bodyPr/>
        <a:lstStyle/>
        <a:p>
          <a:endParaRPr lang="en-IN"/>
        </a:p>
      </dgm:t>
    </dgm:pt>
    <dgm:pt modelId="{BCEAEFF8-BEF0-47B7-983D-EC4042C05B0D}">
      <dgm:prSet custT="1"/>
      <dgm:spPr/>
      <dgm:t>
        <a:bodyPr/>
        <a:lstStyle/>
        <a:p>
          <a:r>
            <a:rPr lang="en-US" sz="1600" b="1" dirty="0"/>
            <a:t>Doping (Diffusion &amp; Ion implantation)</a:t>
          </a:r>
          <a:endParaRPr lang="en-IN" sz="1600" b="1" dirty="0"/>
        </a:p>
      </dgm:t>
    </dgm:pt>
    <dgm:pt modelId="{EF1101CB-DF9D-4181-A315-C850D9225DFB}" type="parTrans" cxnId="{CCE3E5C9-7FD7-4754-A024-64D3AC5504D4}">
      <dgm:prSet/>
      <dgm:spPr/>
      <dgm:t>
        <a:bodyPr/>
        <a:lstStyle/>
        <a:p>
          <a:endParaRPr lang="en-IN"/>
        </a:p>
      </dgm:t>
    </dgm:pt>
    <dgm:pt modelId="{B7790413-7E4E-4A09-8B35-2E7D6353EBD8}" type="sibTrans" cxnId="{CCE3E5C9-7FD7-4754-A024-64D3AC5504D4}">
      <dgm:prSet/>
      <dgm:spPr/>
      <dgm:t>
        <a:bodyPr/>
        <a:lstStyle/>
        <a:p>
          <a:endParaRPr lang="en-IN"/>
        </a:p>
      </dgm:t>
    </dgm:pt>
    <dgm:pt modelId="{44EA13A0-EE6C-446B-96F0-55C35C987BD1}">
      <dgm:prSet custT="1"/>
      <dgm:spPr/>
      <dgm:t>
        <a:bodyPr/>
        <a:lstStyle/>
        <a:p>
          <a:r>
            <a:rPr lang="en-US" sz="1600" b="1"/>
            <a:t>Deposition</a:t>
          </a:r>
          <a:endParaRPr lang="en-IN" sz="1600" b="1" dirty="0"/>
        </a:p>
      </dgm:t>
    </dgm:pt>
    <dgm:pt modelId="{6FCF8B3B-D28D-47D4-B269-BBB17CA6EA0B}" type="parTrans" cxnId="{C8A53EF3-9479-451F-A722-4DA09D6C60CA}">
      <dgm:prSet/>
      <dgm:spPr/>
      <dgm:t>
        <a:bodyPr/>
        <a:lstStyle/>
        <a:p>
          <a:endParaRPr lang="en-IN"/>
        </a:p>
      </dgm:t>
    </dgm:pt>
    <dgm:pt modelId="{A004260F-0789-4D88-9C10-DD7D616494BD}" type="sibTrans" cxnId="{C8A53EF3-9479-451F-A722-4DA09D6C60CA}">
      <dgm:prSet/>
      <dgm:spPr/>
      <dgm:t>
        <a:bodyPr/>
        <a:lstStyle/>
        <a:p>
          <a:endParaRPr lang="en-IN"/>
        </a:p>
      </dgm:t>
    </dgm:pt>
    <dgm:pt modelId="{B6C9580D-3BF5-473B-B87E-03DD40DEF6CE}" type="pres">
      <dgm:prSet presAssocID="{059FC0A2-02CF-42FE-A504-C23952981A95}" presName="Name0" presStyleCnt="0">
        <dgm:presLayoutVars>
          <dgm:dir/>
          <dgm:resizeHandles val="exact"/>
        </dgm:presLayoutVars>
      </dgm:prSet>
      <dgm:spPr/>
    </dgm:pt>
    <dgm:pt modelId="{E07B2E46-0258-4DB8-BB16-FE2B68F44033}" type="pres">
      <dgm:prSet presAssocID="{059FC0A2-02CF-42FE-A504-C23952981A95}" presName="arrow" presStyleLbl="bgShp" presStyleIdx="0" presStyleCnt="1" custLinFactNeighborX="1095" custLinFactNeighborY="-491"/>
      <dgm:spPr/>
    </dgm:pt>
    <dgm:pt modelId="{C41DC26E-CD74-4572-B481-25B5A5B04C37}" type="pres">
      <dgm:prSet presAssocID="{059FC0A2-02CF-42FE-A504-C23952981A95}" presName="points" presStyleCnt="0"/>
      <dgm:spPr/>
    </dgm:pt>
    <dgm:pt modelId="{C2E54DEF-CC1C-4443-8911-218B3522FC16}" type="pres">
      <dgm:prSet presAssocID="{2F719714-BA20-477B-85A3-A1C9C1FE7F2D}" presName="compositeA" presStyleCnt="0"/>
      <dgm:spPr/>
    </dgm:pt>
    <dgm:pt modelId="{5D397757-BE41-4FD9-93F6-4FA5A26469CE}" type="pres">
      <dgm:prSet presAssocID="{2F719714-BA20-477B-85A3-A1C9C1FE7F2D}" presName="textA" presStyleLbl="revTx" presStyleIdx="0" presStyleCnt="8">
        <dgm:presLayoutVars>
          <dgm:bulletEnabled val="1"/>
        </dgm:presLayoutVars>
      </dgm:prSet>
      <dgm:spPr/>
    </dgm:pt>
    <dgm:pt modelId="{7822B88A-2720-4392-B1FB-E6C98A7DD991}" type="pres">
      <dgm:prSet presAssocID="{2F719714-BA20-477B-85A3-A1C9C1FE7F2D}" presName="circleA" presStyleLbl="node1" presStyleIdx="0" presStyleCnt="8"/>
      <dgm:spPr/>
    </dgm:pt>
    <dgm:pt modelId="{365E92D4-4EB5-45E9-824D-08636ECB89AF}" type="pres">
      <dgm:prSet presAssocID="{2F719714-BA20-477B-85A3-A1C9C1FE7F2D}" presName="spaceA" presStyleCnt="0"/>
      <dgm:spPr/>
    </dgm:pt>
    <dgm:pt modelId="{A5FAA51C-A39C-47F9-84AC-B0933DC061E0}" type="pres">
      <dgm:prSet presAssocID="{5D62BBFB-7CB7-4C88-A170-588B62B5784C}" presName="space" presStyleCnt="0"/>
      <dgm:spPr/>
    </dgm:pt>
    <dgm:pt modelId="{48F94C1F-C803-452B-9CA9-2FB0B6FE9EBE}" type="pres">
      <dgm:prSet presAssocID="{74D0472B-7E5A-4F87-AE92-786FB6D95D3E}" presName="compositeB" presStyleCnt="0"/>
      <dgm:spPr/>
    </dgm:pt>
    <dgm:pt modelId="{82D0B568-3B03-4952-A88F-7CF442A1B177}" type="pres">
      <dgm:prSet presAssocID="{74D0472B-7E5A-4F87-AE92-786FB6D95D3E}" presName="textB" presStyleLbl="revTx" presStyleIdx="1" presStyleCnt="8">
        <dgm:presLayoutVars>
          <dgm:bulletEnabled val="1"/>
        </dgm:presLayoutVars>
      </dgm:prSet>
      <dgm:spPr/>
    </dgm:pt>
    <dgm:pt modelId="{684CAC9E-18D6-4F95-B5B6-BE9EEA64D7DF}" type="pres">
      <dgm:prSet presAssocID="{74D0472B-7E5A-4F87-AE92-786FB6D95D3E}" presName="circleB" presStyleLbl="node1" presStyleIdx="1" presStyleCnt="8"/>
      <dgm:spPr/>
    </dgm:pt>
    <dgm:pt modelId="{E98C2623-FE0A-4462-9D51-892D0E0B93A6}" type="pres">
      <dgm:prSet presAssocID="{74D0472B-7E5A-4F87-AE92-786FB6D95D3E}" presName="spaceB" presStyleCnt="0"/>
      <dgm:spPr/>
    </dgm:pt>
    <dgm:pt modelId="{0F886AA3-26BA-4E05-99CF-D9BB17E3096B}" type="pres">
      <dgm:prSet presAssocID="{06FB28B4-EB7D-4CC5-BD04-62DDD27793CA}" presName="space" presStyleCnt="0"/>
      <dgm:spPr/>
    </dgm:pt>
    <dgm:pt modelId="{BB2873BC-921A-4A0A-BD87-2FC67D2E969A}" type="pres">
      <dgm:prSet presAssocID="{80886FCE-5B62-48B0-8D75-1DD3BC1BBF3D}" presName="compositeA" presStyleCnt="0"/>
      <dgm:spPr/>
    </dgm:pt>
    <dgm:pt modelId="{A32C5639-C405-4CF1-AB83-9B114535396C}" type="pres">
      <dgm:prSet presAssocID="{80886FCE-5B62-48B0-8D75-1DD3BC1BBF3D}" presName="textA" presStyleLbl="revTx" presStyleIdx="2" presStyleCnt="8">
        <dgm:presLayoutVars>
          <dgm:bulletEnabled val="1"/>
        </dgm:presLayoutVars>
      </dgm:prSet>
      <dgm:spPr/>
    </dgm:pt>
    <dgm:pt modelId="{8DBB38AB-8F31-456A-B6CF-7B4F7F5F744E}" type="pres">
      <dgm:prSet presAssocID="{80886FCE-5B62-48B0-8D75-1DD3BC1BBF3D}" presName="circleA" presStyleLbl="node1" presStyleIdx="2" presStyleCnt="8"/>
      <dgm:spPr/>
    </dgm:pt>
    <dgm:pt modelId="{7ABAA8D9-02E9-45C7-848F-FDA3A319FAFB}" type="pres">
      <dgm:prSet presAssocID="{80886FCE-5B62-48B0-8D75-1DD3BC1BBF3D}" presName="spaceA" presStyleCnt="0"/>
      <dgm:spPr/>
    </dgm:pt>
    <dgm:pt modelId="{23E73D60-0028-4588-B868-01D1C6E98541}" type="pres">
      <dgm:prSet presAssocID="{71ACB64F-0D54-4916-A611-56A28334F525}" presName="space" presStyleCnt="0"/>
      <dgm:spPr/>
    </dgm:pt>
    <dgm:pt modelId="{350C93B5-36D4-4E8B-8F4D-72E87491D5CA}" type="pres">
      <dgm:prSet presAssocID="{94DA22BF-D0F0-4A7C-B7CE-206A5371684D}" presName="compositeB" presStyleCnt="0"/>
      <dgm:spPr/>
    </dgm:pt>
    <dgm:pt modelId="{D9D5DB07-8776-4706-837A-215CE4306AA6}" type="pres">
      <dgm:prSet presAssocID="{94DA22BF-D0F0-4A7C-B7CE-206A5371684D}" presName="textB" presStyleLbl="revTx" presStyleIdx="3" presStyleCnt="8">
        <dgm:presLayoutVars>
          <dgm:bulletEnabled val="1"/>
        </dgm:presLayoutVars>
      </dgm:prSet>
      <dgm:spPr/>
    </dgm:pt>
    <dgm:pt modelId="{E5A84FFF-C7AD-4A66-96C3-5B9F08BD4132}" type="pres">
      <dgm:prSet presAssocID="{94DA22BF-D0F0-4A7C-B7CE-206A5371684D}" presName="circleB" presStyleLbl="node1" presStyleIdx="3" presStyleCnt="8"/>
      <dgm:spPr/>
    </dgm:pt>
    <dgm:pt modelId="{C82F115B-6FF6-4D82-8F86-E27CD23240C0}" type="pres">
      <dgm:prSet presAssocID="{94DA22BF-D0F0-4A7C-B7CE-206A5371684D}" presName="spaceB" presStyleCnt="0"/>
      <dgm:spPr/>
    </dgm:pt>
    <dgm:pt modelId="{423F7AB1-6C87-47AB-8004-E220E34D0545}" type="pres">
      <dgm:prSet presAssocID="{6052B351-9E5D-43E0-8008-30F92DD79E8B}" presName="space" presStyleCnt="0"/>
      <dgm:spPr/>
    </dgm:pt>
    <dgm:pt modelId="{48468D03-2489-4763-98EC-49E507DDCEF0}" type="pres">
      <dgm:prSet presAssocID="{BCEAEFF8-BEF0-47B7-983D-EC4042C05B0D}" presName="compositeA" presStyleCnt="0"/>
      <dgm:spPr/>
    </dgm:pt>
    <dgm:pt modelId="{5DE5C751-1473-4C64-8CD2-749116669C4B}" type="pres">
      <dgm:prSet presAssocID="{BCEAEFF8-BEF0-47B7-983D-EC4042C05B0D}" presName="textA" presStyleLbl="revTx" presStyleIdx="4" presStyleCnt="8" custScaleX="126758">
        <dgm:presLayoutVars>
          <dgm:bulletEnabled val="1"/>
        </dgm:presLayoutVars>
      </dgm:prSet>
      <dgm:spPr/>
    </dgm:pt>
    <dgm:pt modelId="{EAC547ED-B841-430F-A7AE-60BF32F8356F}" type="pres">
      <dgm:prSet presAssocID="{BCEAEFF8-BEF0-47B7-983D-EC4042C05B0D}" presName="circleA" presStyleLbl="node1" presStyleIdx="4" presStyleCnt="8"/>
      <dgm:spPr/>
    </dgm:pt>
    <dgm:pt modelId="{1A060ED8-A5FB-4349-9C67-B506A307A651}" type="pres">
      <dgm:prSet presAssocID="{BCEAEFF8-BEF0-47B7-983D-EC4042C05B0D}" presName="spaceA" presStyleCnt="0"/>
      <dgm:spPr/>
    </dgm:pt>
    <dgm:pt modelId="{8B19D364-8DEA-4D96-A698-7F5775F2C08E}" type="pres">
      <dgm:prSet presAssocID="{B7790413-7E4E-4A09-8B35-2E7D6353EBD8}" presName="space" presStyleCnt="0"/>
      <dgm:spPr/>
    </dgm:pt>
    <dgm:pt modelId="{24A3C42D-A635-406F-A4F6-0DC260822086}" type="pres">
      <dgm:prSet presAssocID="{44EA13A0-EE6C-446B-96F0-55C35C987BD1}" presName="compositeB" presStyleCnt="0"/>
      <dgm:spPr/>
    </dgm:pt>
    <dgm:pt modelId="{AA2D1E01-E1BA-4EFD-9378-0B8610B346CC}" type="pres">
      <dgm:prSet presAssocID="{44EA13A0-EE6C-446B-96F0-55C35C987BD1}" presName="textB" presStyleLbl="revTx" presStyleIdx="5" presStyleCnt="8">
        <dgm:presLayoutVars>
          <dgm:bulletEnabled val="1"/>
        </dgm:presLayoutVars>
      </dgm:prSet>
      <dgm:spPr/>
    </dgm:pt>
    <dgm:pt modelId="{0D5BA1DE-DF14-4BF5-9AE0-1DBE23E2DF1B}" type="pres">
      <dgm:prSet presAssocID="{44EA13A0-EE6C-446B-96F0-55C35C987BD1}" presName="circleB" presStyleLbl="node1" presStyleIdx="5" presStyleCnt="8"/>
      <dgm:spPr/>
    </dgm:pt>
    <dgm:pt modelId="{276B510E-D28D-4EAB-8BE8-9AC840E46BB6}" type="pres">
      <dgm:prSet presAssocID="{44EA13A0-EE6C-446B-96F0-55C35C987BD1}" presName="spaceB" presStyleCnt="0"/>
      <dgm:spPr/>
    </dgm:pt>
    <dgm:pt modelId="{9C7975A9-F527-415F-9753-BA5EB90D1D9F}" type="pres">
      <dgm:prSet presAssocID="{A004260F-0789-4D88-9C10-DD7D616494BD}" presName="space" presStyleCnt="0"/>
      <dgm:spPr/>
    </dgm:pt>
    <dgm:pt modelId="{727D49D9-CAE5-4F66-A6CE-C20BA1016C03}" type="pres">
      <dgm:prSet presAssocID="{C6E5C9F2-D2CC-49B7-8B0D-4E1C0FDF2581}" presName="compositeA" presStyleCnt="0"/>
      <dgm:spPr/>
    </dgm:pt>
    <dgm:pt modelId="{A764C1EF-A248-4B5B-B62F-C65733A4E20C}" type="pres">
      <dgm:prSet presAssocID="{C6E5C9F2-D2CC-49B7-8B0D-4E1C0FDF2581}" presName="textA" presStyleLbl="revTx" presStyleIdx="6" presStyleCnt="8" custScaleX="124602">
        <dgm:presLayoutVars>
          <dgm:bulletEnabled val="1"/>
        </dgm:presLayoutVars>
      </dgm:prSet>
      <dgm:spPr/>
    </dgm:pt>
    <dgm:pt modelId="{C43DA7BD-77B2-4A7C-B52C-826A374E41EE}" type="pres">
      <dgm:prSet presAssocID="{C6E5C9F2-D2CC-49B7-8B0D-4E1C0FDF2581}" presName="circleA" presStyleLbl="node1" presStyleIdx="6" presStyleCnt="8"/>
      <dgm:spPr/>
    </dgm:pt>
    <dgm:pt modelId="{C7B511D0-34DB-455A-8ED6-9B459F959B55}" type="pres">
      <dgm:prSet presAssocID="{C6E5C9F2-D2CC-49B7-8B0D-4E1C0FDF2581}" presName="spaceA" presStyleCnt="0"/>
      <dgm:spPr/>
    </dgm:pt>
    <dgm:pt modelId="{48850CD4-4E3F-4367-B167-47DF062A2BEE}" type="pres">
      <dgm:prSet presAssocID="{19E3B6F9-44A6-4B75-8024-1B9F7D4061AD}" presName="space" presStyleCnt="0"/>
      <dgm:spPr/>
    </dgm:pt>
    <dgm:pt modelId="{D9FC418B-3E71-4C47-B6B1-B260B916F44D}" type="pres">
      <dgm:prSet presAssocID="{DFD339C7-7E66-4A6A-B1B8-0169B0432788}" presName="compositeB" presStyleCnt="0"/>
      <dgm:spPr/>
    </dgm:pt>
    <dgm:pt modelId="{69D89AD2-5C3E-4B6C-8473-BDD2221804A6}" type="pres">
      <dgm:prSet presAssocID="{DFD339C7-7E66-4A6A-B1B8-0169B0432788}" presName="textB" presStyleLbl="revTx" presStyleIdx="7" presStyleCnt="8">
        <dgm:presLayoutVars>
          <dgm:bulletEnabled val="1"/>
        </dgm:presLayoutVars>
      </dgm:prSet>
      <dgm:spPr/>
    </dgm:pt>
    <dgm:pt modelId="{7338594F-BEF5-4817-80AA-AB8C73BB49C3}" type="pres">
      <dgm:prSet presAssocID="{DFD339C7-7E66-4A6A-B1B8-0169B0432788}" presName="circleB" presStyleLbl="node1" presStyleIdx="7" presStyleCnt="8"/>
      <dgm:spPr/>
    </dgm:pt>
    <dgm:pt modelId="{B6AA2075-6818-452F-B89D-1BF580BE3F43}" type="pres">
      <dgm:prSet presAssocID="{DFD339C7-7E66-4A6A-B1B8-0169B0432788}" presName="spaceB" presStyleCnt="0"/>
      <dgm:spPr/>
    </dgm:pt>
  </dgm:ptLst>
  <dgm:cxnLst>
    <dgm:cxn modelId="{341D5C09-4575-439F-A85B-64CA7FDB32E8}" srcId="{059FC0A2-02CF-42FE-A504-C23952981A95}" destId="{94DA22BF-D0F0-4A7C-B7CE-206A5371684D}" srcOrd="3" destOrd="0" parTransId="{88D6E838-6816-47B0-B471-13A064F868A2}" sibTransId="{6052B351-9E5D-43E0-8008-30F92DD79E8B}"/>
    <dgm:cxn modelId="{2F88A20B-3CCD-4B81-ADFA-FAB9CD88D5E4}" type="presOf" srcId="{74D0472B-7E5A-4F87-AE92-786FB6D95D3E}" destId="{82D0B568-3B03-4952-A88F-7CF442A1B177}" srcOrd="0" destOrd="0" presId="urn:microsoft.com/office/officeart/2005/8/layout/hProcess11"/>
    <dgm:cxn modelId="{EDA5E31E-C85D-456C-ACEB-DFF8C8288A16}" srcId="{059FC0A2-02CF-42FE-A504-C23952981A95}" destId="{C6E5C9F2-D2CC-49B7-8B0D-4E1C0FDF2581}" srcOrd="6" destOrd="0" parTransId="{8438B4B6-97B2-4572-A322-641D32B56CAD}" sibTransId="{19E3B6F9-44A6-4B75-8024-1B9F7D4061AD}"/>
    <dgm:cxn modelId="{6FBE8C28-5C22-431D-AB6D-012C38DA4EE0}" srcId="{059FC0A2-02CF-42FE-A504-C23952981A95}" destId="{DFD339C7-7E66-4A6A-B1B8-0169B0432788}" srcOrd="7" destOrd="0" parTransId="{4D64AE5F-7286-4A3D-9E6A-EBEF50EFDF91}" sibTransId="{BBB220A5-795B-4BB2-B360-6FD6D50991BF}"/>
    <dgm:cxn modelId="{C239E134-A8D0-464E-B74E-77E6531975A7}" type="presOf" srcId="{DFD339C7-7E66-4A6A-B1B8-0169B0432788}" destId="{69D89AD2-5C3E-4B6C-8473-BDD2221804A6}" srcOrd="0" destOrd="0" presId="urn:microsoft.com/office/officeart/2005/8/layout/hProcess11"/>
    <dgm:cxn modelId="{E2ED974F-05CF-4F00-B9AA-CA353C1F26A7}" type="presOf" srcId="{94DA22BF-D0F0-4A7C-B7CE-206A5371684D}" destId="{D9D5DB07-8776-4706-837A-215CE4306AA6}" srcOrd="0" destOrd="0" presId="urn:microsoft.com/office/officeart/2005/8/layout/hProcess11"/>
    <dgm:cxn modelId="{82406552-AAA5-4921-8EB9-3C25A99AC45F}" srcId="{059FC0A2-02CF-42FE-A504-C23952981A95}" destId="{2F719714-BA20-477B-85A3-A1C9C1FE7F2D}" srcOrd="0" destOrd="0" parTransId="{9DE0BBD4-854E-4F07-B752-C092745F56E9}" sibTransId="{5D62BBFB-7CB7-4C88-A170-588B62B5784C}"/>
    <dgm:cxn modelId="{68C49BA6-A940-4D23-8CCF-8BE6AB8FCA1C}" type="presOf" srcId="{BCEAEFF8-BEF0-47B7-983D-EC4042C05B0D}" destId="{5DE5C751-1473-4C64-8CD2-749116669C4B}" srcOrd="0" destOrd="0" presId="urn:microsoft.com/office/officeart/2005/8/layout/hProcess11"/>
    <dgm:cxn modelId="{89614AAB-48E7-4EF2-80A7-46C4927FDB12}" type="presOf" srcId="{C6E5C9F2-D2CC-49B7-8B0D-4E1C0FDF2581}" destId="{A764C1EF-A248-4B5B-B62F-C65733A4E20C}" srcOrd="0" destOrd="0" presId="urn:microsoft.com/office/officeart/2005/8/layout/hProcess11"/>
    <dgm:cxn modelId="{C6BC7DAD-B900-441A-8F1D-9944D8D22D00}" srcId="{059FC0A2-02CF-42FE-A504-C23952981A95}" destId="{80886FCE-5B62-48B0-8D75-1DD3BC1BBF3D}" srcOrd="2" destOrd="0" parTransId="{D63794BC-4ED2-4262-9361-95A67428C769}" sibTransId="{71ACB64F-0D54-4916-A611-56A28334F525}"/>
    <dgm:cxn modelId="{D402F2BD-D8C1-40C9-93F7-346B16041658}" type="presOf" srcId="{44EA13A0-EE6C-446B-96F0-55C35C987BD1}" destId="{AA2D1E01-E1BA-4EFD-9378-0B8610B346CC}" srcOrd="0" destOrd="0" presId="urn:microsoft.com/office/officeart/2005/8/layout/hProcess11"/>
    <dgm:cxn modelId="{CCE3E5C9-7FD7-4754-A024-64D3AC5504D4}" srcId="{059FC0A2-02CF-42FE-A504-C23952981A95}" destId="{BCEAEFF8-BEF0-47B7-983D-EC4042C05B0D}" srcOrd="4" destOrd="0" parTransId="{EF1101CB-DF9D-4181-A315-C850D9225DFB}" sibTransId="{B7790413-7E4E-4A09-8B35-2E7D6353EBD8}"/>
    <dgm:cxn modelId="{9201F0D1-5576-4476-A640-07607842FA1E}" type="presOf" srcId="{059FC0A2-02CF-42FE-A504-C23952981A95}" destId="{B6C9580D-3BF5-473B-B87E-03DD40DEF6CE}" srcOrd="0" destOrd="0" presId="urn:microsoft.com/office/officeart/2005/8/layout/hProcess11"/>
    <dgm:cxn modelId="{5C09B4E4-7831-44B8-A1DF-5E285E76AFF8}" srcId="{059FC0A2-02CF-42FE-A504-C23952981A95}" destId="{74D0472B-7E5A-4F87-AE92-786FB6D95D3E}" srcOrd="1" destOrd="0" parTransId="{B7E0D5D3-5FE6-4CEE-B631-6EFBD4918FEF}" sibTransId="{06FB28B4-EB7D-4CC5-BD04-62DDD27793CA}"/>
    <dgm:cxn modelId="{BE94A5EF-4E4F-4204-B7FC-98C12353CA98}" type="presOf" srcId="{2F719714-BA20-477B-85A3-A1C9C1FE7F2D}" destId="{5D397757-BE41-4FD9-93F6-4FA5A26469CE}" srcOrd="0" destOrd="0" presId="urn:microsoft.com/office/officeart/2005/8/layout/hProcess11"/>
    <dgm:cxn modelId="{EADB43F0-8BDE-4AC5-95D3-D647706EF493}" type="presOf" srcId="{80886FCE-5B62-48B0-8D75-1DD3BC1BBF3D}" destId="{A32C5639-C405-4CF1-AB83-9B114535396C}" srcOrd="0" destOrd="0" presId="urn:microsoft.com/office/officeart/2005/8/layout/hProcess11"/>
    <dgm:cxn modelId="{C8A53EF3-9479-451F-A722-4DA09D6C60CA}" srcId="{059FC0A2-02CF-42FE-A504-C23952981A95}" destId="{44EA13A0-EE6C-446B-96F0-55C35C987BD1}" srcOrd="5" destOrd="0" parTransId="{6FCF8B3B-D28D-47D4-B269-BBB17CA6EA0B}" sibTransId="{A004260F-0789-4D88-9C10-DD7D616494BD}"/>
    <dgm:cxn modelId="{2EBC46E4-AF43-4017-ACF4-7BC1BADD46FE}" type="presParOf" srcId="{B6C9580D-3BF5-473B-B87E-03DD40DEF6CE}" destId="{E07B2E46-0258-4DB8-BB16-FE2B68F44033}" srcOrd="0" destOrd="0" presId="urn:microsoft.com/office/officeart/2005/8/layout/hProcess11"/>
    <dgm:cxn modelId="{1697F5A2-1ABD-4A8B-A3CF-E7E35B274D50}" type="presParOf" srcId="{B6C9580D-3BF5-473B-B87E-03DD40DEF6CE}" destId="{C41DC26E-CD74-4572-B481-25B5A5B04C37}" srcOrd="1" destOrd="0" presId="urn:microsoft.com/office/officeart/2005/8/layout/hProcess11"/>
    <dgm:cxn modelId="{49D1B68A-075C-46C6-94D0-0574B8BEF4C5}" type="presParOf" srcId="{C41DC26E-CD74-4572-B481-25B5A5B04C37}" destId="{C2E54DEF-CC1C-4443-8911-218B3522FC16}" srcOrd="0" destOrd="0" presId="urn:microsoft.com/office/officeart/2005/8/layout/hProcess11"/>
    <dgm:cxn modelId="{6EF1F58A-634C-47C3-ABE1-FC5EBFE2F63D}" type="presParOf" srcId="{C2E54DEF-CC1C-4443-8911-218B3522FC16}" destId="{5D397757-BE41-4FD9-93F6-4FA5A26469CE}" srcOrd="0" destOrd="0" presId="urn:microsoft.com/office/officeart/2005/8/layout/hProcess11"/>
    <dgm:cxn modelId="{B09C7D9C-56FE-4C5C-AB2B-1754E6290ED8}" type="presParOf" srcId="{C2E54DEF-CC1C-4443-8911-218B3522FC16}" destId="{7822B88A-2720-4392-B1FB-E6C98A7DD991}" srcOrd="1" destOrd="0" presId="urn:microsoft.com/office/officeart/2005/8/layout/hProcess11"/>
    <dgm:cxn modelId="{BAEF33EE-87FC-46CE-B544-D6F73F7BED88}" type="presParOf" srcId="{C2E54DEF-CC1C-4443-8911-218B3522FC16}" destId="{365E92D4-4EB5-45E9-824D-08636ECB89AF}" srcOrd="2" destOrd="0" presId="urn:microsoft.com/office/officeart/2005/8/layout/hProcess11"/>
    <dgm:cxn modelId="{3A8449D7-9B9E-4AA9-B68B-5C8075F9E789}" type="presParOf" srcId="{C41DC26E-CD74-4572-B481-25B5A5B04C37}" destId="{A5FAA51C-A39C-47F9-84AC-B0933DC061E0}" srcOrd="1" destOrd="0" presId="urn:microsoft.com/office/officeart/2005/8/layout/hProcess11"/>
    <dgm:cxn modelId="{2793B900-FE11-4200-9E39-B2F79EC6F865}" type="presParOf" srcId="{C41DC26E-CD74-4572-B481-25B5A5B04C37}" destId="{48F94C1F-C803-452B-9CA9-2FB0B6FE9EBE}" srcOrd="2" destOrd="0" presId="urn:microsoft.com/office/officeart/2005/8/layout/hProcess11"/>
    <dgm:cxn modelId="{D0802B17-E3E1-4D5A-84A0-3854C90F7E94}" type="presParOf" srcId="{48F94C1F-C803-452B-9CA9-2FB0B6FE9EBE}" destId="{82D0B568-3B03-4952-A88F-7CF442A1B177}" srcOrd="0" destOrd="0" presId="urn:microsoft.com/office/officeart/2005/8/layout/hProcess11"/>
    <dgm:cxn modelId="{FFF247E1-D03D-407D-A1C9-0468EAED00DF}" type="presParOf" srcId="{48F94C1F-C803-452B-9CA9-2FB0B6FE9EBE}" destId="{684CAC9E-18D6-4F95-B5B6-BE9EEA64D7DF}" srcOrd="1" destOrd="0" presId="urn:microsoft.com/office/officeart/2005/8/layout/hProcess11"/>
    <dgm:cxn modelId="{90A3AD01-E1F7-4109-BF75-B1AE019405E9}" type="presParOf" srcId="{48F94C1F-C803-452B-9CA9-2FB0B6FE9EBE}" destId="{E98C2623-FE0A-4462-9D51-892D0E0B93A6}" srcOrd="2" destOrd="0" presId="urn:microsoft.com/office/officeart/2005/8/layout/hProcess11"/>
    <dgm:cxn modelId="{1EB1E072-8661-4739-ABDD-77DBF0E52D4C}" type="presParOf" srcId="{C41DC26E-CD74-4572-B481-25B5A5B04C37}" destId="{0F886AA3-26BA-4E05-99CF-D9BB17E3096B}" srcOrd="3" destOrd="0" presId="urn:microsoft.com/office/officeart/2005/8/layout/hProcess11"/>
    <dgm:cxn modelId="{2C6DBDE0-DA7D-4F33-AA60-2921E1074236}" type="presParOf" srcId="{C41DC26E-CD74-4572-B481-25B5A5B04C37}" destId="{BB2873BC-921A-4A0A-BD87-2FC67D2E969A}" srcOrd="4" destOrd="0" presId="urn:microsoft.com/office/officeart/2005/8/layout/hProcess11"/>
    <dgm:cxn modelId="{02084204-B102-4BC8-9051-7E9A1E05F629}" type="presParOf" srcId="{BB2873BC-921A-4A0A-BD87-2FC67D2E969A}" destId="{A32C5639-C405-4CF1-AB83-9B114535396C}" srcOrd="0" destOrd="0" presId="urn:microsoft.com/office/officeart/2005/8/layout/hProcess11"/>
    <dgm:cxn modelId="{1F77C77E-1CF6-42DB-A86D-C116D056EE0D}" type="presParOf" srcId="{BB2873BC-921A-4A0A-BD87-2FC67D2E969A}" destId="{8DBB38AB-8F31-456A-B6CF-7B4F7F5F744E}" srcOrd="1" destOrd="0" presId="urn:microsoft.com/office/officeart/2005/8/layout/hProcess11"/>
    <dgm:cxn modelId="{89B4B123-DB31-4779-919E-3E6225DCF82F}" type="presParOf" srcId="{BB2873BC-921A-4A0A-BD87-2FC67D2E969A}" destId="{7ABAA8D9-02E9-45C7-848F-FDA3A319FAFB}" srcOrd="2" destOrd="0" presId="urn:microsoft.com/office/officeart/2005/8/layout/hProcess11"/>
    <dgm:cxn modelId="{42AC4BB3-9D87-4C2A-8094-363D3DA87D34}" type="presParOf" srcId="{C41DC26E-CD74-4572-B481-25B5A5B04C37}" destId="{23E73D60-0028-4588-B868-01D1C6E98541}" srcOrd="5" destOrd="0" presId="urn:microsoft.com/office/officeart/2005/8/layout/hProcess11"/>
    <dgm:cxn modelId="{62D14E35-BE5B-4DFF-9A26-FE175678A108}" type="presParOf" srcId="{C41DC26E-CD74-4572-B481-25B5A5B04C37}" destId="{350C93B5-36D4-4E8B-8F4D-72E87491D5CA}" srcOrd="6" destOrd="0" presId="urn:microsoft.com/office/officeart/2005/8/layout/hProcess11"/>
    <dgm:cxn modelId="{15339B83-25E4-43A9-B42A-838B3DCA931F}" type="presParOf" srcId="{350C93B5-36D4-4E8B-8F4D-72E87491D5CA}" destId="{D9D5DB07-8776-4706-837A-215CE4306AA6}" srcOrd="0" destOrd="0" presId="urn:microsoft.com/office/officeart/2005/8/layout/hProcess11"/>
    <dgm:cxn modelId="{CB93A9EE-B584-43B7-88D8-5FBE1056408C}" type="presParOf" srcId="{350C93B5-36D4-4E8B-8F4D-72E87491D5CA}" destId="{E5A84FFF-C7AD-4A66-96C3-5B9F08BD4132}" srcOrd="1" destOrd="0" presId="urn:microsoft.com/office/officeart/2005/8/layout/hProcess11"/>
    <dgm:cxn modelId="{4C13CD1F-C702-4ACC-8631-F3B2FC2DE1B5}" type="presParOf" srcId="{350C93B5-36D4-4E8B-8F4D-72E87491D5CA}" destId="{C82F115B-6FF6-4D82-8F86-E27CD23240C0}" srcOrd="2" destOrd="0" presId="urn:microsoft.com/office/officeart/2005/8/layout/hProcess11"/>
    <dgm:cxn modelId="{27AE5E1B-3778-4A6E-98D5-0F6F896565CA}" type="presParOf" srcId="{C41DC26E-CD74-4572-B481-25B5A5B04C37}" destId="{423F7AB1-6C87-47AB-8004-E220E34D0545}" srcOrd="7" destOrd="0" presId="urn:microsoft.com/office/officeart/2005/8/layout/hProcess11"/>
    <dgm:cxn modelId="{27A1F6E5-B04A-4246-A055-B076BBACCEA2}" type="presParOf" srcId="{C41DC26E-CD74-4572-B481-25B5A5B04C37}" destId="{48468D03-2489-4763-98EC-49E507DDCEF0}" srcOrd="8" destOrd="0" presId="urn:microsoft.com/office/officeart/2005/8/layout/hProcess11"/>
    <dgm:cxn modelId="{9660E3CF-934D-4BD7-80F5-F6437B73A83F}" type="presParOf" srcId="{48468D03-2489-4763-98EC-49E507DDCEF0}" destId="{5DE5C751-1473-4C64-8CD2-749116669C4B}" srcOrd="0" destOrd="0" presId="urn:microsoft.com/office/officeart/2005/8/layout/hProcess11"/>
    <dgm:cxn modelId="{A56CB691-8EA3-47E4-96B0-6354FC56771D}" type="presParOf" srcId="{48468D03-2489-4763-98EC-49E507DDCEF0}" destId="{EAC547ED-B841-430F-A7AE-60BF32F8356F}" srcOrd="1" destOrd="0" presId="urn:microsoft.com/office/officeart/2005/8/layout/hProcess11"/>
    <dgm:cxn modelId="{4EBA9B65-2E37-4A82-9FC0-EEDD9B64754B}" type="presParOf" srcId="{48468D03-2489-4763-98EC-49E507DDCEF0}" destId="{1A060ED8-A5FB-4349-9C67-B506A307A651}" srcOrd="2" destOrd="0" presId="urn:microsoft.com/office/officeart/2005/8/layout/hProcess11"/>
    <dgm:cxn modelId="{B086C3AC-D21B-4D0F-86E3-5C1064DBD6AA}" type="presParOf" srcId="{C41DC26E-CD74-4572-B481-25B5A5B04C37}" destId="{8B19D364-8DEA-4D96-A698-7F5775F2C08E}" srcOrd="9" destOrd="0" presId="urn:microsoft.com/office/officeart/2005/8/layout/hProcess11"/>
    <dgm:cxn modelId="{F917F4D2-666D-40CF-A610-1BE1E33D76A2}" type="presParOf" srcId="{C41DC26E-CD74-4572-B481-25B5A5B04C37}" destId="{24A3C42D-A635-406F-A4F6-0DC260822086}" srcOrd="10" destOrd="0" presId="urn:microsoft.com/office/officeart/2005/8/layout/hProcess11"/>
    <dgm:cxn modelId="{005E6073-429D-45AB-8C61-81EBFD08EBD9}" type="presParOf" srcId="{24A3C42D-A635-406F-A4F6-0DC260822086}" destId="{AA2D1E01-E1BA-4EFD-9378-0B8610B346CC}" srcOrd="0" destOrd="0" presId="urn:microsoft.com/office/officeart/2005/8/layout/hProcess11"/>
    <dgm:cxn modelId="{AAE38E8E-E86C-4583-9D7D-EAA059A80C2A}" type="presParOf" srcId="{24A3C42D-A635-406F-A4F6-0DC260822086}" destId="{0D5BA1DE-DF14-4BF5-9AE0-1DBE23E2DF1B}" srcOrd="1" destOrd="0" presId="urn:microsoft.com/office/officeart/2005/8/layout/hProcess11"/>
    <dgm:cxn modelId="{92F80DCB-246B-4AF7-8168-089A35B1AB0C}" type="presParOf" srcId="{24A3C42D-A635-406F-A4F6-0DC260822086}" destId="{276B510E-D28D-4EAB-8BE8-9AC840E46BB6}" srcOrd="2" destOrd="0" presId="urn:microsoft.com/office/officeart/2005/8/layout/hProcess11"/>
    <dgm:cxn modelId="{59A28624-531B-4A5D-8737-01C91FFC6C56}" type="presParOf" srcId="{C41DC26E-CD74-4572-B481-25B5A5B04C37}" destId="{9C7975A9-F527-415F-9753-BA5EB90D1D9F}" srcOrd="11" destOrd="0" presId="urn:microsoft.com/office/officeart/2005/8/layout/hProcess11"/>
    <dgm:cxn modelId="{F0552AE1-AC13-4A5E-95E7-A6158B2646A8}" type="presParOf" srcId="{C41DC26E-CD74-4572-B481-25B5A5B04C37}" destId="{727D49D9-CAE5-4F66-A6CE-C20BA1016C03}" srcOrd="12" destOrd="0" presId="urn:microsoft.com/office/officeart/2005/8/layout/hProcess11"/>
    <dgm:cxn modelId="{DD8475B7-07D6-4A9B-BB03-A35DA851A6F5}" type="presParOf" srcId="{727D49D9-CAE5-4F66-A6CE-C20BA1016C03}" destId="{A764C1EF-A248-4B5B-B62F-C65733A4E20C}" srcOrd="0" destOrd="0" presId="urn:microsoft.com/office/officeart/2005/8/layout/hProcess11"/>
    <dgm:cxn modelId="{1A2AFF7C-30C0-4BF8-ACBB-77C2B38447B8}" type="presParOf" srcId="{727D49D9-CAE5-4F66-A6CE-C20BA1016C03}" destId="{C43DA7BD-77B2-4A7C-B52C-826A374E41EE}" srcOrd="1" destOrd="0" presId="urn:microsoft.com/office/officeart/2005/8/layout/hProcess11"/>
    <dgm:cxn modelId="{0E0BCBD9-0F97-4801-8F9E-04A3DA3D234C}" type="presParOf" srcId="{727D49D9-CAE5-4F66-A6CE-C20BA1016C03}" destId="{C7B511D0-34DB-455A-8ED6-9B459F959B55}" srcOrd="2" destOrd="0" presId="urn:microsoft.com/office/officeart/2005/8/layout/hProcess11"/>
    <dgm:cxn modelId="{2CD134A8-6A5F-4E2B-8C37-16B195A5B451}" type="presParOf" srcId="{C41DC26E-CD74-4572-B481-25B5A5B04C37}" destId="{48850CD4-4E3F-4367-B167-47DF062A2BEE}" srcOrd="13" destOrd="0" presId="urn:microsoft.com/office/officeart/2005/8/layout/hProcess11"/>
    <dgm:cxn modelId="{4D64D0FC-63CF-415A-979E-9819A0986636}" type="presParOf" srcId="{C41DC26E-CD74-4572-B481-25B5A5B04C37}" destId="{D9FC418B-3E71-4C47-B6B1-B260B916F44D}" srcOrd="14" destOrd="0" presId="urn:microsoft.com/office/officeart/2005/8/layout/hProcess11"/>
    <dgm:cxn modelId="{82160077-4A9F-4C65-8DA3-C86B11E2123F}" type="presParOf" srcId="{D9FC418B-3E71-4C47-B6B1-B260B916F44D}" destId="{69D89AD2-5C3E-4B6C-8473-BDD2221804A6}" srcOrd="0" destOrd="0" presId="urn:microsoft.com/office/officeart/2005/8/layout/hProcess11"/>
    <dgm:cxn modelId="{EAD7BDB0-F87D-4DBE-B814-FB8CFFD6D9B9}" type="presParOf" srcId="{D9FC418B-3E71-4C47-B6B1-B260B916F44D}" destId="{7338594F-BEF5-4817-80AA-AB8C73BB49C3}" srcOrd="1" destOrd="0" presId="urn:microsoft.com/office/officeart/2005/8/layout/hProcess11"/>
    <dgm:cxn modelId="{2D8C45B9-CF57-46CD-BB08-761CBA63E458}" type="presParOf" srcId="{D9FC418B-3E71-4C47-B6B1-B260B916F44D}" destId="{B6AA2075-6818-452F-B89D-1BF580BE3F43}"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DD7CE98-7D4D-459B-9CF2-6355F3016B48}" type="doc">
      <dgm:prSet loTypeId="urn:microsoft.com/office/officeart/2005/8/layout/hierarchy2" loCatId="hierarchy" qsTypeId="urn:microsoft.com/office/officeart/2005/8/quickstyle/simple3" qsCatId="simple" csTypeId="urn:microsoft.com/office/officeart/2005/8/colors/colorful4" csCatId="colorful" phldr="1"/>
      <dgm:spPr/>
      <dgm:t>
        <a:bodyPr/>
        <a:lstStyle/>
        <a:p>
          <a:endParaRPr lang="en-IN"/>
        </a:p>
      </dgm:t>
    </dgm:pt>
    <dgm:pt modelId="{0CFD010F-5F0D-4A96-B17F-62149F254883}">
      <dgm:prSet/>
      <dgm:spPr/>
      <dgm:t>
        <a:bodyPr/>
        <a:lstStyle/>
        <a:p>
          <a:r>
            <a:rPr lang="en-GB" b="1" i="0" baseline="0"/>
            <a:t>Op-amp Configurations</a:t>
          </a:r>
          <a:endParaRPr lang="en-IN" b="1"/>
        </a:p>
      </dgm:t>
    </dgm:pt>
    <dgm:pt modelId="{9DD526AB-A318-4A02-B9B1-717414D4D5FA}" type="parTrans" cxnId="{AD39FE81-9145-4BCF-B038-E33D045D1F64}">
      <dgm:prSet/>
      <dgm:spPr/>
      <dgm:t>
        <a:bodyPr/>
        <a:lstStyle/>
        <a:p>
          <a:endParaRPr lang="en-IN"/>
        </a:p>
      </dgm:t>
    </dgm:pt>
    <dgm:pt modelId="{0F0A883E-045C-42C9-A6F0-FBFB1B1D5641}" type="sibTrans" cxnId="{AD39FE81-9145-4BCF-B038-E33D045D1F64}">
      <dgm:prSet/>
      <dgm:spPr/>
      <dgm:t>
        <a:bodyPr/>
        <a:lstStyle/>
        <a:p>
          <a:endParaRPr lang="en-IN"/>
        </a:p>
      </dgm:t>
    </dgm:pt>
    <dgm:pt modelId="{4D425663-5126-4A94-9425-E00CF228B483}">
      <dgm:prSet/>
      <dgm:spPr/>
      <dgm:t>
        <a:bodyPr/>
        <a:lstStyle/>
        <a:p>
          <a:r>
            <a:rPr lang="en-GB" b="1" i="0" baseline="0" dirty="0"/>
            <a:t>Open loop (no feedback)</a:t>
          </a:r>
          <a:endParaRPr lang="en-IN" b="1" dirty="0"/>
        </a:p>
      </dgm:t>
    </dgm:pt>
    <dgm:pt modelId="{5237B952-33F4-4E8E-871B-3EE44620D42F}" type="parTrans" cxnId="{CFDF2AF2-432C-41F3-AC59-BF208E30437D}">
      <dgm:prSet/>
      <dgm:spPr/>
      <dgm:t>
        <a:bodyPr/>
        <a:lstStyle/>
        <a:p>
          <a:endParaRPr lang="en-IN"/>
        </a:p>
      </dgm:t>
    </dgm:pt>
    <dgm:pt modelId="{50322A63-3A76-4686-8C2F-B64BB31F71B6}" type="sibTrans" cxnId="{CFDF2AF2-432C-41F3-AC59-BF208E30437D}">
      <dgm:prSet/>
      <dgm:spPr/>
      <dgm:t>
        <a:bodyPr/>
        <a:lstStyle/>
        <a:p>
          <a:endParaRPr lang="en-IN"/>
        </a:p>
      </dgm:t>
    </dgm:pt>
    <dgm:pt modelId="{111BFDBF-F603-44FA-9962-F3685969574E}">
      <dgm:prSet/>
      <dgm:spPr/>
      <dgm:t>
        <a:bodyPr/>
        <a:lstStyle/>
        <a:p>
          <a:r>
            <a:rPr lang="en-GB" b="1" i="0" baseline="0" dirty="0"/>
            <a:t>Closed loop (with feedback):</a:t>
          </a:r>
          <a:endParaRPr lang="en-IN" b="1" dirty="0"/>
        </a:p>
      </dgm:t>
    </dgm:pt>
    <dgm:pt modelId="{0135EE31-3DB6-44DB-A535-883409419A66}" type="parTrans" cxnId="{70D003D6-D75A-4A1C-93F5-8A0629143902}">
      <dgm:prSet/>
      <dgm:spPr/>
      <dgm:t>
        <a:bodyPr/>
        <a:lstStyle/>
        <a:p>
          <a:endParaRPr lang="en-IN"/>
        </a:p>
      </dgm:t>
    </dgm:pt>
    <dgm:pt modelId="{0A20FF51-3FF7-4BC9-AC57-458E2DA4A561}" type="sibTrans" cxnId="{70D003D6-D75A-4A1C-93F5-8A0629143902}">
      <dgm:prSet/>
      <dgm:spPr/>
      <dgm:t>
        <a:bodyPr/>
        <a:lstStyle/>
        <a:p>
          <a:endParaRPr lang="en-IN"/>
        </a:p>
      </dgm:t>
    </dgm:pt>
    <dgm:pt modelId="{A1FEDC6F-3A7A-4268-882E-DDE1C7501A90}">
      <dgm:prSet/>
      <dgm:spPr/>
      <dgm:t>
        <a:bodyPr/>
        <a:lstStyle/>
        <a:p>
          <a:r>
            <a:rPr lang="en-GB" b="1" i="0" baseline="0" dirty="0"/>
            <a:t>Single ended input</a:t>
          </a:r>
          <a:endParaRPr lang="en-IN" b="1" dirty="0"/>
        </a:p>
      </dgm:t>
    </dgm:pt>
    <dgm:pt modelId="{19B996EE-D3E9-445D-B1D0-3EFB847C938A}" type="parTrans" cxnId="{64D55DDE-F037-42C6-96F2-1E19EB9BF567}">
      <dgm:prSet/>
      <dgm:spPr/>
      <dgm:t>
        <a:bodyPr/>
        <a:lstStyle/>
        <a:p>
          <a:endParaRPr lang="en-IN"/>
        </a:p>
      </dgm:t>
    </dgm:pt>
    <dgm:pt modelId="{CDA857DE-1439-4EA6-95B2-68389EB955D1}" type="sibTrans" cxnId="{64D55DDE-F037-42C6-96F2-1E19EB9BF567}">
      <dgm:prSet/>
      <dgm:spPr/>
      <dgm:t>
        <a:bodyPr/>
        <a:lstStyle/>
        <a:p>
          <a:endParaRPr lang="en-IN"/>
        </a:p>
      </dgm:t>
    </dgm:pt>
    <dgm:pt modelId="{A54F53B3-B324-4A96-8F67-A61F64B53B3F}">
      <dgm:prSet/>
      <dgm:spPr/>
      <dgm:t>
        <a:bodyPr/>
        <a:lstStyle/>
        <a:p>
          <a:pPr>
            <a:buFont typeface="+mj-lt"/>
            <a:buAutoNum type="alphaLcPeriod"/>
          </a:pPr>
          <a:r>
            <a:rPr lang="en-GB" b="1" dirty="0"/>
            <a:t>Double ended (Differential) input</a:t>
          </a:r>
          <a:endParaRPr lang="en-IN" b="1" dirty="0"/>
        </a:p>
      </dgm:t>
    </dgm:pt>
    <dgm:pt modelId="{FFE8E72C-5AE1-4EC6-AC20-563C04331FF8}" type="parTrans" cxnId="{808DD481-BEE6-46BC-B330-1CA98B26D198}">
      <dgm:prSet/>
      <dgm:spPr/>
      <dgm:t>
        <a:bodyPr/>
        <a:lstStyle/>
        <a:p>
          <a:endParaRPr lang="en-IN"/>
        </a:p>
      </dgm:t>
    </dgm:pt>
    <dgm:pt modelId="{1433043A-F8D5-46E5-9538-D7977FFEC7FD}" type="sibTrans" cxnId="{808DD481-BEE6-46BC-B330-1CA98B26D198}">
      <dgm:prSet/>
      <dgm:spPr/>
      <dgm:t>
        <a:bodyPr/>
        <a:lstStyle/>
        <a:p>
          <a:endParaRPr lang="en-IN"/>
        </a:p>
      </dgm:t>
    </dgm:pt>
    <dgm:pt modelId="{682B89A1-C8D6-471F-B4B4-7E232FF93CCF}">
      <dgm:prSet/>
      <dgm:spPr/>
      <dgm:t>
        <a:bodyPr/>
        <a:lstStyle/>
        <a:p>
          <a:pPr>
            <a:buFont typeface="+mj-lt"/>
            <a:buAutoNum type="alphaLcPeriod"/>
          </a:pPr>
          <a:r>
            <a:rPr lang="en-GB" b="1" dirty="0"/>
            <a:t>Common mode operation</a:t>
          </a:r>
          <a:endParaRPr lang="en-IN" b="1" dirty="0"/>
        </a:p>
      </dgm:t>
    </dgm:pt>
    <dgm:pt modelId="{9BB9C9D5-77E0-4122-AA3C-A2A371E0562A}" type="parTrans" cxnId="{CEA79112-F87F-40D9-9088-FEC0828E6578}">
      <dgm:prSet/>
      <dgm:spPr/>
      <dgm:t>
        <a:bodyPr/>
        <a:lstStyle/>
        <a:p>
          <a:endParaRPr lang="en-IN"/>
        </a:p>
      </dgm:t>
    </dgm:pt>
    <dgm:pt modelId="{8A7FF116-0B0F-40D9-8D50-0CCBD178513C}" type="sibTrans" cxnId="{CEA79112-F87F-40D9-9088-FEC0828E6578}">
      <dgm:prSet/>
      <dgm:spPr/>
      <dgm:t>
        <a:bodyPr/>
        <a:lstStyle/>
        <a:p>
          <a:endParaRPr lang="en-IN"/>
        </a:p>
      </dgm:t>
    </dgm:pt>
    <dgm:pt modelId="{22802132-688A-4521-9BF8-D40CBCFC6931}">
      <dgm:prSet/>
      <dgm:spPr/>
      <dgm:t>
        <a:bodyPr/>
        <a:lstStyle/>
        <a:p>
          <a:r>
            <a:rPr lang="en-US" b="1" dirty="0"/>
            <a:t>Inverting </a:t>
          </a:r>
          <a:endParaRPr lang="en-IN" b="1" dirty="0"/>
        </a:p>
      </dgm:t>
    </dgm:pt>
    <dgm:pt modelId="{F0E299C8-3DE1-4477-91C7-DBDD110CE6D5}" type="parTrans" cxnId="{44DB166E-3B42-43FA-A95C-936880C249AB}">
      <dgm:prSet/>
      <dgm:spPr/>
      <dgm:t>
        <a:bodyPr/>
        <a:lstStyle/>
        <a:p>
          <a:endParaRPr lang="en-IN"/>
        </a:p>
      </dgm:t>
    </dgm:pt>
    <dgm:pt modelId="{DFE352AF-E516-4937-9C0E-89DD16819C5A}" type="sibTrans" cxnId="{44DB166E-3B42-43FA-A95C-936880C249AB}">
      <dgm:prSet/>
      <dgm:spPr/>
      <dgm:t>
        <a:bodyPr/>
        <a:lstStyle/>
        <a:p>
          <a:endParaRPr lang="en-IN"/>
        </a:p>
      </dgm:t>
    </dgm:pt>
    <dgm:pt modelId="{DC8E08E3-3874-417D-AD7E-880B922E9454}">
      <dgm:prSet/>
      <dgm:spPr/>
      <dgm:t>
        <a:bodyPr/>
        <a:lstStyle/>
        <a:p>
          <a:r>
            <a:rPr lang="en-US" b="1" dirty="0"/>
            <a:t>Non inverting</a:t>
          </a:r>
          <a:endParaRPr lang="en-IN" b="1" dirty="0"/>
        </a:p>
      </dgm:t>
    </dgm:pt>
    <dgm:pt modelId="{C0FE42C6-3630-49B7-87E5-78FB85C84163}" type="parTrans" cxnId="{5F472BEA-A066-4A96-A79B-14A43B505967}">
      <dgm:prSet/>
      <dgm:spPr/>
      <dgm:t>
        <a:bodyPr/>
        <a:lstStyle/>
        <a:p>
          <a:endParaRPr lang="en-IN"/>
        </a:p>
      </dgm:t>
    </dgm:pt>
    <dgm:pt modelId="{2DC736CD-6637-4422-BDC8-23ACE540313E}" type="sibTrans" cxnId="{5F472BEA-A066-4A96-A79B-14A43B505967}">
      <dgm:prSet/>
      <dgm:spPr/>
      <dgm:t>
        <a:bodyPr/>
        <a:lstStyle/>
        <a:p>
          <a:endParaRPr lang="en-IN"/>
        </a:p>
      </dgm:t>
    </dgm:pt>
    <dgm:pt modelId="{B58E4D0C-5254-41A2-A528-B33EF0F020C0}" type="pres">
      <dgm:prSet presAssocID="{EDD7CE98-7D4D-459B-9CF2-6355F3016B48}" presName="diagram" presStyleCnt="0">
        <dgm:presLayoutVars>
          <dgm:chPref val="1"/>
          <dgm:dir/>
          <dgm:animOne val="branch"/>
          <dgm:animLvl val="lvl"/>
          <dgm:resizeHandles val="exact"/>
        </dgm:presLayoutVars>
      </dgm:prSet>
      <dgm:spPr/>
    </dgm:pt>
    <dgm:pt modelId="{E767CEDE-D7F3-4E52-A5DB-81829B157F56}" type="pres">
      <dgm:prSet presAssocID="{0CFD010F-5F0D-4A96-B17F-62149F254883}" presName="root1" presStyleCnt="0"/>
      <dgm:spPr/>
    </dgm:pt>
    <dgm:pt modelId="{CDE1AB36-69E1-467F-8F3B-BD8CE5EF35C4}" type="pres">
      <dgm:prSet presAssocID="{0CFD010F-5F0D-4A96-B17F-62149F254883}" presName="LevelOneTextNode" presStyleLbl="node0" presStyleIdx="0" presStyleCnt="1">
        <dgm:presLayoutVars>
          <dgm:chPref val="3"/>
        </dgm:presLayoutVars>
      </dgm:prSet>
      <dgm:spPr/>
    </dgm:pt>
    <dgm:pt modelId="{E95E703B-60A7-452D-AA0F-EAEB6056BD0B}" type="pres">
      <dgm:prSet presAssocID="{0CFD010F-5F0D-4A96-B17F-62149F254883}" presName="level2hierChild" presStyleCnt="0"/>
      <dgm:spPr/>
    </dgm:pt>
    <dgm:pt modelId="{C9A3CD74-ADC2-440A-BA83-F27336751609}" type="pres">
      <dgm:prSet presAssocID="{5237B952-33F4-4E8E-871B-3EE44620D42F}" presName="conn2-1" presStyleLbl="parChTrans1D2" presStyleIdx="0" presStyleCnt="2"/>
      <dgm:spPr/>
    </dgm:pt>
    <dgm:pt modelId="{8ADD1C46-E3EE-4774-B296-1A0C7562FC16}" type="pres">
      <dgm:prSet presAssocID="{5237B952-33F4-4E8E-871B-3EE44620D42F}" presName="connTx" presStyleLbl="parChTrans1D2" presStyleIdx="0" presStyleCnt="2"/>
      <dgm:spPr/>
    </dgm:pt>
    <dgm:pt modelId="{5E02B98A-91A7-4A36-8F5E-493FACA9065E}" type="pres">
      <dgm:prSet presAssocID="{4D425663-5126-4A94-9425-E00CF228B483}" presName="root2" presStyleCnt="0"/>
      <dgm:spPr/>
    </dgm:pt>
    <dgm:pt modelId="{F58C2ADF-D4C8-49AB-8581-1F685584E5E0}" type="pres">
      <dgm:prSet presAssocID="{4D425663-5126-4A94-9425-E00CF228B483}" presName="LevelTwoTextNode" presStyleLbl="node2" presStyleIdx="0" presStyleCnt="2">
        <dgm:presLayoutVars>
          <dgm:chPref val="3"/>
        </dgm:presLayoutVars>
      </dgm:prSet>
      <dgm:spPr/>
    </dgm:pt>
    <dgm:pt modelId="{7639DB47-87D6-4C93-8D98-09DB9ED0F474}" type="pres">
      <dgm:prSet presAssocID="{4D425663-5126-4A94-9425-E00CF228B483}" presName="level3hierChild" presStyleCnt="0"/>
      <dgm:spPr/>
    </dgm:pt>
    <dgm:pt modelId="{64CA4B56-30C5-4723-8E63-C482E07DEACD}" type="pres">
      <dgm:prSet presAssocID="{19B996EE-D3E9-445D-B1D0-3EFB847C938A}" presName="conn2-1" presStyleLbl="parChTrans1D3" presStyleIdx="0" presStyleCnt="5"/>
      <dgm:spPr/>
    </dgm:pt>
    <dgm:pt modelId="{7C576978-9A71-4B20-8283-1BF1ED40C0EC}" type="pres">
      <dgm:prSet presAssocID="{19B996EE-D3E9-445D-B1D0-3EFB847C938A}" presName="connTx" presStyleLbl="parChTrans1D3" presStyleIdx="0" presStyleCnt="5"/>
      <dgm:spPr/>
    </dgm:pt>
    <dgm:pt modelId="{CCE1D628-9FE3-48F2-98FF-CDC7F0AC298B}" type="pres">
      <dgm:prSet presAssocID="{A1FEDC6F-3A7A-4268-882E-DDE1C7501A90}" presName="root2" presStyleCnt="0"/>
      <dgm:spPr/>
    </dgm:pt>
    <dgm:pt modelId="{E51AF576-79E5-4B8A-8222-13CFEA112ABA}" type="pres">
      <dgm:prSet presAssocID="{A1FEDC6F-3A7A-4268-882E-DDE1C7501A90}" presName="LevelTwoTextNode" presStyleLbl="node3" presStyleIdx="0" presStyleCnt="5">
        <dgm:presLayoutVars>
          <dgm:chPref val="3"/>
        </dgm:presLayoutVars>
      </dgm:prSet>
      <dgm:spPr/>
    </dgm:pt>
    <dgm:pt modelId="{DE5A0B36-02B6-4C78-87B9-CF02FC4FB26E}" type="pres">
      <dgm:prSet presAssocID="{A1FEDC6F-3A7A-4268-882E-DDE1C7501A90}" presName="level3hierChild" presStyleCnt="0"/>
      <dgm:spPr/>
    </dgm:pt>
    <dgm:pt modelId="{C7685E4E-6196-4371-A2E3-089C8773EFE9}" type="pres">
      <dgm:prSet presAssocID="{FFE8E72C-5AE1-4EC6-AC20-563C04331FF8}" presName="conn2-1" presStyleLbl="parChTrans1D3" presStyleIdx="1" presStyleCnt="5"/>
      <dgm:spPr/>
    </dgm:pt>
    <dgm:pt modelId="{7FC10BF0-1B71-4F24-AA70-8FDE6026085A}" type="pres">
      <dgm:prSet presAssocID="{FFE8E72C-5AE1-4EC6-AC20-563C04331FF8}" presName="connTx" presStyleLbl="parChTrans1D3" presStyleIdx="1" presStyleCnt="5"/>
      <dgm:spPr/>
    </dgm:pt>
    <dgm:pt modelId="{95E79175-3BDF-4733-AFBA-186AABFDDA2F}" type="pres">
      <dgm:prSet presAssocID="{A54F53B3-B324-4A96-8F67-A61F64B53B3F}" presName="root2" presStyleCnt="0"/>
      <dgm:spPr/>
    </dgm:pt>
    <dgm:pt modelId="{C19648EA-E12E-4DFE-8545-138A05DE68AB}" type="pres">
      <dgm:prSet presAssocID="{A54F53B3-B324-4A96-8F67-A61F64B53B3F}" presName="LevelTwoTextNode" presStyleLbl="node3" presStyleIdx="1" presStyleCnt="5">
        <dgm:presLayoutVars>
          <dgm:chPref val="3"/>
        </dgm:presLayoutVars>
      </dgm:prSet>
      <dgm:spPr/>
    </dgm:pt>
    <dgm:pt modelId="{26157A16-2FD9-4A7B-960B-A0A2DE7B3F4F}" type="pres">
      <dgm:prSet presAssocID="{A54F53B3-B324-4A96-8F67-A61F64B53B3F}" presName="level3hierChild" presStyleCnt="0"/>
      <dgm:spPr/>
    </dgm:pt>
    <dgm:pt modelId="{F0691D68-3C3E-4F73-B8C4-963C718FD851}" type="pres">
      <dgm:prSet presAssocID="{9BB9C9D5-77E0-4122-AA3C-A2A371E0562A}" presName="conn2-1" presStyleLbl="parChTrans1D3" presStyleIdx="2" presStyleCnt="5"/>
      <dgm:spPr/>
    </dgm:pt>
    <dgm:pt modelId="{9D624583-D507-4024-B568-2A862CBC8FC3}" type="pres">
      <dgm:prSet presAssocID="{9BB9C9D5-77E0-4122-AA3C-A2A371E0562A}" presName="connTx" presStyleLbl="parChTrans1D3" presStyleIdx="2" presStyleCnt="5"/>
      <dgm:spPr/>
    </dgm:pt>
    <dgm:pt modelId="{2F6B33B9-0942-4B3C-8AD7-E3F997F38FC0}" type="pres">
      <dgm:prSet presAssocID="{682B89A1-C8D6-471F-B4B4-7E232FF93CCF}" presName="root2" presStyleCnt="0"/>
      <dgm:spPr/>
    </dgm:pt>
    <dgm:pt modelId="{D2C6AC0E-B67F-456B-9960-6F6D9CE9092F}" type="pres">
      <dgm:prSet presAssocID="{682B89A1-C8D6-471F-B4B4-7E232FF93CCF}" presName="LevelTwoTextNode" presStyleLbl="node3" presStyleIdx="2" presStyleCnt="5">
        <dgm:presLayoutVars>
          <dgm:chPref val="3"/>
        </dgm:presLayoutVars>
      </dgm:prSet>
      <dgm:spPr/>
    </dgm:pt>
    <dgm:pt modelId="{95A4091F-19AD-40CC-9DFF-977F4D5E4A12}" type="pres">
      <dgm:prSet presAssocID="{682B89A1-C8D6-471F-B4B4-7E232FF93CCF}" presName="level3hierChild" presStyleCnt="0"/>
      <dgm:spPr/>
    </dgm:pt>
    <dgm:pt modelId="{C55F4E32-0ED2-4623-9B56-29F55AB119F1}" type="pres">
      <dgm:prSet presAssocID="{0135EE31-3DB6-44DB-A535-883409419A66}" presName="conn2-1" presStyleLbl="parChTrans1D2" presStyleIdx="1" presStyleCnt="2"/>
      <dgm:spPr/>
    </dgm:pt>
    <dgm:pt modelId="{1B6D303C-4660-46FB-9507-41589046544D}" type="pres">
      <dgm:prSet presAssocID="{0135EE31-3DB6-44DB-A535-883409419A66}" presName="connTx" presStyleLbl="parChTrans1D2" presStyleIdx="1" presStyleCnt="2"/>
      <dgm:spPr/>
    </dgm:pt>
    <dgm:pt modelId="{F229415A-818F-42B6-8AC3-8661D1180A41}" type="pres">
      <dgm:prSet presAssocID="{111BFDBF-F603-44FA-9962-F3685969574E}" presName="root2" presStyleCnt="0"/>
      <dgm:spPr/>
    </dgm:pt>
    <dgm:pt modelId="{BA918947-2191-4355-AEED-2496EFB049EF}" type="pres">
      <dgm:prSet presAssocID="{111BFDBF-F603-44FA-9962-F3685969574E}" presName="LevelTwoTextNode" presStyleLbl="node2" presStyleIdx="1" presStyleCnt="2">
        <dgm:presLayoutVars>
          <dgm:chPref val="3"/>
        </dgm:presLayoutVars>
      </dgm:prSet>
      <dgm:spPr/>
    </dgm:pt>
    <dgm:pt modelId="{B23884BE-B0DB-453B-A0C1-326C60403BC2}" type="pres">
      <dgm:prSet presAssocID="{111BFDBF-F603-44FA-9962-F3685969574E}" presName="level3hierChild" presStyleCnt="0"/>
      <dgm:spPr/>
    </dgm:pt>
    <dgm:pt modelId="{613B484D-67DB-47A8-BCEB-6840D7FEA6E0}" type="pres">
      <dgm:prSet presAssocID="{F0E299C8-3DE1-4477-91C7-DBDD110CE6D5}" presName="conn2-1" presStyleLbl="parChTrans1D3" presStyleIdx="3" presStyleCnt="5"/>
      <dgm:spPr/>
    </dgm:pt>
    <dgm:pt modelId="{7F89328D-6627-40B5-9AE4-F1E8BAD78905}" type="pres">
      <dgm:prSet presAssocID="{F0E299C8-3DE1-4477-91C7-DBDD110CE6D5}" presName="connTx" presStyleLbl="parChTrans1D3" presStyleIdx="3" presStyleCnt="5"/>
      <dgm:spPr/>
    </dgm:pt>
    <dgm:pt modelId="{D0F66B81-D21A-44D2-8026-673F8E684129}" type="pres">
      <dgm:prSet presAssocID="{22802132-688A-4521-9BF8-D40CBCFC6931}" presName="root2" presStyleCnt="0"/>
      <dgm:spPr/>
    </dgm:pt>
    <dgm:pt modelId="{045FF291-A0CC-4EE3-8579-A21427BF7900}" type="pres">
      <dgm:prSet presAssocID="{22802132-688A-4521-9BF8-D40CBCFC6931}" presName="LevelTwoTextNode" presStyleLbl="node3" presStyleIdx="3" presStyleCnt="5">
        <dgm:presLayoutVars>
          <dgm:chPref val="3"/>
        </dgm:presLayoutVars>
      </dgm:prSet>
      <dgm:spPr/>
    </dgm:pt>
    <dgm:pt modelId="{D0A38E92-3702-4D63-88D1-17D02A8BD83D}" type="pres">
      <dgm:prSet presAssocID="{22802132-688A-4521-9BF8-D40CBCFC6931}" presName="level3hierChild" presStyleCnt="0"/>
      <dgm:spPr/>
    </dgm:pt>
    <dgm:pt modelId="{618EAAD6-FE47-485A-9A7E-2572624783A2}" type="pres">
      <dgm:prSet presAssocID="{C0FE42C6-3630-49B7-87E5-78FB85C84163}" presName="conn2-1" presStyleLbl="parChTrans1D3" presStyleIdx="4" presStyleCnt="5"/>
      <dgm:spPr/>
    </dgm:pt>
    <dgm:pt modelId="{EBFDCC5D-A99F-49C6-BA95-ED2C87BB5056}" type="pres">
      <dgm:prSet presAssocID="{C0FE42C6-3630-49B7-87E5-78FB85C84163}" presName="connTx" presStyleLbl="parChTrans1D3" presStyleIdx="4" presStyleCnt="5"/>
      <dgm:spPr/>
    </dgm:pt>
    <dgm:pt modelId="{4123929A-C83E-4FBB-A753-2E74B1F8CA73}" type="pres">
      <dgm:prSet presAssocID="{DC8E08E3-3874-417D-AD7E-880B922E9454}" presName="root2" presStyleCnt="0"/>
      <dgm:spPr/>
    </dgm:pt>
    <dgm:pt modelId="{85E3AC05-5698-4141-8591-48D46FCB9299}" type="pres">
      <dgm:prSet presAssocID="{DC8E08E3-3874-417D-AD7E-880B922E9454}" presName="LevelTwoTextNode" presStyleLbl="node3" presStyleIdx="4" presStyleCnt="5">
        <dgm:presLayoutVars>
          <dgm:chPref val="3"/>
        </dgm:presLayoutVars>
      </dgm:prSet>
      <dgm:spPr/>
    </dgm:pt>
    <dgm:pt modelId="{7999C7E1-BCA1-473C-9D33-CD3D61B748BD}" type="pres">
      <dgm:prSet presAssocID="{DC8E08E3-3874-417D-AD7E-880B922E9454}" presName="level3hierChild" presStyleCnt="0"/>
      <dgm:spPr/>
    </dgm:pt>
  </dgm:ptLst>
  <dgm:cxnLst>
    <dgm:cxn modelId="{F9B33105-C091-487E-BCFE-3D74B63E9820}" type="presOf" srcId="{C0FE42C6-3630-49B7-87E5-78FB85C84163}" destId="{618EAAD6-FE47-485A-9A7E-2572624783A2}" srcOrd="0" destOrd="0" presId="urn:microsoft.com/office/officeart/2005/8/layout/hierarchy2"/>
    <dgm:cxn modelId="{CEA79112-F87F-40D9-9088-FEC0828E6578}" srcId="{4D425663-5126-4A94-9425-E00CF228B483}" destId="{682B89A1-C8D6-471F-B4B4-7E232FF93CCF}" srcOrd="2" destOrd="0" parTransId="{9BB9C9D5-77E0-4122-AA3C-A2A371E0562A}" sibTransId="{8A7FF116-0B0F-40D9-8D50-0CCBD178513C}"/>
    <dgm:cxn modelId="{359A4D1C-39CB-4A27-8382-02E20BA3FF64}" type="presOf" srcId="{19B996EE-D3E9-445D-B1D0-3EFB847C938A}" destId="{64CA4B56-30C5-4723-8E63-C482E07DEACD}" srcOrd="0" destOrd="0" presId="urn:microsoft.com/office/officeart/2005/8/layout/hierarchy2"/>
    <dgm:cxn modelId="{05FF6E37-B67D-455F-B89D-F2B5E4CCE613}" type="presOf" srcId="{F0E299C8-3DE1-4477-91C7-DBDD110CE6D5}" destId="{613B484D-67DB-47A8-BCEB-6840D7FEA6E0}" srcOrd="0" destOrd="0" presId="urn:microsoft.com/office/officeart/2005/8/layout/hierarchy2"/>
    <dgm:cxn modelId="{1F10E539-34A7-4D43-86E5-4163B81270E9}" type="presOf" srcId="{F0E299C8-3DE1-4477-91C7-DBDD110CE6D5}" destId="{7F89328D-6627-40B5-9AE4-F1E8BAD78905}" srcOrd="1" destOrd="0" presId="urn:microsoft.com/office/officeart/2005/8/layout/hierarchy2"/>
    <dgm:cxn modelId="{D9655F3C-2AFB-4DBB-B0D6-E77620D909BF}" type="presOf" srcId="{19B996EE-D3E9-445D-B1D0-3EFB847C938A}" destId="{7C576978-9A71-4B20-8283-1BF1ED40C0EC}" srcOrd="1" destOrd="0" presId="urn:microsoft.com/office/officeart/2005/8/layout/hierarchy2"/>
    <dgm:cxn modelId="{4288323D-5AEC-4C8B-82B9-B2F782E0D0B2}" type="presOf" srcId="{EDD7CE98-7D4D-459B-9CF2-6355F3016B48}" destId="{B58E4D0C-5254-41A2-A528-B33EF0F020C0}" srcOrd="0" destOrd="0" presId="urn:microsoft.com/office/officeart/2005/8/layout/hierarchy2"/>
    <dgm:cxn modelId="{7C96D960-BF12-46AD-BF82-86DF72D13267}" type="presOf" srcId="{FFE8E72C-5AE1-4EC6-AC20-563C04331FF8}" destId="{7FC10BF0-1B71-4F24-AA70-8FDE6026085A}" srcOrd="1" destOrd="0" presId="urn:microsoft.com/office/officeart/2005/8/layout/hierarchy2"/>
    <dgm:cxn modelId="{05182C67-7E78-4973-877A-FB27D4E85CF6}" type="presOf" srcId="{682B89A1-C8D6-471F-B4B4-7E232FF93CCF}" destId="{D2C6AC0E-B67F-456B-9960-6F6D9CE9092F}" srcOrd="0" destOrd="0" presId="urn:microsoft.com/office/officeart/2005/8/layout/hierarchy2"/>
    <dgm:cxn modelId="{44DB166E-3B42-43FA-A95C-936880C249AB}" srcId="{111BFDBF-F603-44FA-9962-F3685969574E}" destId="{22802132-688A-4521-9BF8-D40CBCFC6931}" srcOrd="0" destOrd="0" parTransId="{F0E299C8-3DE1-4477-91C7-DBDD110CE6D5}" sibTransId="{DFE352AF-E516-4937-9C0E-89DD16819C5A}"/>
    <dgm:cxn modelId="{1F014951-8F05-4FC4-B9BC-B1D2A76B4082}" type="presOf" srcId="{9BB9C9D5-77E0-4122-AA3C-A2A371E0562A}" destId="{9D624583-D507-4024-B568-2A862CBC8FC3}" srcOrd="1" destOrd="0" presId="urn:microsoft.com/office/officeart/2005/8/layout/hierarchy2"/>
    <dgm:cxn modelId="{0E4AF974-6A5F-44A0-B19B-DB27F35C1952}" type="presOf" srcId="{0135EE31-3DB6-44DB-A535-883409419A66}" destId="{1B6D303C-4660-46FB-9507-41589046544D}" srcOrd="1" destOrd="0" presId="urn:microsoft.com/office/officeart/2005/8/layout/hierarchy2"/>
    <dgm:cxn modelId="{636BFF7C-DCA2-41BF-A45E-3C3F68865B70}" type="presOf" srcId="{5237B952-33F4-4E8E-871B-3EE44620D42F}" destId="{8ADD1C46-E3EE-4774-B296-1A0C7562FC16}" srcOrd="1" destOrd="0" presId="urn:microsoft.com/office/officeart/2005/8/layout/hierarchy2"/>
    <dgm:cxn modelId="{808DD481-BEE6-46BC-B330-1CA98B26D198}" srcId="{4D425663-5126-4A94-9425-E00CF228B483}" destId="{A54F53B3-B324-4A96-8F67-A61F64B53B3F}" srcOrd="1" destOrd="0" parTransId="{FFE8E72C-5AE1-4EC6-AC20-563C04331FF8}" sibTransId="{1433043A-F8D5-46E5-9538-D7977FFEC7FD}"/>
    <dgm:cxn modelId="{AD39FE81-9145-4BCF-B038-E33D045D1F64}" srcId="{EDD7CE98-7D4D-459B-9CF2-6355F3016B48}" destId="{0CFD010F-5F0D-4A96-B17F-62149F254883}" srcOrd="0" destOrd="0" parTransId="{9DD526AB-A318-4A02-B9B1-717414D4D5FA}" sibTransId="{0F0A883E-045C-42C9-A6F0-FBFB1B1D5641}"/>
    <dgm:cxn modelId="{389D4985-477F-489F-9D15-226ED44A5A40}" type="presOf" srcId="{A1FEDC6F-3A7A-4268-882E-DDE1C7501A90}" destId="{E51AF576-79E5-4B8A-8222-13CFEA112ABA}" srcOrd="0" destOrd="0" presId="urn:microsoft.com/office/officeart/2005/8/layout/hierarchy2"/>
    <dgm:cxn modelId="{A93AD186-18C9-464D-B290-67A040E7F961}" type="presOf" srcId="{22802132-688A-4521-9BF8-D40CBCFC6931}" destId="{045FF291-A0CC-4EE3-8579-A21427BF7900}" srcOrd="0" destOrd="0" presId="urn:microsoft.com/office/officeart/2005/8/layout/hierarchy2"/>
    <dgm:cxn modelId="{1DB25694-AF63-439E-A7DD-92FC1EE25E69}" type="presOf" srcId="{0135EE31-3DB6-44DB-A535-883409419A66}" destId="{C55F4E32-0ED2-4623-9B56-29F55AB119F1}" srcOrd="0" destOrd="0" presId="urn:microsoft.com/office/officeart/2005/8/layout/hierarchy2"/>
    <dgm:cxn modelId="{BB8DB899-ABC0-4CC0-AB08-BCC51164DBA6}" type="presOf" srcId="{5237B952-33F4-4E8E-871B-3EE44620D42F}" destId="{C9A3CD74-ADC2-440A-BA83-F27336751609}" srcOrd="0" destOrd="0" presId="urn:microsoft.com/office/officeart/2005/8/layout/hierarchy2"/>
    <dgm:cxn modelId="{902467A4-84E1-46C5-B73C-E726BA158183}" type="presOf" srcId="{C0FE42C6-3630-49B7-87E5-78FB85C84163}" destId="{EBFDCC5D-A99F-49C6-BA95-ED2C87BB5056}" srcOrd="1" destOrd="0" presId="urn:microsoft.com/office/officeart/2005/8/layout/hierarchy2"/>
    <dgm:cxn modelId="{5BCE23B7-39BF-4D4E-BFE5-A734B2A530B4}" type="presOf" srcId="{4D425663-5126-4A94-9425-E00CF228B483}" destId="{F58C2ADF-D4C8-49AB-8581-1F685584E5E0}" srcOrd="0" destOrd="0" presId="urn:microsoft.com/office/officeart/2005/8/layout/hierarchy2"/>
    <dgm:cxn modelId="{30585FB8-00D7-478F-A463-2F2EE8C0B3C8}" type="presOf" srcId="{A54F53B3-B324-4A96-8F67-A61F64B53B3F}" destId="{C19648EA-E12E-4DFE-8545-138A05DE68AB}" srcOrd="0" destOrd="0" presId="urn:microsoft.com/office/officeart/2005/8/layout/hierarchy2"/>
    <dgm:cxn modelId="{6E95B3C7-1CA2-4ABE-82BC-EF07A7600029}" type="presOf" srcId="{FFE8E72C-5AE1-4EC6-AC20-563C04331FF8}" destId="{C7685E4E-6196-4371-A2E3-089C8773EFE9}" srcOrd="0" destOrd="0" presId="urn:microsoft.com/office/officeart/2005/8/layout/hierarchy2"/>
    <dgm:cxn modelId="{642F99CD-3DA8-4C56-9D45-8F43B154E009}" type="presOf" srcId="{9BB9C9D5-77E0-4122-AA3C-A2A371E0562A}" destId="{F0691D68-3C3E-4F73-B8C4-963C718FD851}" srcOrd="0" destOrd="0" presId="urn:microsoft.com/office/officeart/2005/8/layout/hierarchy2"/>
    <dgm:cxn modelId="{70D003D6-D75A-4A1C-93F5-8A0629143902}" srcId="{0CFD010F-5F0D-4A96-B17F-62149F254883}" destId="{111BFDBF-F603-44FA-9962-F3685969574E}" srcOrd="1" destOrd="0" parTransId="{0135EE31-3DB6-44DB-A535-883409419A66}" sibTransId="{0A20FF51-3FF7-4BC9-AC57-458E2DA4A561}"/>
    <dgm:cxn modelId="{C50EC3D8-5A67-49A5-8A8A-DFE6B57C8D3F}" type="presOf" srcId="{111BFDBF-F603-44FA-9962-F3685969574E}" destId="{BA918947-2191-4355-AEED-2496EFB049EF}" srcOrd="0" destOrd="0" presId="urn:microsoft.com/office/officeart/2005/8/layout/hierarchy2"/>
    <dgm:cxn modelId="{26308EDD-98CC-43A6-8781-6BCC01F162FA}" type="presOf" srcId="{DC8E08E3-3874-417D-AD7E-880B922E9454}" destId="{85E3AC05-5698-4141-8591-48D46FCB9299}" srcOrd="0" destOrd="0" presId="urn:microsoft.com/office/officeart/2005/8/layout/hierarchy2"/>
    <dgm:cxn modelId="{64D55DDE-F037-42C6-96F2-1E19EB9BF567}" srcId="{4D425663-5126-4A94-9425-E00CF228B483}" destId="{A1FEDC6F-3A7A-4268-882E-DDE1C7501A90}" srcOrd="0" destOrd="0" parTransId="{19B996EE-D3E9-445D-B1D0-3EFB847C938A}" sibTransId="{CDA857DE-1439-4EA6-95B2-68389EB955D1}"/>
    <dgm:cxn modelId="{5F472BEA-A066-4A96-A79B-14A43B505967}" srcId="{111BFDBF-F603-44FA-9962-F3685969574E}" destId="{DC8E08E3-3874-417D-AD7E-880B922E9454}" srcOrd="1" destOrd="0" parTransId="{C0FE42C6-3630-49B7-87E5-78FB85C84163}" sibTransId="{2DC736CD-6637-4422-BDC8-23ACE540313E}"/>
    <dgm:cxn modelId="{CFDF2AF2-432C-41F3-AC59-BF208E30437D}" srcId="{0CFD010F-5F0D-4A96-B17F-62149F254883}" destId="{4D425663-5126-4A94-9425-E00CF228B483}" srcOrd="0" destOrd="0" parTransId="{5237B952-33F4-4E8E-871B-3EE44620D42F}" sibTransId="{50322A63-3A76-4686-8C2F-B64BB31F71B6}"/>
    <dgm:cxn modelId="{F97E9BF8-404C-45F8-A1A9-91BA87FBC797}" type="presOf" srcId="{0CFD010F-5F0D-4A96-B17F-62149F254883}" destId="{CDE1AB36-69E1-467F-8F3B-BD8CE5EF35C4}" srcOrd="0" destOrd="0" presId="urn:microsoft.com/office/officeart/2005/8/layout/hierarchy2"/>
    <dgm:cxn modelId="{BF4BB8CD-552C-4D50-ABD6-D910B7BF2FFD}" type="presParOf" srcId="{B58E4D0C-5254-41A2-A528-B33EF0F020C0}" destId="{E767CEDE-D7F3-4E52-A5DB-81829B157F56}" srcOrd="0" destOrd="0" presId="urn:microsoft.com/office/officeart/2005/8/layout/hierarchy2"/>
    <dgm:cxn modelId="{6E6506B6-C5FA-40D1-AA94-F6D785DE6F6B}" type="presParOf" srcId="{E767CEDE-D7F3-4E52-A5DB-81829B157F56}" destId="{CDE1AB36-69E1-467F-8F3B-BD8CE5EF35C4}" srcOrd="0" destOrd="0" presId="urn:microsoft.com/office/officeart/2005/8/layout/hierarchy2"/>
    <dgm:cxn modelId="{CD48626A-1F01-4CB0-9AB7-3BF9362D1184}" type="presParOf" srcId="{E767CEDE-D7F3-4E52-A5DB-81829B157F56}" destId="{E95E703B-60A7-452D-AA0F-EAEB6056BD0B}" srcOrd="1" destOrd="0" presId="urn:microsoft.com/office/officeart/2005/8/layout/hierarchy2"/>
    <dgm:cxn modelId="{0782ACA7-41A9-44A2-A6D5-446D826A40A0}" type="presParOf" srcId="{E95E703B-60A7-452D-AA0F-EAEB6056BD0B}" destId="{C9A3CD74-ADC2-440A-BA83-F27336751609}" srcOrd="0" destOrd="0" presId="urn:microsoft.com/office/officeart/2005/8/layout/hierarchy2"/>
    <dgm:cxn modelId="{67774CD4-0123-4021-905B-F9796B55DE77}" type="presParOf" srcId="{C9A3CD74-ADC2-440A-BA83-F27336751609}" destId="{8ADD1C46-E3EE-4774-B296-1A0C7562FC16}" srcOrd="0" destOrd="0" presId="urn:microsoft.com/office/officeart/2005/8/layout/hierarchy2"/>
    <dgm:cxn modelId="{A7C358B3-707C-4FB3-99DE-15BA96F43AF5}" type="presParOf" srcId="{E95E703B-60A7-452D-AA0F-EAEB6056BD0B}" destId="{5E02B98A-91A7-4A36-8F5E-493FACA9065E}" srcOrd="1" destOrd="0" presId="urn:microsoft.com/office/officeart/2005/8/layout/hierarchy2"/>
    <dgm:cxn modelId="{E293859E-E5F7-404D-B8DD-67F42020CBBA}" type="presParOf" srcId="{5E02B98A-91A7-4A36-8F5E-493FACA9065E}" destId="{F58C2ADF-D4C8-49AB-8581-1F685584E5E0}" srcOrd="0" destOrd="0" presId="urn:microsoft.com/office/officeart/2005/8/layout/hierarchy2"/>
    <dgm:cxn modelId="{6C738F84-5C29-41AF-BC5D-4009F7A5554C}" type="presParOf" srcId="{5E02B98A-91A7-4A36-8F5E-493FACA9065E}" destId="{7639DB47-87D6-4C93-8D98-09DB9ED0F474}" srcOrd="1" destOrd="0" presId="urn:microsoft.com/office/officeart/2005/8/layout/hierarchy2"/>
    <dgm:cxn modelId="{C8259832-4818-49DA-91FB-AC4991E3C87B}" type="presParOf" srcId="{7639DB47-87D6-4C93-8D98-09DB9ED0F474}" destId="{64CA4B56-30C5-4723-8E63-C482E07DEACD}" srcOrd="0" destOrd="0" presId="urn:microsoft.com/office/officeart/2005/8/layout/hierarchy2"/>
    <dgm:cxn modelId="{3B2938BB-6AE1-4AB0-94E8-52B07412DB76}" type="presParOf" srcId="{64CA4B56-30C5-4723-8E63-C482E07DEACD}" destId="{7C576978-9A71-4B20-8283-1BF1ED40C0EC}" srcOrd="0" destOrd="0" presId="urn:microsoft.com/office/officeart/2005/8/layout/hierarchy2"/>
    <dgm:cxn modelId="{3205883E-0099-4714-AD3F-112B05B096C6}" type="presParOf" srcId="{7639DB47-87D6-4C93-8D98-09DB9ED0F474}" destId="{CCE1D628-9FE3-48F2-98FF-CDC7F0AC298B}" srcOrd="1" destOrd="0" presId="urn:microsoft.com/office/officeart/2005/8/layout/hierarchy2"/>
    <dgm:cxn modelId="{DBE0EDCB-0F59-4C6E-A1CB-DAF91E7A78F6}" type="presParOf" srcId="{CCE1D628-9FE3-48F2-98FF-CDC7F0AC298B}" destId="{E51AF576-79E5-4B8A-8222-13CFEA112ABA}" srcOrd="0" destOrd="0" presId="urn:microsoft.com/office/officeart/2005/8/layout/hierarchy2"/>
    <dgm:cxn modelId="{6765EC31-FDED-405E-87A0-91AD223B88EA}" type="presParOf" srcId="{CCE1D628-9FE3-48F2-98FF-CDC7F0AC298B}" destId="{DE5A0B36-02B6-4C78-87B9-CF02FC4FB26E}" srcOrd="1" destOrd="0" presId="urn:microsoft.com/office/officeart/2005/8/layout/hierarchy2"/>
    <dgm:cxn modelId="{0FF76ECA-D8B7-4569-8F38-13018FFE1960}" type="presParOf" srcId="{7639DB47-87D6-4C93-8D98-09DB9ED0F474}" destId="{C7685E4E-6196-4371-A2E3-089C8773EFE9}" srcOrd="2" destOrd="0" presId="urn:microsoft.com/office/officeart/2005/8/layout/hierarchy2"/>
    <dgm:cxn modelId="{5D5DAF33-752B-4897-B3BE-191010C3DD4B}" type="presParOf" srcId="{C7685E4E-6196-4371-A2E3-089C8773EFE9}" destId="{7FC10BF0-1B71-4F24-AA70-8FDE6026085A}" srcOrd="0" destOrd="0" presId="urn:microsoft.com/office/officeart/2005/8/layout/hierarchy2"/>
    <dgm:cxn modelId="{2777F991-4A3C-4F31-B611-53BBC2398C7E}" type="presParOf" srcId="{7639DB47-87D6-4C93-8D98-09DB9ED0F474}" destId="{95E79175-3BDF-4733-AFBA-186AABFDDA2F}" srcOrd="3" destOrd="0" presId="urn:microsoft.com/office/officeart/2005/8/layout/hierarchy2"/>
    <dgm:cxn modelId="{D1338AF9-5E36-4326-838D-260248346ABC}" type="presParOf" srcId="{95E79175-3BDF-4733-AFBA-186AABFDDA2F}" destId="{C19648EA-E12E-4DFE-8545-138A05DE68AB}" srcOrd="0" destOrd="0" presId="urn:microsoft.com/office/officeart/2005/8/layout/hierarchy2"/>
    <dgm:cxn modelId="{D1C70563-DD6B-41AC-ADE3-5B844120AAB8}" type="presParOf" srcId="{95E79175-3BDF-4733-AFBA-186AABFDDA2F}" destId="{26157A16-2FD9-4A7B-960B-A0A2DE7B3F4F}" srcOrd="1" destOrd="0" presId="urn:microsoft.com/office/officeart/2005/8/layout/hierarchy2"/>
    <dgm:cxn modelId="{87449E06-D504-436B-82DB-84463535FAF2}" type="presParOf" srcId="{7639DB47-87D6-4C93-8D98-09DB9ED0F474}" destId="{F0691D68-3C3E-4F73-B8C4-963C718FD851}" srcOrd="4" destOrd="0" presId="urn:microsoft.com/office/officeart/2005/8/layout/hierarchy2"/>
    <dgm:cxn modelId="{741DB793-DE24-475F-8D6B-0B7E4D20B5F6}" type="presParOf" srcId="{F0691D68-3C3E-4F73-B8C4-963C718FD851}" destId="{9D624583-D507-4024-B568-2A862CBC8FC3}" srcOrd="0" destOrd="0" presId="urn:microsoft.com/office/officeart/2005/8/layout/hierarchy2"/>
    <dgm:cxn modelId="{57EA77E4-5FEB-4D46-BEDE-99588CE15860}" type="presParOf" srcId="{7639DB47-87D6-4C93-8D98-09DB9ED0F474}" destId="{2F6B33B9-0942-4B3C-8AD7-E3F997F38FC0}" srcOrd="5" destOrd="0" presId="urn:microsoft.com/office/officeart/2005/8/layout/hierarchy2"/>
    <dgm:cxn modelId="{07B2D091-5511-40EE-9EA9-96CDFA0DE847}" type="presParOf" srcId="{2F6B33B9-0942-4B3C-8AD7-E3F997F38FC0}" destId="{D2C6AC0E-B67F-456B-9960-6F6D9CE9092F}" srcOrd="0" destOrd="0" presId="urn:microsoft.com/office/officeart/2005/8/layout/hierarchy2"/>
    <dgm:cxn modelId="{00BBFF6F-D31E-4F89-946A-D0F12E294C97}" type="presParOf" srcId="{2F6B33B9-0942-4B3C-8AD7-E3F997F38FC0}" destId="{95A4091F-19AD-40CC-9DFF-977F4D5E4A12}" srcOrd="1" destOrd="0" presId="urn:microsoft.com/office/officeart/2005/8/layout/hierarchy2"/>
    <dgm:cxn modelId="{C94D96BB-032D-4D5D-B367-42B8A85DCA66}" type="presParOf" srcId="{E95E703B-60A7-452D-AA0F-EAEB6056BD0B}" destId="{C55F4E32-0ED2-4623-9B56-29F55AB119F1}" srcOrd="2" destOrd="0" presId="urn:microsoft.com/office/officeart/2005/8/layout/hierarchy2"/>
    <dgm:cxn modelId="{089925CC-8C41-48D9-B25B-0B70C7F82851}" type="presParOf" srcId="{C55F4E32-0ED2-4623-9B56-29F55AB119F1}" destId="{1B6D303C-4660-46FB-9507-41589046544D}" srcOrd="0" destOrd="0" presId="urn:microsoft.com/office/officeart/2005/8/layout/hierarchy2"/>
    <dgm:cxn modelId="{36D7AEF6-4C26-400B-8177-77831BFF2142}" type="presParOf" srcId="{E95E703B-60A7-452D-AA0F-EAEB6056BD0B}" destId="{F229415A-818F-42B6-8AC3-8661D1180A41}" srcOrd="3" destOrd="0" presId="urn:microsoft.com/office/officeart/2005/8/layout/hierarchy2"/>
    <dgm:cxn modelId="{1ED91590-FDC3-48D7-B926-785B5A277029}" type="presParOf" srcId="{F229415A-818F-42B6-8AC3-8661D1180A41}" destId="{BA918947-2191-4355-AEED-2496EFB049EF}" srcOrd="0" destOrd="0" presId="urn:microsoft.com/office/officeart/2005/8/layout/hierarchy2"/>
    <dgm:cxn modelId="{11FC6C12-4143-43DC-9B05-3D8077B9582E}" type="presParOf" srcId="{F229415A-818F-42B6-8AC3-8661D1180A41}" destId="{B23884BE-B0DB-453B-A0C1-326C60403BC2}" srcOrd="1" destOrd="0" presId="urn:microsoft.com/office/officeart/2005/8/layout/hierarchy2"/>
    <dgm:cxn modelId="{09D0CC0B-B13A-4BB0-82EB-23D997F409A0}" type="presParOf" srcId="{B23884BE-B0DB-453B-A0C1-326C60403BC2}" destId="{613B484D-67DB-47A8-BCEB-6840D7FEA6E0}" srcOrd="0" destOrd="0" presId="urn:microsoft.com/office/officeart/2005/8/layout/hierarchy2"/>
    <dgm:cxn modelId="{8B06E273-5226-439D-BEF2-0B36D8E2D61D}" type="presParOf" srcId="{613B484D-67DB-47A8-BCEB-6840D7FEA6E0}" destId="{7F89328D-6627-40B5-9AE4-F1E8BAD78905}" srcOrd="0" destOrd="0" presId="urn:microsoft.com/office/officeart/2005/8/layout/hierarchy2"/>
    <dgm:cxn modelId="{A36E5EE4-564A-40B7-99BA-B20673CF7F94}" type="presParOf" srcId="{B23884BE-B0DB-453B-A0C1-326C60403BC2}" destId="{D0F66B81-D21A-44D2-8026-673F8E684129}" srcOrd="1" destOrd="0" presId="urn:microsoft.com/office/officeart/2005/8/layout/hierarchy2"/>
    <dgm:cxn modelId="{8E30EDBA-AECF-40F6-A3B8-31AB1BF047B8}" type="presParOf" srcId="{D0F66B81-D21A-44D2-8026-673F8E684129}" destId="{045FF291-A0CC-4EE3-8579-A21427BF7900}" srcOrd="0" destOrd="0" presId="urn:microsoft.com/office/officeart/2005/8/layout/hierarchy2"/>
    <dgm:cxn modelId="{30D0C280-9BAE-4ED5-8DBA-D6DEADDAF1B5}" type="presParOf" srcId="{D0F66B81-D21A-44D2-8026-673F8E684129}" destId="{D0A38E92-3702-4D63-88D1-17D02A8BD83D}" srcOrd="1" destOrd="0" presId="urn:microsoft.com/office/officeart/2005/8/layout/hierarchy2"/>
    <dgm:cxn modelId="{36B1C303-066E-4792-B2E4-EC06DF7A09BC}" type="presParOf" srcId="{B23884BE-B0DB-453B-A0C1-326C60403BC2}" destId="{618EAAD6-FE47-485A-9A7E-2572624783A2}" srcOrd="2" destOrd="0" presId="urn:microsoft.com/office/officeart/2005/8/layout/hierarchy2"/>
    <dgm:cxn modelId="{E33CC3F8-ECB4-45D9-AC25-80F2E7B38EEC}" type="presParOf" srcId="{618EAAD6-FE47-485A-9A7E-2572624783A2}" destId="{EBFDCC5D-A99F-49C6-BA95-ED2C87BB5056}" srcOrd="0" destOrd="0" presId="urn:microsoft.com/office/officeart/2005/8/layout/hierarchy2"/>
    <dgm:cxn modelId="{E2378B7D-9625-4882-85D9-A2144121E07F}" type="presParOf" srcId="{B23884BE-B0DB-453B-A0C1-326C60403BC2}" destId="{4123929A-C83E-4FBB-A753-2E74B1F8CA73}" srcOrd="3" destOrd="0" presId="urn:microsoft.com/office/officeart/2005/8/layout/hierarchy2"/>
    <dgm:cxn modelId="{730638BB-8F51-4104-BB27-27D4F6341974}" type="presParOf" srcId="{4123929A-C83E-4FBB-A753-2E74B1F8CA73}" destId="{85E3AC05-5698-4141-8591-48D46FCB9299}" srcOrd="0" destOrd="0" presId="urn:microsoft.com/office/officeart/2005/8/layout/hierarchy2"/>
    <dgm:cxn modelId="{6B52806B-DDA0-4BC3-A35B-B336558418F3}" type="presParOf" srcId="{4123929A-C83E-4FBB-A753-2E74B1F8CA73}" destId="{7999C7E1-BCA1-473C-9D33-CD3D61B748BD}" srcOrd="1" destOrd="0" presId="urn:microsoft.com/office/officeart/2005/8/layout/hierarchy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84C81FF-3C04-4D0B-9925-E3AB0BE890DE}"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IN"/>
        </a:p>
      </dgm:t>
    </dgm:pt>
    <dgm:pt modelId="{25F91936-C3E2-4C70-B40B-74857714F638}">
      <dgm:prSet custT="1"/>
      <dgm:spPr/>
      <dgm:t>
        <a:bodyPr/>
        <a:lstStyle/>
        <a:p>
          <a:pPr algn="just"/>
          <a:r>
            <a:rPr lang="en-US" sz="1600" b="1" dirty="0">
              <a:latin typeface="Times New Roman" panose="02020603050405020304" pitchFamily="18" charset="0"/>
              <a:cs typeface="Times New Roman" panose="02020603050405020304" pitchFamily="18" charset="0"/>
            </a:rPr>
            <a:t>The basic 555 timer gets its name from the fact that there are three internally connected 5kΩ resistors which it uses to generate the two comparators reference voltages. The 555 timer IC is a very cheap, popular and useful precision timing device which can act as either a simple timer to generate single pulses or long-time delays.</a:t>
          </a:r>
          <a:endParaRPr lang="en-IN" sz="1600" b="1" dirty="0">
            <a:latin typeface="Times New Roman" panose="02020603050405020304" pitchFamily="18" charset="0"/>
            <a:cs typeface="Times New Roman" panose="02020603050405020304" pitchFamily="18" charset="0"/>
          </a:endParaRPr>
        </a:p>
      </dgm:t>
    </dgm:pt>
    <dgm:pt modelId="{08142DE5-F886-4B16-AB33-B8B7462E1DED}" type="parTrans" cxnId="{A3DA0FC1-9BC0-43F9-9741-C9A2E8F96CD7}">
      <dgm:prSet/>
      <dgm:spPr/>
      <dgm:t>
        <a:bodyPr/>
        <a:lstStyle/>
        <a:p>
          <a:endParaRPr lang="en-IN"/>
        </a:p>
      </dgm:t>
    </dgm:pt>
    <dgm:pt modelId="{4D8FF1B6-65DD-4F37-A4D7-763797A24632}" type="sibTrans" cxnId="{A3DA0FC1-9BC0-43F9-9741-C9A2E8F96CD7}">
      <dgm:prSet/>
      <dgm:spPr/>
      <dgm:t>
        <a:bodyPr/>
        <a:lstStyle/>
        <a:p>
          <a:endParaRPr lang="en-IN"/>
        </a:p>
      </dgm:t>
    </dgm:pt>
    <dgm:pt modelId="{7A858C39-433C-4D36-9C09-0E1F518A7D78}">
      <dgm:prSet custT="1"/>
      <dgm:spPr/>
      <dgm:t>
        <a:bodyPr/>
        <a:lstStyle/>
        <a:p>
          <a:pPr algn="just"/>
          <a:r>
            <a:rPr lang="en-US" sz="1600" b="1">
              <a:latin typeface="Times New Roman" panose="02020603050405020304" pitchFamily="18" charset="0"/>
              <a:cs typeface="Times New Roman" panose="02020603050405020304" pitchFamily="18" charset="0"/>
            </a:rPr>
            <a:t>The 555 timer IC is an integral part of electronics especially projects, be it a simple    project involving a single 8-bit Micro-controller and some peripherals or a complex one involving system on chips (SoCs), its working is involved.</a:t>
          </a:r>
          <a:endParaRPr lang="en-IN" sz="1600" b="1">
            <a:latin typeface="Times New Roman" panose="02020603050405020304" pitchFamily="18" charset="0"/>
            <a:cs typeface="Times New Roman" panose="02020603050405020304" pitchFamily="18" charset="0"/>
          </a:endParaRPr>
        </a:p>
      </dgm:t>
    </dgm:pt>
    <dgm:pt modelId="{AED7930A-4D7A-419D-B481-C839E8A5A9FE}" type="parTrans" cxnId="{309CAE6D-307D-4EFF-8552-15737CA15871}">
      <dgm:prSet/>
      <dgm:spPr/>
      <dgm:t>
        <a:bodyPr/>
        <a:lstStyle/>
        <a:p>
          <a:endParaRPr lang="en-IN"/>
        </a:p>
      </dgm:t>
    </dgm:pt>
    <dgm:pt modelId="{065EE555-4245-4ACB-BF81-ECE78CA05499}" type="sibTrans" cxnId="{309CAE6D-307D-4EFF-8552-15737CA15871}">
      <dgm:prSet/>
      <dgm:spPr/>
      <dgm:t>
        <a:bodyPr/>
        <a:lstStyle/>
        <a:p>
          <a:endParaRPr lang="en-IN"/>
        </a:p>
      </dgm:t>
    </dgm:pt>
    <dgm:pt modelId="{E553920B-2BA4-4F70-B34B-56633160741A}">
      <dgm:prSet custT="1"/>
      <dgm:spPr/>
      <dgm:t>
        <a:bodyPr/>
        <a:lstStyle/>
        <a:p>
          <a:pPr algn="just"/>
          <a:r>
            <a:rPr lang="en-US" sz="1600" b="1" dirty="0">
              <a:latin typeface="Times New Roman" panose="02020603050405020304" pitchFamily="18" charset="0"/>
              <a:cs typeface="Times New Roman" panose="02020603050405020304" pitchFamily="18" charset="0"/>
            </a:rPr>
            <a:t>It was introduced in 1971 by the American company </a:t>
          </a:r>
          <a:r>
            <a:rPr lang="en-US" sz="1600" b="1" dirty="0" err="1">
              <a:latin typeface="Times New Roman" panose="02020603050405020304" pitchFamily="18" charset="0"/>
              <a:cs typeface="Times New Roman" panose="02020603050405020304" pitchFamily="18" charset="0"/>
            </a:rPr>
            <a:t>Signetics</a:t>
          </a:r>
          <a:r>
            <a:rPr lang="en-US" sz="1600" b="1" dirty="0">
              <a:latin typeface="Times New Roman" panose="02020603050405020304" pitchFamily="18" charset="0"/>
              <a:cs typeface="Times New Roman" panose="02020603050405020304" pitchFamily="18" charset="0"/>
            </a:rPr>
            <a:t> in the original bipolar and low-power CMOS types. The widespread use of this timer is due to its low price, ease of use and stability.</a:t>
          </a:r>
          <a:endParaRPr lang="en-IN" sz="1600" b="1" dirty="0">
            <a:latin typeface="Times New Roman" panose="02020603050405020304" pitchFamily="18" charset="0"/>
            <a:cs typeface="Times New Roman" panose="02020603050405020304" pitchFamily="18" charset="0"/>
          </a:endParaRPr>
        </a:p>
      </dgm:t>
    </dgm:pt>
    <dgm:pt modelId="{5E12CC86-86DC-42E1-8040-172D0690133B}" type="parTrans" cxnId="{925D6650-D1DD-4955-8938-447D7C34E313}">
      <dgm:prSet/>
      <dgm:spPr/>
      <dgm:t>
        <a:bodyPr/>
        <a:lstStyle/>
        <a:p>
          <a:endParaRPr lang="en-IN"/>
        </a:p>
      </dgm:t>
    </dgm:pt>
    <dgm:pt modelId="{F6017F1D-2BBF-42EB-9523-C433C10C0F5D}" type="sibTrans" cxnId="{925D6650-D1DD-4955-8938-447D7C34E313}">
      <dgm:prSet/>
      <dgm:spPr/>
      <dgm:t>
        <a:bodyPr/>
        <a:lstStyle/>
        <a:p>
          <a:endParaRPr lang="en-IN"/>
        </a:p>
      </dgm:t>
    </dgm:pt>
    <dgm:pt modelId="{CCDB1188-00C2-4CD7-B706-6E0DB4DAC600}" type="pres">
      <dgm:prSet presAssocID="{A84C81FF-3C04-4D0B-9925-E3AB0BE890DE}" presName="vert0" presStyleCnt="0">
        <dgm:presLayoutVars>
          <dgm:dir/>
          <dgm:animOne val="branch"/>
          <dgm:animLvl val="lvl"/>
        </dgm:presLayoutVars>
      </dgm:prSet>
      <dgm:spPr/>
    </dgm:pt>
    <dgm:pt modelId="{7C1DB9F3-1394-4357-B5C0-B2F01AE6BF89}" type="pres">
      <dgm:prSet presAssocID="{25F91936-C3E2-4C70-B40B-74857714F638}" presName="thickLine" presStyleLbl="alignNode1" presStyleIdx="0" presStyleCnt="3"/>
      <dgm:spPr/>
    </dgm:pt>
    <dgm:pt modelId="{4F5D5FCA-8B79-4397-9A3B-81C33A29D331}" type="pres">
      <dgm:prSet presAssocID="{25F91936-C3E2-4C70-B40B-74857714F638}" presName="horz1" presStyleCnt="0"/>
      <dgm:spPr/>
    </dgm:pt>
    <dgm:pt modelId="{556D2AD1-787C-485A-92AE-F04712262ECB}" type="pres">
      <dgm:prSet presAssocID="{25F91936-C3E2-4C70-B40B-74857714F638}" presName="tx1" presStyleLbl="revTx" presStyleIdx="0" presStyleCnt="3"/>
      <dgm:spPr/>
    </dgm:pt>
    <dgm:pt modelId="{D9CE4667-9F26-4031-B761-4600023CB964}" type="pres">
      <dgm:prSet presAssocID="{25F91936-C3E2-4C70-B40B-74857714F638}" presName="vert1" presStyleCnt="0"/>
      <dgm:spPr/>
    </dgm:pt>
    <dgm:pt modelId="{517DEE7B-8DE9-4C6C-9483-DD3A09D363FF}" type="pres">
      <dgm:prSet presAssocID="{7A858C39-433C-4D36-9C09-0E1F518A7D78}" presName="thickLine" presStyleLbl="alignNode1" presStyleIdx="1" presStyleCnt="3"/>
      <dgm:spPr/>
    </dgm:pt>
    <dgm:pt modelId="{E82EA793-9A02-4996-903E-3D204BA49ABC}" type="pres">
      <dgm:prSet presAssocID="{7A858C39-433C-4D36-9C09-0E1F518A7D78}" presName="horz1" presStyleCnt="0"/>
      <dgm:spPr/>
    </dgm:pt>
    <dgm:pt modelId="{756758D9-E0DD-47B0-B67C-36631CD5DD4E}" type="pres">
      <dgm:prSet presAssocID="{7A858C39-433C-4D36-9C09-0E1F518A7D78}" presName="tx1" presStyleLbl="revTx" presStyleIdx="1" presStyleCnt="3"/>
      <dgm:spPr/>
    </dgm:pt>
    <dgm:pt modelId="{68B87EB1-FD31-4345-826E-B5AAB496F74C}" type="pres">
      <dgm:prSet presAssocID="{7A858C39-433C-4D36-9C09-0E1F518A7D78}" presName="vert1" presStyleCnt="0"/>
      <dgm:spPr/>
    </dgm:pt>
    <dgm:pt modelId="{0E20829C-6E42-4508-A134-4F912898472B}" type="pres">
      <dgm:prSet presAssocID="{E553920B-2BA4-4F70-B34B-56633160741A}" presName="thickLine" presStyleLbl="alignNode1" presStyleIdx="2" presStyleCnt="3"/>
      <dgm:spPr/>
    </dgm:pt>
    <dgm:pt modelId="{2271E8A3-44AC-4E5D-B535-E940A7AAFD37}" type="pres">
      <dgm:prSet presAssocID="{E553920B-2BA4-4F70-B34B-56633160741A}" presName="horz1" presStyleCnt="0"/>
      <dgm:spPr/>
    </dgm:pt>
    <dgm:pt modelId="{456223E1-5401-43F0-B592-49AFEBA1801A}" type="pres">
      <dgm:prSet presAssocID="{E553920B-2BA4-4F70-B34B-56633160741A}" presName="tx1" presStyleLbl="revTx" presStyleIdx="2" presStyleCnt="3"/>
      <dgm:spPr/>
    </dgm:pt>
    <dgm:pt modelId="{81D0F1B2-A035-4412-B910-3DE2F02DC01E}" type="pres">
      <dgm:prSet presAssocID="{E553920B-2BA4-4F70-B34B-56633160741A}" presName="vert1" presStyleCnt="0"/>
      <dgm:spPr/>
    </dgm:pt>
  </dgm:ptLst>
  <dgm:cxnLst>
    <dgm:cxn modelId="{2C78870A-D99B-4512-9F17-DA91EBFE303D}" type="presOf" srcId="{25F91936-C3E2-4C70-B40B-74857714F638}" destId="{556D2AD1-787C-485A-92AE-F04712262ECB}" srcOrd="0" destOrd="0" presId="urn:microsoft.com/office/officeart/2008/layout/LinedList"/>
    <dgm:cxn modelId="{3A71262E-73AC-4C17-AD0F-EA07EF1CB293}" type="presOf" srcId="{A84C81FF-3C04-4D0B-9925-E3AB0BE890DE}" destId="{CCDB1188-00C2-4CD7-B706-6E0DB4DAC600}" srcOrd="0" destOrd="0" presId="urn:microsoft.com/office/officeart/2008/layout/LinedList"/>
    <dgm:cxn modelId="{309CAE6D-307D-4EFF-8552-15737CA15871}" srcId="{A84C81FF-3C04-4D0B-9925-E3AB0BE890DE}" destId="{7A858C39-433C-4D36-9C09-0E1F518A7D78}" srcOrd="1" destOrd="0" parTransId="{AED7930A-4D7A-419D-B481-C839E8A5A9FE}" sibTransId="{065EE555-4245-4ACB-BF81-ECE78CA05499}"/>
    <dgm:cxn modelId="{925D6650-D1DD-4955-8938-447D7C34E313}" srcId="{A84C81FF-3C04-4D0B-9925-E3AB0BE890DE}" destId="{E553920B-2BA4-4F70-B34B-56633160741A}" srcOrd="2" destOrd="0" parTransId="{5E12CC86-86DC-42E1-8040-172D0690133B}" sibTransId="{F6017F1D-2BBF-42EB-9523-C433C10C0F5D}"/>
    <dgm:cxn modelId="{D7374054-B2FC-448F-B7E3-413329FFAE0A}" type="presOf" srcId="{7A858C39-433C-4D36-9C09-0E1F518A7D78}" destId="{756758D9-E0DD-47B0-B67C-36631CD5DD4E}" srcOrd="0" destOrd="0" presId="urn:microsoft.com/office/officeart/2008/layout/LinedList"/>
    <dgm:cxn modelId="{74DB74A0-20C7-4E3D-99FD-F5A360D5B2C2}" type="presOf" srcId="{E553920B-2BA4-4F70-B34B-56633160741A}" destId="{456223E1-5401-43F0-B592-49AFEBA1801A}" srcOrd="0" destOrd="0" presId="urn:microsoft.com/office/officeart/2008/layout/LinedList"/>
    <dgm:cxn modelId="{A3DA0FC1-9BC0-43F9-9741-C9A2E8F96CD7}" srcId="{A84C81FF-3C04-4D0B-9925-E3AB0BE890DE}" destId="{25F91936-C3E2-4C70-B40B-74857714F638}" srcOrd="0" destOrd="0" parTransId="{08142DE5-F886-4B16-AB33-B8B7462E1DED}" sibTransId="{4D8FF1B6-65DD-4F37-A4D7-763797A24632}"/>
    <dgm:cxn modelId="{E5F1FF97-0287-4D53-8E98-8C4BCC18409A}" type="presParOf" srcId="{CCDB1188-00C2-4CD7-B706-6E0DB4DAC600}" destId="{7C1DB9F3-1394-4357-B5C0-B2F01AE6BF89}" srcOrd="0" destOrd="0" presId="urn:microsoft.com/office/officeart/2008/layout/LinedList"/>
    <dgm:cxn modelId="{779D6A9E-DABB-44C8-92BB-718D5592A4F8}" type="presParOf" srcId="{CCDB1188-00C2-4CD7-B706-6E0DB4DAC600}" destId="{4F5D5FCA-8B79-4397-9A3B-81C33A29D331}" srcOrd="1" destOrd="0" presId="urn:microsoft.com/office/officeart/2008/layout/LinedList"/>
    <dgm:cxn modelId="{1C06EA2A-C27C-4559-9EEF-4DC6A34C93F8}" type="presParOf" srcId="{4F5D5FCA-8B79-4397-9A3B-81C33A29D331}" destId="{556D2AD1-787C-485A-92AE-F04712262ECB}" srcOrd="0" destOrd="0" presId="urn:microsoft.com/office/officeart/2008/layout/LinedList"/>
    <dgm:cxn modelId="{5CCBA79A-7E49-45F6-9DC1-BB003A836D84}" type="presParOf" srcId="{4F5D5FCA-8B79-4397-9A3B-81C33A29D331}" destId="{D9CE4667-9F26-4031-B761-4600023CB964}" srcOrd="1" destOrd="0" presId="urn:microsoft.com/office/officeart/2008/layout/LinedList"/>
    <dgm:cxn modelId="{E0C4DABD-7A93-4693-8B59-7CA4442BD1A4}" type="presParOf" srcId="{CCDB1188-00C2-4CD7-B706-6E0DB4DAC600}" destId="{517DEE7B-8DE9-4C6C-9483-DD3A09D363FF}" srcOrd="2" destOrd="0" presId="urn:microsoft.com/office/officeart/2008/layout/LinedList"/>
    <dgm:cxn modelId="{82A70B61-8AF1-45D1-A462-800265614A96}" type="presParOf" srcId="{CCDB1188-00C2-4CD7-B706-6E0DB4DAC600}" destId="{E82EA793-9A02-4996-903E-3D204BA49ABC}" srcOrd="3" destOrd="0" presId="urn:microsoft.com/office/officeart/2008/layout/LinedList"/>
    <dgm:cxn modelId="{7AAE686D-3D85-41BF-8CBB-D7B37B00A677}" type="presParOf" srcId="{E82EA793-9A02-4996-903E-3D204BA49ABC}" destId="{756758D9-E0DD-47B0-B67C-36631CD5DD4E}" srcOrd="0" destOrd="0" presId="urn:microsoft.com/office/officeart/2008/layout/LinedList"/>
    <dgm:cxn modelId="{6518051E-09F1-4347-968B-6D3102E62090}" type="presParOf" srcId="{E82EA793-9A02-4996-903E-3D204BA49ABC}" destId="{68B87EB1-FD31-4345-826E-B5AAB496F74C}" srcOrd="1" destOrd="0" presId="urn:microsoft.com/office/officeart/2008/layout/LinedList"/>
    <dgm:cxn modelId="{69E5F16F-1817-4723-BFC0-CB3ED996D502}" type="presParOf" srcId="{CCDB1188-00C2-4CD7-B706-6E0DB4DAC600}" destId="{0E20829C-6E42-4508-A134-4F912898472B}" srcOrd="4" destOrd="0" presId="urn:microsoft.com/office/officeart/2008/layout/LinedList"/>
    <dgm:cxn modelId="{969A6FF5-CB0C-425D-AE6A-9F0D901B67D6}" type="presParOf" srcId="{CCDB1188-00C2-4CD7-B706-6E0DB4DAC600}" destId="{2271E8A3-44AC-4E5D-B535-E940A7AAFD37}" srcOrd="5" destOrd="0" presId="urn:microsoft.com/office/officeart/2008/layout/LinedList"/>
    <dgm:cxn modelId="{4CB6CBE7-9884-4B4C-8737-C1F6E2E9520C}" type="presParOf" srcId="{2271E8A3-44AC-4E5D-B535-E940A7AAFD37}" destId="{456223E1-5401-43F0-B592-49AFEBA1801A}" srcOrd="0" destOrd="0" presId="urn:microsoft.com/office/officeart/2008/layout/LinedList"/>
    <dgm:cxn modelId="{E3098F5F-E6F5-417B-9D36-B6F6C03F0C6E}" type="presParOf" srcId="{2271E8A3-44AC-4E5D-B535-E940A7AAFD37}" destId="{81D0F1B2-A035-4412-B910-3DE2F02DC01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72A219B-B0CA-4374-9360-C4FD03440CCB}" type="doc">
      <dgm:prSet loTypeId="urn:microsoft.com/office/officeart/2005/8/layout/orgChart1" loCatId="hierarchy" qsTypeId="urn:microsoft.com/office/officeart/2005/8/quickstyle/simple1" qsCatId="simple" csTypeId="urn:microsoft.com/office/officeart/2005/8/colors/colorful1" csCatId="colorful"/>
      <dgm:spPr/>
      <dgm:t>
        <a:bodyPr/>
        <a:lstStyle/>
        <a:p>
          <a:endParaRPr lang="en-IN"/>
        </a:p>
      </dgm:t>
    </dgm:pt>
    <dgm:pt modelId="{993922A1-DA89-4097-A07F-06DF27E8E605}">
      <dgm:prSet custT="1"/>
      <dgm:spPr/>
      <dgm:t>
        <a:bodyPr/>
        <a:lstStyle/>
        <a:p>
          <a:r>
            <a:rPr lang="en-US" sz="1600" b="1"/>
            <a:t>IC- 555(Timer) has the following operating modes:</a:t>
          </a:r>
          <a:endParaRPr lang="en-IN" sz="1600" b="1"/>
        </a:p>
      </dgm:t>
    </dgm:pt>
    <dgm:pt modelId="{D657D016-B621-4116-8DE9-8F7FCE57129A}" type="parTrans" cxnId="{405D4694-2605-421E-8B81-63F54CDB8708}">
      <dgm:prSet/>
      <dgm:spPr/>
      <dgm:t>
        <a:bodyPr/>
        <a:lstStyle/>
        <a:p>
          <a:endParaRPr lang="en-IN"/>
        </a:p>
      </dgm:t>
    </dgm:pt>
    <dgm:pt modelId="{03EB39A7-CCCD-4287-90CC-3B8AF297B982}" type="sibTrans" cxnId="{405D4694-2605-421E-8B81-63F54CDB8708}">
      <dgm:prSet/>
      <dgm:spPr/>
      <dgm:t>
        <a:bodyPr/>
        <a:lstStyle/>
        <a:p>
          <a:endParaRPr lang="en-IN"/>
        </a:p>
      </dgm:t>
    </dgm:pt>
    <dgm:pt modelId="{0EA82B9A-9D48-44D8-9F8E-F95C7A212C7C}">
      <dgm:prSet custT="1"/>
      <dgm:spPr/>
      <dgm:t>
        <a:bodyPr/>
        <a:lstStyle/>
        <a:p>
          <a:r>
            <a:rPr lang="en-US" sz="1600" b="1" dirty="0"/>
            <a:t>Monostable (one-shot) mode</a:t>
          </a:r>
          <a:endParaRPr lang="en-IN" sz="1600" b="1" dirty="0"/>
        </a:p>
      </dgm:t>
    </dgm:pt>
    <dgm:pt modelId="{6BCAE334-4B6B-4E95-AF41-CFC0FD8CC1DE}" type="parTrans" cxnId="{93FCAB9A-8204-459E-A13A-3452AAC15A98}">
      <dgm:prSet/>
      <dgm:spPr/>
      <dgm:t>
        <a:bodyPr/>
        <a:lstStyle/>
        <a:p>
          <a:endParaRPr lang="en-IN"/>
        </a:p>
      </dgm:t>
    </dgm:pt>
    <dgm:pt modelId="{2DB5D06B-83F0-496D-8223-F8C7C269F621}" type="sibTrans" cxnId="{93FCAB9A-8204-459E-A13A-3452AAC15A98}">
      <dgm:prSet/>
      <dgm:spPr/>
      <dgm:t>
        <a:bodyPr/>
        <a:lstStyle/>
        <a:p>
          <a:endParaRPr lang="en-IN"/>
        </a:p>
      </dgm:t>
    </dgm:pt>
    <dgm:pt modelId="{75D01BBE-3236-425D-A89E-33378D5C3176}">
      <dgm:prSet custT="1"/>
      <dgm:spPr/>
      <dgm:t>
        <a:bodyPr/>
        <a:lstStyle/>
        <a:p>
          <a:r>
            <a:rPr lang="en-US" sz="1600" b="1" dirty="0"/>
            <a:t>Astable (free-running) mode</a:t>
          </a:r>
          <a:endParaRPr lang="en-IN" sz="1600" b="1" dirty="0"/>
        </a:p>
      </dgm:t>
    </dgm:pt>
    <dgm:pt modelId="{5B4B23AC-D7FE-4404-BE3F-E2F7CFC6730F}" type="parTrans" cxnId="{8A77AD18-F5F8-4924-B093-8A924D35B9CD}">
      <dgm:prSet/>
      <dgm:spPr/>
      <dgm:t>
        <a:bodyPr/>
        <a:lstStyle/>
        <a:p>
          <a:endParaRPr lang="en-IN"/>
        </a:p>
      </dgm:t>
    </dgm:pt>
    <dgm:pt modelId="{3FEFF910-6D22-4E7F-A949-FCE4E8555317}" type="sibTrans" cxnId="{8A77AD18-F5F8-4924-B093-8A924D35B9CD}">
      <dgm:prSet/>
      <dgm:spPr/>
      <dgm:t>
        <a:bodyPr/>
        <a:lstStyle/>
        <a:p>
          <a:endParaRPr lang="en-IN"/>
        </a:p>
      </dgm:t>
    </dgm:pt>
    <dgm:pt modelId="{B991F44B-71D3-48AB-A42F-1258F38C05DD}" type="pres">
      <dgm:prSet presAssocID="{272A219B-B0CA-4374-9360-C4FD03440CCB}" presName="hierChild1" presStyleCnt="0">
        <dgm:presLayoutVars>
          <dgm:orgChart val="1"/>
          <dgm:chPref val="1"/>
          <dgm:dir/>
          <dgm:animOne val="branch"/>
          <dgm:animLvl val="lvl"/>
          <dgm:resizeHandles/>
        </dgm:presLayoutVars>
      </dgm:prSet>
      <dgm:spPr/>
    </dgm:pt>
    <dgm:pt modelId="{DA236945-67A8-40C7-B5D8-3477572E8094}" type="pres">
      <dgm:prSet presAssocID="{993922A1-DA89-4097-A07F-06DF27E8E605}" presName="hierRoot1" presStyleCnt="0">
        <dgm:presLayoutVars>
          <dgm:hierBranch val="init"/>
        </dgm:presLayoutVars>
      </dgm:prSet>
      <dgm:spPr/>
    </dgm:pt>
    <dgm:pt modelId="{8C6C35C2-9294-42D8-A16C-8EA34F3E39FF}" type="pres">
      <dgm:prSet presAssocID="{993922A1-DA89-4097-A07F-06DF27E8E605}" presName="rootComposite1" presStyleCnt="0"/>
      <dgm:spPr/>
    </dgm:pt>
    <dgm:pt modelId="{7FACF972-33C1-4013-A157-82F59442EC3A}" type="pres">
      <dgm:prSet presAssocID="{993922A1-DA89-4097-A07F-06DF27E8E605}" presName="rootText1" presStyleLbl="node0" presStyleIdx="0" presStyleCnt="1">
        <dgm:presLayoutVars>
          <dgm:chPref val="3"/>
        </dgm:presLayoutVars>
      </dgm:prSet>
      <dgm:spPr/>
    </dgm:pt>
    <dgm:pt modelId="{8D1E63C4-4516-427B-849F-1759B0D13E67}" type="pres">
      <dgm:prSet presAssocID="{993922A1-DA89-4097-A07F-06DF27E8E605}" presName="rootConnector1" presStyleLbl="node1" presStyleIdx="0" presStyleCnt="0"/>
      <dgm:spPr/>
    </dgm:pt>
    <dgm:pt modelId="{3E467963-1342-4EDF-934D-00DE2E22C198}" type="pres">
      <dgm:prSet presAssocID="{993922A1-DA89-4097-A07F-06DF27E8E605}" presName="hierChild2" presStyleCnt="0"/>
      <dgm:spPr/>
    </dgm:pt>
    <dgm:pt modelId="{D8EC9CD1-9DD7-4270-AB64-F3ED47FCE102}" type="pres">
      <dgm:prSet presAssocID="{6BCAE334-4B6B-4E95-AF41-CFC0FD8CC1DE}" presName="Name37" presStyleLbl="parChTrans1D2" presStyleIdx="0" presStyleCnt="2"/>
      <dgm:spPr/>
    </dgm:pt>
    <dgm:pt modelId="{C3108D3C-16B9-4A52-BAED-70AE2AA7CBC8}" type="pres">
      <dgm:prSet presAssocID="{0EA82B9A-9D48-44D8-9F8E-F95C7A212C7C}" presName="hierRoot2" presStyleCnt="0">
        <dgm:presLayoutVars>
          <dgm:hierBranch val="init"/>
        </dgm:presLayoutVars>
      </dgm:prSet>
      <dgm:spPr/>
    </dgm:pt>
    <dgm:pt modelId="{4BA585F5-73E2-4357-8884-996D6B5C301C}" type="pres">
      <dgm:prSet presAssocID="{0EA82B9A-9D48-44D8-9F8E-F95C7A212C7C}" presName="rootComposite" presStyleCnt="0"/>
      <dgm:spPr/>
    </dgm:pt>
    <dgm:pt modelId="{C8DB54AE-3EE3-436A-A675-E4C1E601C1B8}" type="pres">
      <dgm:prSet presAssocID="{0EA82B9A-9D48-44D8-9F8E-F95C7A212C7C}" presName="rootText" presStyleLbl="node2" presStyleIdx="0" presStyleCnt="2">
        <dgm:presLayoutVars>
          <dgm:chPref val="3"/>
        </dgm:presLayoutVars>
      </dgm:prSet>
      <dgm:spPr/>
    </dgm:pt>
    <dgm:pt modelId="{25E120C5-889A-4E0C-8CDA-61B0AE140EF7}" type="pres">
      <dgm:prSet presAssocID="{0EA82B9A-9D48-44D8-9F8E-F95C7A212C7C}" presName="rootConnector" presStyleLbl="node2" presStyleIdx="0" presStyleCnt="2"/>
      <dgm:spPr/>
    </dgm:pt>
    <dgm:pt modelId="{F3F3FD62-4CBA-4003-816C-3077A1154151}" type="pres">
      <dgm:prSet presAssocID="{0EA82B9A-9D48-44D8-9F8E-F95C7A212C7C}" presName="hierChild4" presStyleCnt="0"/>
      <dgm:spPr/>
    </dgm:pt>
    <dgm:pt modelId="{9584080D-C53B-4E6B-BA22-8FB3ADA45290}" type="pres">
      <dgm:prSet presAssocID="{0EA82B9A-9D48-44D8-9F8E-F95C7A212C7C}" presName="hierChild5" presStyleCnt="0"/>
      <dgm:spPr/>
    </dgm:pt>
    <dgm:pt modelId="{C080669E-25D2-46F6-8987-350BCB6ED738}" type="pres">
      <dgm:prSet presAssocID="{5B4B23AC-D7FE-4404-BE3F-E2F7CFC6730F}" presName="Name37" presStyleLbl="parChTrans1D2" presStyleIdx="1" presStyleCnt="2"/>
      <dgm:spPr/>
    </dgm:pt>
    <dgm:pt modelId="{92E4D682-146A-4CA0-89DA-AF5FF70C6A07}" type="pres">
      <dgm:prSet presAssocID="{75D01BBE-3236-425D-A89E-33378D5C3176}" presName="hierRoot2" presStyleCnt="0">
        <dgm:presLayoutVars>
          <dgm:hierBranch val="init"/>
        </dgm:presLayoutVars>
      </dgm:prSet>
      <dgm:spPr/>
    </dgm:pt>
    <dgm:pt modelId="{5CA94F55-B495-42E4-A3E0-0CC6CCC6409D}" type="pres">
      <dgm:prSet presAssocID="{75D01BBE-3236-425D-A89E-33378D5C3176}" presName="rootComposite" presStyleCnt="0"/>
      <dgm:spPr/>
    </dgm:pt>
    <dgm:pt modelId="{F8BA776B-A8F9-4DA0-89DA-E63EEB3657AB}" type="pres">
      <dgm:prSet presAssocID="{75D01BBE-3236-425D-A89E-33378D5C3176}" presName="rootText" presStyleLbl="node2" presStyleIdx="1" presStyleCnt="2">
        <dgm:presLayoutVars>
          <dgm:chPref val="3"/>
        </dgm:presLayoutVars>
      </dgm:prSet>
      <dgm:spPr/>
    </dgm:pt>
    <dgm:pt modelId="{DBC19994-70ED-41C2-AA6B-9165E4E08812}" type="pres">
      <dgm:prSet presAssocID="{75D01BBE-3236-425D-A89E-33378D5C3176}" presName="rootConnector" presStyleLbl="node2" presStyleIdx="1" presStyleCnt="2"/>
      <dgm:spPr/>
    </dgm:pt>
    <dgm:pt modelId="{88F74AF0-116B-4E91-8DF2-2536B4AA1128}" type="pres">
      <dgm:prSet presAssocID="{75D01BBE-3236-425D-A89E-33378D5C3176}" presName="hierChild4" presStyleCnt="0"/>
      <dgm:spPr/>
    </dgm:pt>
    <dgm:pt modelId="{8CE7D34D-CBF1-4252-A9C9-15CDA214BCAF}" type="pres">
      <dgm:prSet presAssocID="{75D01BBE-3236-425D-A89E-33378D5C3176}" presName="hierChild5" presStyleCnt="0"/>
      <dgm:spPr/>
    </dgm:pt>
    <dgm:pt modelId="{5BBE88F1-8AA3-4805-9710-6C1C873F422B}" type="pres">
      <dgm:prSet presAssocID="{993922A1-DA89-4097-A07F-06DF27E8E605}" presName="hierChild3" presStyleCnt="0"/>
      <dgm:spPr/>
    </dgm:pt>
  </dgm:ptLst>
  <dgm:cxnLst>
    <dgm:cxn modelId="{AA9E1F09-BCF7-425E-8249-8E11BB7D25B2}" type="presOf" srcId="{0EA82B9A-9D48-44D8-9F8E-F95C7A212C7C}" destId="{C8DB54AE-3EE3-436A-A675-E4C1E601C1B8}" srcOrd="0" destOrd="0" presId="urn:microsoft.com/office/officeart/2005/8/layout/orgChart1"/>
    <dgm:cxn modelId="{8A77AD18-F5F8-4924-B093-8A924D35B9CD}" srcId="{993922A1-DA89-4097-A07F-06DF27E8E605}" destId="{75D01BBE-3236-425D-A89E-33378D5C3176}" srcOrd="1" destOrd="0" parTransId="{5B4B23AC-D7FE-4404-BE3F-E2F7CFC6730F}" sibTransId="{3FEFF910-6D22-4E7F-A949-FCE4E8555317}"/>
    <dgm:cxn modelId="{9604BA3F-4D32-4E02-A648-D24F2BC57C4A}" type="presOf" srcId="{272A219B-B0CA-4374-9360-C4FD03440CCB}" destId="{B991F44B-71D3-48AB-A42F-1258F38C05DD}" srcOrd="0" destOrd="0" presId="urn:microsoft.com/office/officeart/2005/8/layout/orgChart1"/>
    <dgm:cxn modelId="{850D086C-7905-4595-AC4F-AA543D8C0869}" type="presOf" srcId="{75D01BBE-3236-425D-A89E-33378D5C3176}" destId="{F8BA776B-A8F9-4DA0-89DA-E63EEB3657AB}" srcOrd="0" destOrd="0" presId="urn:microsoft.com/office/officeart/2005/8/layout/orgChart1"/>
    <dgm:cxn modelId="{43264C74-9CB0-4404-B09B-E9D8C53F42D0}" type="presOf" srcId="{6BCAE334-4B6B-4E95-AF41-CFC0FD8CC1DE}" destId="{D8EC9CD1-9DD7-4270-AB64-F3ED47FCE102}" srcOrd="0" destOrd="0" presId="urn:microsoft.com/office/officeart/2005/8/layout/orgChart1"/>
    <dgm:cxn modelId="{7910AB8A-FEE9-4D46-8C45-5EE812508762}" type="presOf" srcId="{75D01BBE-3236-425D-A89E-33378D5C3176}" destId="{DBC19994-70ED-41C2-AA6B-9165E4E08812}" srcOrd="1" destOrd="0" presId="urn:microsoft.com/office/officeart/2005/8/layout/orgChart1"/>
    <dgm:cxn modelId="{405D4694-2605-421E-8B81-63F54CDB8708}" srcId="{272A219B-B0CA-4374-9360-C4FD03440CCB}" destId="{993922A1-DA89-4097-A07F-06DF27E8E605}" srcOrd="0" destOrd="0" parTransId="{D657D016-B621-4116-8DE9-8F7FCE57129A}" sibTransId="{03EB39A7-CCCD-4287-90CC-3B8AF297B982}"/>
    <dgm:cxn modelId="{93FCAB9A-8204-459E-A13A-3452AAC15A98}" srcId="{993922A1-DA89-4097-A07F-06DF27E8E605}" destId="{0EA82B9A-9D48-44D8-9F8E-F95C7A212C7C}" srcOrd="0" destOrd="0" parTransId="{6BCAE334-4B6B-4E95-AF41-CFC0FD8CC1DE}" sibTransId="{2DB5D06B-83F0-496D-8223-F8C7C269F621}"/>
    <dgm:cxn modelId="{19C7409D-2447-4A0A-86E6-5C0A38CDBA5C}" type="presOf" srcId="{993922A1-DA89-4097-A07F-06DF27E8E605}" destId="{8D1E63C4-4516-427B-849F-1759B0D13E67}" srcOrd="1" destOrd="0" presId="urn:microsoft.com/office/officeart/2005/8/layout/orgChart1"/>
    <dgm:cxn modelId="{303929B5-852F-4306-BA46-03C66329A3BC}" type="presOf" srcId="{993922A1-DA89-4097-A07F-06DF27E8E605}" destId="{7FACF972-33C1-4013-A157-82F59442EC3A}" srcOrd="0" destOrd="0" presId="urn:microsoft.com/office/officeart/2005/8/layout/orgChart1"/>
    <dgm:cxn modelId="{D8A463D6-E4BE-45D2-9D42-430CAFFE0D8D}" type="presOf" srcId="{5B4B23AC-D7FE-4404-BE3F-E2F7CFC6730F}" destId="{C080669E-25D2-46F6-8987-350BCB6ED738}" srcOrd="0" destOrd="0" presId="urn:microsoft.com/office/officeart/2005/8/layout/orgChart1"/>
    <dgm:cxn modelId="{C8CC12DB-8527-48A8-B6BA-262A05877D93}" type="presOf" srcId="{0EA82B9A-9D48-44D8-9F8E-F95C7A212C7C}" destId="{25E120C5-889A-4E0C-8CDA-61B0AE140EF7}" srcOrd="1" destOrd="0" presId="urn:microsoft.com/office/officeart/2005/8/layout/orgChart1"/>
    <dgm:cxn modelId="{5312DC80-B5CD-4496-9F01-046DAE8D926C}" type="presParOf" srcId="{B991F44B-71D3-48AB-A42F-1258F38C05DD}" destId="{DA236945-67A8-40C7-B5D8-3477572E8094}" srcOrd="0" destOrd="0" presId="urn:microsoft.com/office/officeart/2005/8/layout/orgChart1"/>
    <dgm:cxn modelId="{AFC3C9EE-25EE-4547-A046-CF64049F573C}" type="presParOf" srcId="{DA236945-67A8-40C7-B5D8-3477572E8094}" destId="{8C6C35C2-9294-42D8-A16C-8EA34F3E39FF}" srcOrd="0" destOrd="0" presId="urn:microsoft.com/office/officeart/2005/8/layout/orgChart1"/>
    <dgm:cxn modelId="{702EAE90-D42E-4325-BDBA-496D41712AFC}" type="presParOf" srcId="{8C6C35C2-9294-42D8-A16C-8EA34F3E39FF}" destId="{7FACF972-33C1-4013-A157-82F59442EC3A}" srcOrd="0" destOrd="0" presId="urn:microsoft.com/office/officeart/2005/8/layout/orgChart1"/>
    <dgm:cxn modelId="{9D81F620-59B2-43DC-B1E9-FC58B57D5202}" type="presParOf" srcId="{8C6C35C2-9294-42D8-A16C-8EA34F3E39FF}" destId="{8D1E63C4-4516-427B-849F-1759B0D13E67}" srcOrd="1" destOrd="0" presId="urn:microsoft.com/office/officeart/2005/8/layout/orgChart1"/>
    <dgm:cxn modelId="{E45DF160-08F7-427D-87E0-ECD9672612C4}" type="presParOf" srcId="{DA236945-67A8-40C7-B5D8-3477572E8094}" destId="{3E467963-1342-4EDF-934D-00DE2E22C198}" srcOrd="1" destOrd="0" presId="urn:microsoft.com/office/officeart/2005/8/layout/orgChart1"/>
    <dgm:cxn modelId="{AA337EBC-3D94-4805-A801-65E82AF6E0DA}" type="presParOf" srcId="{3E467963-1342-4EDF-934D-00DE2E22C198}" destId="{D8EC9CD1-9DD7-4270-AB64-F3ED47FCE102}" srcOrd="0" destOrd="0" presId="urn:microsoft.com/office/officeart/2005/8/layout/orgChart1"/>
    <dgm:cxn modelId="{703FFC16-F8EA-4F56-8CF4-B408BB861C06}" type="presParOf" srcId="{3E467963-1342-4EDF-934D-00DE2E22C198}" destId="{C3108D3C-16B9-4A52-BAED-70AE2AA7CBC8}" srcOrd="1" destOrd="0" presId="urn:microsoft.com/office/officeart/2005/8/layout/orgChart1"/>
    <dgm:cxn modelId="{F468C41E-7E67-46B0-B13E-73084DD224CB}" type="presParOf" srcId="{C3108D3C-16B9-4A52-BAED-70AE2AA7CBC8}" destId="{4BA585F5-73E2-4357-8884-996D6B5C301C}" srcOrd="0" destOrd="0" presId="urn:microsoft.com/office/officeart/2005/8/layout/orgChart1"/>
    <dgm:cxn modelId="{0BDED500-FAE7-48DA-BA46-1E688745C66D}" type="presParOf" srcId="{4BA585F5-73E2-4357-8884-996D6B5C301C}" destId="{C8DB54AE-3EE3-436A-A675-E4C1E601C1B8}" srcOrd="0" destOrd="0" presId="urn:microsoft.com/office/officeart/2005/8/layout/orgChart1"/>
    <dgm:cxn modelId="{8692603D-1F09-4E68-8B4F-9249C02770C3}" type="presParOf" srcId="{4BA585F5-73E2-4357-8884-996D6B5C301C}" destId="{25E120C5-889A-4E0C-8CDA-61B0AE140EF7}" srcOrd="1" destOrd="0" presId="urn:microsoft.com/office/officeart/2005/8/layout/orgChart1"/>
    <dgm:cxn modelId="{CC9B8D26-EDEE-4579-972E-EF15839B1B31}" type="presParOf" srcId="{C3108D3C-16B9-4A52-BAED-70AE2AA7CBC8}" destId="{F3F3FD62-4CBA-4003-816C-3077A1154151}" srcOrd="1" destOrd="0" presId="urn:microsoft.com/office/officeart/2005/8/layout/orgChart1"/>
    <dgm:cxn modelId="{65EC1C6D-C6CC-470A-9B08-45F31C1E2A2C}" type="presParOf" srcId="{C3108D3C-16B9-4A52-BAED-70AE2AA7CBC8}" destId="{9584080D-C53B-4E6B-BA22-8FB3ADA45290}" srcOrd="2" destOrd="0" presId="urn:microsoft.com/office/officeart/2005/8/layout/orgChart1"/>
    <dgm:cxn modelId="{03F50D5E-8B0D-49FC-B0CA-3420FE1A903E}" type="presParOf" srcId="{3E467963-1342-4EDF-934D-00DE2E22C198}" destId="{C080669E-25D2-46F6-8987-350BCB6ED738}" srcOrd="2" destOrd="0" presId="urn:microsoft.com/office/officeart/2005/8/layout/orgChart1"/>
    <dgm:cxn modelId="{62F33043-EC0F-43FF-96CA-023D29C67A04}" type="presParOf" srcId="{3E467963-1342-4EDF-934D-00DE2E22C198}" destId="{92E4D682-146A-4CA0-89DA-AF5FF70C6A07}" srcOrd="3" destOrd="0" presId="urn:microsoft.com/office/officeart/2005/8/layout/orgChart1"/>
    <dgm:cxn modelId="{A08C5BB5-420C-46C7-89E8-2E37EECF53FB}" type="presParOf" srcId="{92E4D682-146A-4CA0-89DA-AF5FF70C6A07}" destId="{5CA94F55-B495-42E4-A3E0-0CC6CCC6409D}" srcOrd="0" destOrd="0" presId="urn:microsoft.com/office/officeart/2005/8/layout/orgChart1"/>
    <dgm:cxn modelId="{BA01E204-EE32-4606-B06C-7CF512259094}" type="presParOf" srcId="{5CA94F55-B495-42E4-A3E0-0CC6CCC6409D}" destId="{F8BA776B-A8F9-4DA0-89DA-E63EEB3657AB}" srcOrd="0" destOrd="0" presId="urn:microsoft.com/office/officeart/2005/8/layout/orgChart1"/>
    <dgm:cxn modelId="{52EC90B1-78E7-4A98-8DAA-929814AF3AD7}" type="presParOf" srcId="{5CA94F55-B495-42E4-A3E0-0CC6CCC6409D}" destId="{DBC19994-70ED-41C2-AA6B-9165E4E08812}" srcOrd="1" destOrd="0" presId="urn:microsoft.com/office/officeart/2005/8/layout/orgChart1"/>
    <dgm:cxn modelId="{59D65FF5-E0D9-4589-AC79-76ABAE5C041F}" type="presParOf" srcId="{92E4D682-146A-4CA0-89DA-AF5FF70C6A07}" destId="{88F74AF0-116B-4E91-8DF2-2536B4AA1128}" srcOrd="1" destOrd="0" presId="urn:microsoft.com/office/officeart/2005/8/layout/orgChart1"/>
    <dgm:cxn modelId="{272C6FA7-AA4C-4FB5-8B6D-F42E6C633857}" type="presParOf" srcId="{92E4D682-146A-4CA0-89DA-AF5FF70C6A07}" destId="{8CE7D34D-CBF1-4252-A9C9-15CDA214BCAF}" srcOrd="2" destOrd="0" presId="urn:microsoft.com/office/officeart/2005/8/layout/orgChart1"/>
    <dgm:cxn modelId="{B16EE876-EDE4-4DE0-B772-010F1EA7453F}" type="presParOf" srcId="{DA236945-67A8-40C7-B5D8-3477572E8094}" destId="{5BBE88F1-8AA3-4805-9710-6C1C873F422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5C55BCA-AC7E-4CF1-93C1-D4658498F8F0}"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IN"/>
        </a:p>
      </dgm:t>
    </dgm:pt>
    <dgm:pt modelId="{1E6613C3-1FB2-4173-828E-FE4E910A8DE1}">
      <dgm:prSet custT="1"/>
      <dgm:spPr/>
      <dgm:t>
        <a:bodyPr/>
        <a:lstStyle/>
        <a:p>
          <a:pPr>
            <a:lnSpc>
              <a:spcPct val="100000"/>
            </a:lnSpc>
            <a:defRPr b="1"/>
          </a:pPr>
          <a:r>
            <a:rPr lang="en-US" sz="2000" b="1" dirty="0">
              <a:solidFill>
                <a:schemeClr val="tx1"/>
              </a:solidFill>
              <a:latin typeface="Times New Roman" panose="02020603050405020304" pitchFamily="18" charset="0"/>
              <a:cs typeface="Times New Roman" panose="02020603050405020304" pitchFamily="18" charset="0"/>
            </a:rPr>
            <a:t>5G and Beyond</a:t>
          </a:r>
          <a:endParaRPr lang="en-IN" sz="2000" dirty="0">
            <a:solidFill>
              <a:schemeClr val="tx1"/>
            </a:solidFill>
            <a:latin typeface="Times New Roman" panose="02020603050405020304" pitchFamily="18" charset="0"/>
            <a:cs typeface="Times New Roman" panose="02020603050405020304" pitchFamily="18" charset="0"/>
          </a:endParaRPr>
        </a:p>
      </dgm:t>
    </dgm:pt>
    <dgm:pt modelId="{A0AE687F-56AE-4887-9738-F88B94EC55B0}" type="parTrans" cxnId="{5CAD3F55-FFC9-4397-AB54-AD77EBD66AE3}">
      <dgm:prSet/>
      <dgm:spPr/>
      <dgm:t>
        <a:bodyPr/>
        <a:lstStyle/>
        <a:p>
          <a:endParaRPr lang="en-IN"/>
        </a:p>
      </dgm:t>
    </dgm:pt>
    <dgm:pt modelId="{A11714D5-4A1B-4B40-B3B1-EA319D1A2AE2}" type="sibTrans" cxnId="{5CAD3F55-FFC9-4397-AB54-AD77EBD66AE3}">
      <dgm:prSet/>
      <dgm:spPr/>
      <dgm:t>
        <a:bodyPr/>
        <a:lstStyle/>
        <a:p>
          <a:endParaRPr lang="en-IN"/>
        </a:p>
      </dgm:t>
    </dgm:pt>
    <dgm:pt modelId="{7A01C4EA-E207-49CA-B192-0860ADAD6E0E}">
      <dgm:prSet custT="1"/>
      <dgm:spPr/>
      <dgm:t>
        <a:bodyPr/>
        <a:lstStyle/>
        <a:p>
          <a:pPr>
            <a:lnSpc>
              <a:spcPct val="100000"/>
            </a:lnSpc>
            <a:defRPr b="1"/>
          </a:pPr>
          <a:r>
            <a:rPr lang="en-US" sz="2000" b="1" dirty="0">
              <a:solidFill>
                <a:schemeClr val="tx1"/>
              </a:solidFill>
              <a:latin typeface="Times New Roman" panose="02020603050405020304" pitchFamily="18" charset="0"/>
              <a:cs typeface="Times New Roman" panose="02020603050405020304" pitchFamily="18" charset="0"/>
            </a:rPr>
            <a:t> Internet of Things (IoT)</a:t>
          </a:r>
          <a:endParaRPr lang="en-IN" sz="2000" dirty="0">
            <a:solidFill>
              <a:schemeClr val="tx1"/>
            </a:solidFill>
            <a:latin typeface="Times New Roman" panose="02020603050405020304" pitchFamily="18" charset="0"/>
            <a:cs typeface="Times New Roman" panose="02020603050405020304" pitchFamily="18" charset="0"/>
          </a:endParaRPr>
        </a:p>
      </dgm:t>
    </dgm:pt>
    <dgm:pt modelId="{8CC4F987-4D51-41F5-A9F3-F5D1DD94FD23}" type="parTrans" cxnId="{6CF6B63E-D2DE-4692-82F5-AB0912A1B4AB}">
      <dgm:prSet/>
      <dgm:spPr/>
      <dgm:t>
        <a:bodyPr/>
        <a:lstStyle/>
        <a:p>
          <a:endParaRPr lang="en-IN"/>
        </a:p>
      </dgm:t>
    </dgm:pt>
    <dgm:pt modelId="{5A4D1F90-B905-4D73-9205-48CCC344FE5E}" type="sibTrans" cxnId="{6CF6B63E-D2DE-4692-82F5-AB0912A1B4AB}">
      <dgm:prSet/>
      <dgm:spPr/>
      <dgm:t>
        <a:bodyPr/>
        <a:lstStyle/>
        <a:p>
          <a:endParaRPr lang="en-IN"/>
        </a:p>
      </dgm:t>
    </dgm:pt>
    <dgm:pt modelId="{AEC61BD8-633D-48EC-B5C0-4840D5BAFFA6}">
      <dgm:prSet custT="1"/>
      <dgm:spPr/>
      <dgm:t>
        <a:bodyPr/>
        <a:lstStyle/>
        <a:p>
          <a:pPr>
            <a:lnSpc>
              <a:spcPct val="100000"/>
            </a:lnSpc>
          </a:pPr>
          <a:r>
            <a:rPr lang="en-US" sz="1800" b="1" dirty="0">
              <a:solidFill>
                <a:schemeClr val="tx1"/>
              </a:solidFill>
              <a:latin typeface="Times New Roman" panose="02020603050405020304" pitchFamily="18" charset="0"/>
              <a:cs typeface="Times New Roman" panose="02020603050405020304" pitchFamily="18" charset="0"/>
            </a:rPr>
            <a:t>IoT Devices</a:t>
          </a:r>
          <a:r>
            <a:rPr lang="en-US" sz="1800" dirty="0">
              <a:solidFill>
                <a:schemeClr val="tx1"/>
              </a:solidFill>
              <a:latin typeface="Times New Roman" panose="02020603050405020304" pitchFamily="18" charset="0"/>
              <a:cs typeface="Times New Roman" panose="02020603050405020304" pitchFamily="18" charset="0"/>
            </a:rPr>
            <a:t>: Growing number of connected devices, leading to smart homes, cities, and industries.</a:t>
          </a:r>
          <a:endParaRPr lang="en-IN" sz="1800" dirty="0">
            <a:solidFill>
              <a:schemeClr val="tx1"/>
            </a:solidFill>
            <a:latin typeface="Times New Roman" panose="02020603050405020304" pitchFamily="18" charset="0"/>
            <a:cs typeface="Times New Roman" panose="02020603050405020304" pitchFamily="18" charset="0"/>
          </a:endParaRPr>
        </a:p>
      </dgm:t>
    </dgm:pt>
    <dgm:pt modelId="{56722FF5-2AAC-4F5F-B858-807B60017A55}" type="parTrans" cxnId="{6CBF41EF-262D-484D-9709-E6C0D7255BAD}">
      <dgm:prSet/>
      <dgm:spPr/>
      <dgm:t>
        <a:bodyPr/>
        <a:lstStyle/>
        <a:p>
          <a:endParaRPr lang="en-IN"/>
        </a:p>
      </dgm:t>
    </dgm:pt>
    <dgm:pt modelId="{259E2437-4F1F-4AEB-B0B4-BE2E83B35BAC}" type="sibTrans" cxnId="{6CBF41EF-262D-484D-9709-E6C0D7255BAD}">
      <dgm:prSet/>
      <dgm:spPr/>
      <dgm:t>
        <a:bodyPr/>
        <a:lstStyle/>
        <a:p>
          <a:endParaRPr lang="en-IN"/>
        </a:p>
      </dgm:t>
    </dgm:pt>
    <dgm:pt modelId="{6F595D4B-5E03-4EEA-95BD-D6060797FC6B}">
      <dgm:prSet custT="1"/>
      <dgm:spPr/>
      <dgm:t>
        <a:bodyPr/>
        <a:lstStyle/>
        <a:p>
          <a:pPr>
            <a:lnSpc>
              <a:spcPct val="100000"/>
            </a:lnSpc>
          </a:pPr>
          <a:r>
            <a:rPr lang="en-US" sz="1800" b="1" dirty="0">
              <a:solidFill>
                <a:schemeClr val="tx1"/>
              </a:solidFill>
              <a:latin typeface="Times New Roman" panose="02020603050405020304" pitchFamily="18" charset="0"/>
              <a:cs typeface="Times New Roman" panose="02020603050405020304" pitchFamily="18" charset="0"/>
            </a:rPr>
            <a:t>Low-Power Wide-Area Networks (LPWAN)</a:t>
          </a:r>
          <a:r>
            <a:rPr lang="en-US" sz="1800" dirty="0">
              <a:solidFill>
                <a:schemeClr val="tx1"/>
              </a:solidFill>
              <a:latin typeface="Times New Roman" panose="02020603050405020304" pitchFamily="18" charset="0"/>
              <a:cs typeface="Times New Roman" panose="02020603050405020304" pitchFamily="18" charset="0"/>
            </a:rPr>
            <a:t>: Technologies like </a:t>
          </a:r>
          <a:r>
            <a:rPr lang="en-US" sz="1800" dirty="0" err="1">
              <a:solidFill>
                <a:schemeClr val="tx1"/>
              </a:solidFill>
              <a:latin typeface="Times New Roman" panose="02020603050405020304" pitchFamily="18" charset="0"/>
              <a:cs typeface="Times New Roman" panose="02020603050405020304" pitchFamily="18" charset="0"/>
            </a:rPr>
            <a:t>LoRaWAN</a:t>
          </a:r>
          <a:r>
            <a:rPr lang="en-US" sz="1800" dirty="0">
              <a:solidFill>
                <a:schemeClr val="tx1"/>
              </a:solidFill>
              <a:latin typeface="Times New Roman" panose="02020603050405020304" pitchFamily="18" charset="0"/>
              <a:cs typeface="Times New Roman" panose="02020603050405020304" pitchFamily="18" charset="0"/>
            </a:rPr>
            <a:t> and NB-IoT enable long-range connectivity with low power consumption.</a:t>
          </a:r>
          <a:endParaRPr lang="en-IN" sz="1800" dirty="0">
            <a:solidFill>
              <a:schemeClr val="tx1"/>
            </a:solidFill>
            <a:latin typeface="Times New Roman" panose="02020603050405020304" pitchFamily="18" charset="0"/>
            <a:cs typeface="Times New Roman" panose="02020603050405020304" pitchFamily="18" charset="0"/>
          </a:endParaRPr>
        </a:p>
      </dgm:t>
    </dgm:pt>
    <dgm:pt modelId="{1F4FFF99-7A4C-40C9-93AD-5ACD8E2EE428}" type="parTrans" cxnId="{41A3B899-1978-4F08-88F2-94863A3BEF00}">
      <dgm:prSet/>
      <dgm:spPr/>
      <dgm:t>
        <a:bodyPr/>
        <a:lstStyle/>
        <a:p>
          <a:endParaRPr lang="en-IN"/>
        </a:p>
      </dgm:t>
    </dgm:pt>
    <dgm:pt modelId="{753B5CE5-21EE-441E-9D3E-CD1F78D916BC}" type="sibTrans" cxnId="{41A3B899-1978-4F08-88F2-94863A3BEF00}">
      <dgm:prSet/>
      <dgm:spPr/>
      <dgm:t>
        <a:bodyPr/>
        <a:lstStyle/>
        <a:p>
          <a:endParaRPr lang="en-IN"/>
        </a:p>
      </dgm:t>
    </dgm:pt>
    <dgm:pt modelId="{E0854595-E8C8-4BB2-8145-8A22B335FE99}">
      <dgm:prSet custT="1"/>
      <dgm:spPr/>
      <dgm:t>
        <a:bodyPr/>
        <a:lstStyle/>
        <a:p>
          <a:pPr>
            <a:lnSpc>
              <a:spcPct val="100000"/>
            </a:lnSpc>
            <a:defRPr b="1"/>
          </a:pPr>
          <a:r>
            <a:rPr lang="en-US" sz="1900" b="1" dirty="0">
              <a:solidFill>
                <a:schemeClr val="tx1"/>
              </a:solidFill>
              <a:latin typeface="Times New Roman" panose="02020603050405020304" pitchFamily="18" charset="0"/>
              <a:cs typeface="Times New Roman" panose="02020603050405020304" pitchFamily="18" charset="0"/>
            </a:rPr>
            <a:t>Artificial Intelligence and Machine Learning</a:t>
          </a:r>
          <a:endParaRPr lang="en-IN" sz="1900" dirty="0">
            <a:solidFill>
              <a:schemeClr val="tx1"/>
            </a:solidFill>
            <a:latin typeface="Times New Roman" panose="02020603050405020304" pitchFamily="18" charset="0"/>
            <a:cs typeface="Times New Roman" panose="02020603050405020304" pitchFamily="18" charset="0"/>
          </a:endParaRPr>
        </a:p>
      </dgm:t>
    </dgm:pt>
    <dgm:pt modelId="{3238905C-F658-4128-A9D7-A85B1425A9FE}" type="parTrans" cxnId="{27E3B8F6-F1D2-4ABF-8822-CBB6A048FEF8}">
      <dgm:prSet/>
      <dgm:spPr/>
      <dgm:t>
        <a:bodyPr/>
        <a:lstStyle/>
        <a:p>
          <a:endParaRPr lang="en-IN"/>
        </a:p>
      </dgm:t>
    </dgm:pt>
    <dgm:pt modelId="{51477FFC-75B3-466E-937B-BADE8B603F7D}" type="sibTrans" cxnId="{27E3B8F6-F1D2-4ABF-8822-CBB6A048FEF8}">
      <dgm:prSet/>
      <dgm:spPr/>
      <dgm:t>
        <a:bodyPr/>
        <a:lstStyle/>
        <a:p>
          <a:endParaRPr lang="en-IN"/>
        </a:p>
      </dgm:t>
    </dgm:pt>
    <dgm:pt modelId="{56819E7B-07A3-4888-B5CA-05C513C8BE96}">
      <dgm:prSet custT="1"/>
      <dgm:spPr/>
      <dgm:t>
        <a:bodyPr/>
        <a:lstStyle/>
        <a:p>
          <a:pPr>
            <a:lnSpc>
              <a:spcPct val="100000"/>
            </a:lnSpc>
          </a:pPr>
          <a:r>
            <a:rPr lang="en-US" sz="1800" b="1" dirty="0">
              <a:solidFill>
                <a:schemeClr val="tx1"/>
              </a:solidFill>
              <a:latin typeface="Times New Roman" panose="02020603050405020304" pitchFamily="18" charset="0"/>
              <a:cs typeface="Times New Roman" panose="02020603050405020304" pitchFamily="18" charset="0"/>
            </a:rPr>
            <a:t>AI for Network Management</a:t>
          </a:r>
          <a:r>
            <a:rPr lang="en-US" sz="1800" dirty="0">
              <a:solidFill>
                <a:schemeClr val="tx1"/>
              </a:solidFill>
              <a:latin typeface="Times New Roman" panose="02020603050405020304" pitchFamily="18" charset="0"/>
              <a:cs typeface="Times New Roman" panose="02020603050405020304" pitchFamily="18" charset="0"/>
            </a:rPr>
            <a:t>: Optimization and automation of networks for improved efficiency and performance.</a:t>
          </a:r>
          <a:endParaRPr lang="en-IN" sz="1800" dirty="0">
            <a:solidFill>
              <a:schemeClr val="tx1"/>
            </a:solidFill>
            <a:latin typeface="Times New Roman" panose="02020603050405020304" pitchFamily="18" charset="0"/>
            <a:cs typeface="Times New Roman" panose="02020603050405020304" pitchFamily="18" charset="0"/>
          </a:endParaRPr>
        </a:p>
      </dgm:t>
    </dgm:pt>
    <dgm:pt modelId="{F06149D2-755B-4476-BE7B-1E41DF978700}" type="parTrans" cxnId="{54709C52-3D7F-44A1-8E96-18286F1E2751}">
      <dgm:prSet/>
      <dgm:spPr/>
      <dgm:t>
        <a:bodyPr/>
        <a:lstStyle/>
        <a:p>
          <a:endParaRPr lang="en-IN"/>
        </a:p>
      </dgm:t>
    </dgm:pt>
    <dgm:pt modelId="{ABBA6DD2-0984-4A29-8427-8ED284FE4A22}" type="sibTrans" cxnId="{54709C52-3D7F-44A1-8E96-18286F1E2751}">
      <dgm:prSet/>
      <dgm:spPr/>
      <dgm:t>
        <a:bodyPr/>
        <a:lstStyle/>
        <a:p>
          <a:endParaRPr lang="en-IN"/>
        </a:p>
      </dgm:t>
    </dgm:pt>
    <dgm:pt modelId="{3D0BADED-B6AC-4BEF-BF3C-046B9A2ADF2D}">
      <dgm:prSet custT="1"/>
      <dgm:spPr/>
      <dgm:t>
        <a:bodyPr/>
        <a:lstStyle/>
        <a:p>
          <a:pPr>
            <a:lnSpc>
              <a:spcPct val="100000"/>
            </a:lnSpc>
          </a:pPr>
          <a:r>
            <a:rPr lang="en-US" sz="1800" b="1" dirty="0">
              <a:solidFill>
                <a:schemeClr val="tx1"/>
              </a:solidFill>
              <a:latin typeface="Times New Roman" panose="02020603050405020304" pitchFamily="18" charset="0"/>
              <a:cs typeface="Times New Roman" panose="02020603050405020304" pitchFamily="18" charset="0"/>
            </a:rPr>
            <a:t>Machine Learning in Signal Processing</a:t>
          </a:r>
          <a:r>
            <a:rPr lang="en-US" sz="1800" dirty="0">
              <a:solidFill>
                <a:schemeClr val="tx1"/>
              </a:solidFill>
              <a:latin typeface="Times New Roman" panose="02020603050405020304" pitchFamily="18" charset="0"/>
              <a:cs typeface="Times New Roman" panose="02020603050405020304" pitchFamily="18" charset="0"/>
            </a:rPr>
            <a:t>: Enhanced algorithms for noise reduction, signal compression, and error correction.</a:t>
          </a:r>
          <a:endParaRPr lang="en-IN" sz="1800" dirty="0">
            <a:solidFill>
              <a:schemeClr val="tx1"/>
            </a:solidFill>
            <a:latin typeface="Times New Roman" panose="02020603050405020304" pitchFamily="18" charset="0"/>
            <a:cs typeface="Times New Roman" panose="02020603050405020304" pitchFamily="18" charset="0"/>
          </a:endParaRPr>
        </a:p>
      </dgm:t>
    </dgm:pt>
    <dgm:pt modelId="{AB354D11-73C3-4039-BAF1-87257DC9CD6C}" type="parTrans" cxnId="{D134A77C-9AD0-4472-B142-CEA95DD428AB}">
      <dgm:prSet/>
      <dgm:spPr/>
      <dgm:t>
        <a:bodyPr/>
        <a:lstStyle/>
        <a:p>
          <a:endParaRPr lang="en-IN"/>
        </a:p>
      </dgm:t>
    </dgm:pt>
    <dgm:pt modelId="{92A4C43F-439D-436B-A300-6CA0C702BB12}" type="sibTrans" cxnId="{D134A77C-9AD0-4472-B142-CEA95DD428AB}">
      <dgm:prSet/>
      <dgm:spPr/>
      <dgm:t>
        <a:bodyPr/>
        <a:lstStyle/>
        <a:p>
          <a:endParaRPr lang="en-IN"/>
        </a:p>
      </dgm:t>
    </dgm:pt>
    <dgm:pt modelId="{31C5CFA6-0165-43A1-8909-04350947CEA8}">
      <dgm:prSet custT="1"/>
      <dgm:spPr/>
      <dgm:t>
        <a:bodyPr/>
        <a:lstStyle/>
        <a:p>
          <a:pPr>
            <a:lnSpc>
              <a:spcPct val="100000"/>
            </a:lnSpc>
          </a:pPr>
          <a:r>
            <a:rPr lang="en-US" sz="1800" dirty="0">
              <a:solidFill>
                <a:schemeClr val="tx1"/>
              </a:solidFill>
              <a:latin typeface="Times New Roman" panose="02020603050405020304" pitchFamily="18" charset="0"/>
              <a:cs typeface="Times New Roman" panose="02020603050405020304" pitchFamily="18" charset="0"/>
            </a:rPr>
            <a:t>Research is already underway, focusing on higher frequency bands (terahertz), advanced AI integration, and holographic communications.</a:t>
          </a:r>
          <a:endParaRPr lang="en-IN" sz="1800" dirty="0">
            <a:solidFill>
              <a:schemeClr val="tx1"/>
            </a:solidFill>
            <a:latin typeface="Times New Roman" panose="02020603050405020304" pitchFamily="18" charset="0"/>
            <a:cs typeface="Times New Roman" panose="02020603050405020304" pitchFamily="18" charset="0"/>
          </a:endParaRPr>
        </a:p>
      </dgm:t>
    </dgm:pt>
    <dgm:pt modelId="{043D80AA-DED9-47DD-9C76-4F580AD3D18D}" type="parTrans" cxnId="{8B91F609-62D9-4C04-BA74-578EEF310A53}">
      <dgm:prSet/>
      <dgm:spPr/>
      <dgm:t>
        <a:bodyPr/>
        <a:lstStyle/>
        <a:p>
          <a:endParaRPr lang="en-IN"/>
        </a:p>
      </dgm:t>
    </dgm:pt>
    <dgm:pt modelId="{2173044F-8B9F-4469-BD67-B025B4CB323C}" type="sibTrans" cxnId="{8B91F609-62D9-4C04-BA74-578EEF310A53}">
      <dgm:prSet/>
      <dgm:spPr/>
      <dgm:t>
        <a:bodyPr/>
        <a:lstStyle/>
        <a:p>
          <a:endParaRPr lang="en-IN"/>
        </a:p>
      </dgm:t>
    </dgm:pt>
    <dgm:pt modelId="{6B39CF3A-33B2-4825-B9DE-911DCFA746CF}" type="pres">
      <dgm:prSet presAssocID="{75C55BCA-AC7E-4CF1-93C1-D4658498F8F0}" presName="root" presStyleCnt="0">
        <dgm:presLayoutVars>
          <dgm:dir/>
          <dgm:resizeHandles val="exact"/>
        </dgm:presLayoutVars>
      </dgm:prSet>
      <dgm:spPr/>
    </dgm:pt>
    <dgm:pt modelId="{5E4EA130-FE93-4FD5-8AB6-B65F5683E2A2}" type="pres">
      <dgm:prSet presAssocID="{1E6613C3-1FB2-4173-828E-FE4E910A8DE1}" presName="compNode" presStyleCnt="0"/>
      <dgm:spPr/>
    </dgm:pt>
    <dgm:pt modelId="{C44DA9C9-9AC4-45E0-ACF7-3EA252F38862}" type="pres">
      <dgm:prSet presAssocID="{1E6613C3-1FB2-4173-828E-FE4E910A8DE1}" presName="iconRect" presStyleLbl="node1" presStyleIdx="0" presStyleCnt="3" custLinFactX="1797" custLinFactNeighborX="100000" custLinFactNeighborY="-3488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bot"/>
        </a:ext>
      </dgm:extLst>
    </dgm:pt>
    <dgm:pt modelId="{16131AA0-1D77-4C50-BAC9-41D072B96957}" type="pres">
      <dgm:prSet presAssocID="{1E6613C3-1FB2-4173-828E-FE4E910A8DE1}" presName="iconSpace" presStyleCnt="0"/>
      <dgm:spPr/>
    </dgm:pt>
    <dgm:pt modelId="{63453CF5-7BAA-4179-AA50-A5F8FE6EFEF0}" type="pres">
      <dgm:prSet presAssocID="{1E6613C3-1FB2-4173-828E-FE4E910A8DE1}" presName="parTx" presStyleLbl="revTx" presStyleIdx="0" presStyleCnt="6">
        <dgm:presLayoutVars>
          <dgm:chMax val="0"/>
          <dgm:chPref val="0"/>
        </dgm:presLayoutVars>
      </dgm:prSet>
      <dgm:spPr/>
    </dgm:pt>
    <dgm:pt modelId="{27588C9E-BFA1-48F9-BC70-3BB1F15B8519}" type="pres">
      <dgm:prSet presAssocID="{1E6613C3-1FB2-4173-828E-FE4E910A8DE1}" presName="txSpace" presStyleCnt="0"/>
      <dgm:spPr/>
    </dgm:pt>
    <dgm:pt modelId="{2A0C2805-36C1-4427-94E4-0A76E1B7F9BD}" type="pres">
      <dgm:prSet presAssocID="{1E6613C3-1FB2-4173-828E-FE4E910A8DE1}" presName="desTx" presStyleLbl="revTx" presStyleIdx="1" presStyleCnt="6">
        <dgm:presLayoutVars/>
      </dgm:prSet>
      <dgm:spPr/>
    </dgm:pt>
    <dgm:pt modelId="{23A23490-8067-4D37-A856-DF9FD4940407}" type="pres">
      <dgm:prSet presAssocID="{A11714D5-4A1B-4B40-B3B1-EA319D1A2AE2}" presName="sibTrans" presStyleCnt="0"/>
      <dgm:spPr/>
    </dgm:pt>
    <dgm:pt modelId="{39401E06-370A-4F3A-BA0E-D0E1415A2A29}" type="pres">
      <dgm:prSet presAssocID="{7A01C4EA-E207-49CA-B192-0860ADAD6E0E}" presName="compNode" presStyleCnt="0"/>
      <dgm:spPr/>
    </dgm:pt>
    <dgm:pt modelId="{AEC0B38A-2C38-4566-87EC-52C27E655ABE}" type="pres">
      <dgm:prSet presAssocID="{7A01C4EA-E207-49CA-B192-0860ADAD6E0E}" presName="iconRect" presStyleLbl="node1" presStyleIdx="1" presStyleCnt="3" custLinFactNeighborX="81120" custLinFactNeighborY="-1874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ireless router"/>
        </a:ext>
      </dgm:extLst>
    </dgm:pt>
    <dgm:pt modelId="{DAC724F8-C86F-4EA0-AA6A-AFE098311788}" type="pres">
      <dgm:prSet presAssocID="{7A01C4EA-E207-49CA-B192-0860ADAD6E0E}" presName="iconSpace" presStyleCnt="0"/>
      <dgm:spPr/>
    </dgm:pt>
    <dgm:pt modelId="{2EAEBCEE-1A83-4C5F-B642-1396FAA1AF70}" type="pres">
      <dgm:prSet presAssocID="{7A01C4EA-E207-49CA-B192-0860ADAD6E0E}" presName="parTx" presStyleLbl="revTx" presStyleIdx="2" presStyleCnt="6" custLinFactNeighborX="1663" custLinFactNeighborY="-19900">
        <dgm:presLayoutVars>
          <dgm:chMax val="0"/>
          <dgm:chPref val="0"/>
        </dgm:presLayoutVars>
      </dgm:prSet>
      <dgm:spPr/>
    </dgm:pt>
    <dgm:pt modelId="{440EA8F5-5EFE-43FC-AAEB-97F5A540B135}" type="pres">
      <dgm:prSet presAssocID="{7A01C4EA-E207-49CA-B192-0860ADAD6E0E}" presName="txSpace" presStyleCnt="0"/>
      <dgm:spPr/>
    </dgm:pt>
    <dgm:pt modelId="{72643BF2-7899-4E51-930C-2468C8CF2BFB}" type="pres">
      <dgm:prSet presAssocID="{7A01C4EA-E207-49CA-B192-0860ADAD6E0E}" presName="desTx" presStyleLbl="revTx" presStyleIdx="3" presStyleCnt="6">
        <dgm:presLayoutVars/>
      </dgm:prSet>
      <dgm:spPr/>
    </dgm:pt>
    <dgm:pt modelId="{B6A7F742-D50F-4336-BADD-99F0AD090219}" type="pres">
      <dgm:prSet presAssocID="{5A4D1F90-B905-4D73-9205-48CCC344FE5E}" presName="sibTrans" presStyleCnt="0"/>
      <dgm:spPr/>
    </dgm:pt>
    <dgm:pt modelId="{3F74E287-2D3C-44B3-97CF-69B16DCC2122}" type="pres">
      <dgm:prSet presAssocID="{E0854595-E8C8-4BB2-8145-8A22B335FE99}" presName="compNode" presStyleCnt="0"/>
      <dgm:spPr/>
    </dgm:pt>
    <dgm:pt modelId="{B50998E4-F7AD-40CC-82FD-B441FD11AA50}" type="pres">
      <dgm:prSet presAssocID="{E0854595-E8C8-4BB2-8145-8A22B335FE99}" presName="iconRect" presStyleLbl="node1" presStyleIdx="2" presStyleCnt="3" custLinFactX="3388" custLinFactNeighborX="100000" custLinFactNeighborY="-21099"/>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18B683A6-7439-4D07-AB55-F2DDEBBCB376}" type="pres">
      <dgm:prSet presAssocID="{E0854595-E8C8-4BB2-8145-8A22B335FE99}" presName="iconSpace" presStyleCnt="0"/>
      <dgm:spPr/>
    </dgm:pt>
    <dgm:pt modelId="{74A3E749-C1F6-4AFC-9F60-7856911AC598}" type="pres">
      <dgm:prSet presAssocID="{E0854595-E8C8-4BB2-8145-8A22B335FE99}" presName="parTx" presStyleLbl="revTx" presStyleIdx="4" presStyleCnt="6" custLinFactNeighborY="-19900">
        <dgm:presLayoutVars>
          <dgm:chMax val="0"/>
          <dgm:chPref val="0"/>
        </dgm:presLayoutVars>
      </dgm:prSet>
      <dgm:spPr/>
    </dgm:pt>
    <dgm:pt modelId="{A13640F6-0EE9-4C37-B38D-02BC4B00DE6E}" type="pres">
      <dgm:prSet presAssocID="{E0854595-E8C8-4BB2-8145-8A22B335FE99}" presName="txSpace" presStyleCnt="0"/>
      <dgm:spPr/>
    </dgm:pt>
    <dgm:pt modelId="{9031F889-1270-42D3-B2C1-70DD400F527C}" type="pres">
      <dgm:prSet presAssocID="{E0854595-E8C8-4BB2-8145-8A22B335FE99}" presName="desTx" presStyleLbl="revTx" presStyleIdx="5" presStyleCnt="6">
        <dgm:presLayoutVars/>
      </dgm:prSet>
      <dgm:spPr/>
    </dgm:pt>
  </dgm:ptLst>
  <dgm:cxnLst>
    <dgm:cxn modelId="{8B91F609-62D9-4C04-BA74-578EEF310A53}" srcId="{1E6613C3-1FB2-4173-828E-FE4E910A8DE1}" destId="{31C5CFA6-0165-43A1-8909-04350947CEA8}" srcOrd="0" destOrd="0" parTransId="{043D80AA-DED9-47DD-9C76-4F580AD3D18D}" sibTransId="{2173044F-8B9F-4469-BD67-B025B4CB323C}"/>
    <dgm:cxn modelId="{DD729E28-2E4C-4BEA-9D57-998056DCEC17}" type="presOf" srcId="{1E6613C3-1FB2-4173-828E-FE4E910A8DE1}" destId="{63453CF5-7BAA-4179-AA50-A5F8FE6EFEF0}" srcOrd="0" destOrd="0" presId="urn:microsoft.com/office/officeart/2018/2/layout/IconLabelDescriptionList"/>
    <dgm:cxn modelId="{3411822F-2835-447D-BAA1-715D3D743378}" type="presOf" srcId="{31C5CFA6-0165-43A1-8909-04350947CEA8}" destId="{2A0C2805-36C1-4427-94E4-0A76E1B7F9BD}" srcOrd="0" destOrd="0" presId="urn:microsoft.com/office/officeart/2018/2/layout/IconLabelDescriptionList"/>
    <dgm:cxn modelId="{6CF6B63E-D2DE-4692-82F5-AB0912A1B4AB}" srcId="{75C55BCA-AC7E-4CF1-93C1-D4658498F8F0}" destId="{7A01C4EA-E207-49CA-B192-0860ADAD6E0E}" srcOrd="1" destOrd="0" parTransId="{8CC4F987-4D51-41F5-A9F3-F5D1DD94FD23}" sibTransId="{5A4D1F90-B905-4D73-9205-48CCC344FE5E}"/>
    <dgm:cxn modelId="{A995BA5E-D04B-484A-AF90-ECDA4A1DFECB}" type="presOf" srcId="{7A01C4EA-E207-49CA-B192-0860ADAD6E0E}" destId="{2EAEBCEE-1A83-4C5F-B642-1396FAA1AF70}" srcOrd="0" destOrd="0" presId="urn:microsoft.com/office/officeart/2018/2/layout/IconLabelDescriptionList"/>
    <dgm:cxn modelId="{556F8C42-8356-4708-B74A-26BACCA7A108}" type="presOf" srcId="{AEC61BD8-633D-48EC-B5C0-4840D5BAFFA6}" destId="{72643BF2-7899-4E51-930C-2468C8CF2BFB}" srcOrd="0" destOrd="0" presId="urn:microsoft.com/office/officeart/2018/2/layout/IconLabelDescriptionList"/>
    <dgm:cxn modelId="{54709C52-3D7F-44A1-8E96-18286F1E2751}" srcId="{E0854595-E8C8-4BB2-8145-8A22B335FE99}" destId="{56819E7B-07A3-4888-B5CA-05C513C8BE96}" srcOrd="0" destOrd="0" parTransId="{F06149D2-755B-4476-BE7B-1E41DF978700}" sibTransId="{ABBA6DD2-0984-4A29-8427-8ED284FE4A22}"/>
    <dgm:cxn modelId="{DCE9B172-42BD-4795-ABBE-257E3F818045}" type="presOf" srcId="{56819E7B-07A3-4888-B5CA-05C513C8BE96}" destId="{9031F889-1270-42D3-B2C1-70DD400F527C}" srcOrd="0" destOrd="0" presId="urn:microsoft.com/office/officeart/2018/2/layout/IconLabelDescriptionList"/>
    <dgm:cxn modelId="{5CAD3F55-FFC9-4397-AB54-AD77EBD66AE3}" srcId="{75C55BCA-AC7E-4CF1-93C1-D4658498F8F0}" destId="{1E6613C3-1FB2-4173-828E-FE4E910A8DE1}" srcOrd="0" destOrd="0" parTransId="{A0AE687F-56AE-4887-9738-F88B94EC55B0}" sibTransId="{A11714D5-4A1B-4B40-B3B1-EA319D1A2AE2}"/>
    <dgm:cxn modelId="{D134A77C-9AD0-4472-B142-CEA95DD428AB}" srcId="{E0854595-E8C8-4BB2-8145-8A22B335FE99}" destId="{3D0BADED-B6AC-4BEF-BF3C-046B9A2ADF2D}" srcOrd="1" destOrd="0" parTransId="{AB354D11-73C3-4039-BAF1-87257DC9CD6C}" sibTransId="{92A4C43F-439D-436B-A300-6CA0C702BB12}"/>
    <dgm:cxn modelId="{41A3B899-1978-4F08-88F2-94863A3BEF00}" srcId="{7A01C4EA-E207-49CA-B192-0860ADAD6E0E}" destId="{6F595D4B-5E03-4EEA-95BD-D6060797FC6B}" srcOrd="1" destOrd="0" parTransId="{1F4FFF99-7A4C-40C9-93AD-5ACD8E2EE428}" sibTransId="{753B5CE5-21EE-441E-9D3E-CD1F78D916BC}"/>
    <dgm:cxn modelId="{B40786AC-965D-4524-83C5-D60EA9E2461B}" type="presOf" srcId="{3D0BADED-B6AC-4BEF-BF3C-046B9A2ADF2D}" destId="{9031F889-1270-42D3-B2C1-70DD400F527C}" srcOrd="0" destOrd="1" presId="urn:microsoft.com/office/officeart/2018/2/layout/IconLabelDescriptionList"/>
    <dgm:cxn modelId="{FEE774B5-6EB7-4D15-ABFE-495BB7DDE235}" type="presOf" srcId="{E0854595-E8C8-4BB2-8145-8A22B335FE99}" destId="{74A3E749-C1F6-4AFC-9F60-7856911AC598}" srcOrd="0" destOrd="0" presId="urn:microsoft.com/office/officeart/2018/2/layout/IconLabelDescriptionList"/>
    <dgm:cxn modelId="{FDD5B0E7-11EA-494D-B6BE-81828A38EEAE}" type="presOf" srcId="{75C55BCA-AC7E-4CF1-93C1-D4658498F8F0}" destId="{6B39CF3A-33B2-4825-B9DE-911DCFA746CF}" srcOrd="0" destOrd="0" presId="urn:microsoft.com/office/officeart/2018/2/layout/IconLabelDescriptionList"/>
    <dgm:cxn modelId="{6CBF41EF-262D-484D-9709-E6C0D7255BAD}" srcId="{7A01C4EA-E207-49CA-B192-0860ADAD6E0E}" destId="{AEC61BD8-633D-48EC-B5C0-4840D5BAFFA6}" srcOrd="0" destOrd="0" parTransId="{56722FF5-2AAC-4F5F-B858-807B60017A55}" sibTransId="{259E2437-4F1F-4AEB-B0B4-BE2E83B35BAC}"/>
    <dgm:cxn modelId="{CF2C46F6-16CD-4AA9-8C75-767955E5288E}" type="presOf" srcId="{6F595D4B-5E03-4EEA-95BD-D6060797FC6B}" destId="{72643BF2-7899-4E51-930C-2468C8CF2BFB}" srcOrd="0" destOrd="1" presId="urn:microsoft.com/office/officeart/2018/2/layout/IconLabelDescriptionList"/>
    <dgm:cxn modelId="{27E3B8F6-F1D2-4ABF-8822-CBB6A048FEF8}" srcId="{75C55BCA-AC7E-4CF1-93C1-D4658498F8F0}" destId="{E0854595-E8C8-4BB2-8145-8A22B335FE99}" srcOrd="2" destOrd="0" parTransId="{3238905C-F658-4128-A9D7-A85B1425A9FE}" sibTransId="{51477FFC-75B3-466E-937B-BADE8B603F7D}"/>
    <dgm:cxn modelId="{BBB62E19-4335-4EE2-9466-E4F0E28212EE}" type="presParOf" srcId="{6B39CF3A-33B2-4825-B9DE-911DCFA746CF}" destId="{5E4EA130-FE93-4FD5-8AB6-B65F5683E2A2}" srcOrd="0" destOrd="0" presId="urn:microsoft.com/office/officeart/2018/2/layout/IconLabelDescriptionList"/>
    <dgm:cxn modelId="{1E5BB8F9-C584-4E7E-9801-A52EDB39A2D5}" type="presParOf" srcId="{5E4EA130-FE93-4FD5-8AB6-B65F5683E2A2}" destId="{C44DA9C9-9AC4-45E0-ACF7-3EA252F38862}" srcOrd="0" destOrd="0" presId="urn:microsoft.com/office/officeart/2018/2/layout/IconLabelDescriptionList"/>
    <dgm:cxn modelId="{36337C5E-F537-4332-888E-C5909064710B}" type="presParOf" srcId="{5E4EA130-FE93-4FD5-8AB6-B65F5683E2A2}" destId="{16131AA0-1D77-4C50-BAC9-41D072B96957}" srcOrd="1" destOrd="0" presId="urn:microsoft.com/office/officeart/2018/2/layout/IconLabelDescriptionList"/>
    <dgm:cxn modelId="{745E9E2F-5282-4DCB-9B8F-FD7BC0F4B965}" type="presParOf" srcId="{5E4EA130-FE93-4FD5-8AB6-B65F5683E2A2}" destId="{63453CF5-7BAA-4179-AA50-A5F8FE6EFEF0}" srcOrd="2" destOrd="0" presId="urn:microsoft.com/office/officeart/2018/2/layout/IconLabelDescriptionList"/>
    <dgm:cxn modelId="{A3B8F993-0292-4E54-8297-2A0B1E1C13BD}" type="presParOf" srcId="{5E4EA130-FE93-4FD5-8AB6-B65F5683E2A2}" destId="{27588C9E-BFA1-48F9-BC70-3BB1F15B8519}" srcOrd="3" destOrd="0" presId="urn:microsoft.com/office/officeart/2018/2/layout/IconLabelDescriptionList"/>
    <dgm:cxn modelId="{6A2F6DD7-E440-4774-BCD6-EDF36C3AA92F}" type="presParOf" srcId="{5E4EA130-FE93-4FD5-8AB6-B65F5683E2A2}" destId="{2A0C2805-36C1-4427-94E4-0A76E1B7F9BD}" srcOrd="4" destOrd="0" presId="urn:microsoft.com/office/officeart/2018/2/layout/IconLabelDescriptionList"/>
    <dgm:cxn modelId="{D31DAD04-E034-41E1-A982-8444C73358CF}" type="presParOf" srcId="{6B39CF3A-33B2-4825-B9DE-911DCFA746CF}" destId="{23A23490-8067-4D37-A856-DF9FD4940407}" srcOrd="1" destOrd="0" presId="urn:microsoft.com/office/officeart/2018/2/layout/IconLabelDescriptionList"/>
    <dgm:cxn modelId="{2BD2B4FD-2E29-48D7-AE6D-02072B37C976}" type="presParOf" srcId="{6B39CF3A-33B2-4825-B9DE-911DCFA746CF}" destId="{39401E06-370A-4F3A-BA0E-D0E1415A2A29}" srcOrd="2" destOrd="0" presId="urn:microsoft.com/office/officeart/2018/2/layout/IconLabelDescriptionList"/>
    <dgm:cxn modelId="{ADAAA3CA-0BBE-467C-A788-ADB5F3D60966}" type="presParOf" srcId="{39401E06-370A-4F3A-BA0E-D0E1415A2A29}" destId="{AEC0B38A-2C38-4566-87EC-52C27E655ABE}" srcOrd="0" destOrd="0" presId="urn:microsoft.com/office/officeart/2018/2/layout/IconLabelDescriptionList"/>
    <dgm:cxn modelId="{EACEAB45-9056-4A98-8EDB-A1E463AC1413}" type="presParOf" srcId="{39401E06-370A-4F3A-BA0E-D0E1415A2A29}" destId="{DAC724F8-C86F-4EA0-AA6A-AFE098311788}" srcOrd="1" destOrd="0" presId="urn:microsoft.com/office/officeart/2018/2/layout/IconLabelDescriptionList"/>
    <dgm:cxn modelId="{27FBBAFB-9D4B-4230-B08F-070AA62E2919}" type="presParOf" srcId="{39401E06-370A-4F3A-BA0E-D0E1415A2A29}" destId="{2EAEBCEE-1A83-4C5F-B642-1396FAA1AF70}" srcOrd="2" destOrd="0" presId="urn:microsoft.com/office/officeart/2018/2/layout/IconLabelDescriptionList"/>
    <dgm:cxn modelId="{F5C7FDCD-612C-4555-AFF1-C94D1C63EAE7}" type="presParOf" srcId="{39401E06-370A-4F3A-BA0E-D0E1415A2A29}" destId="{440EA8F5-5EFE-43FC-AAEB-97F5A540B135}" srcOrd="3" destOrd="0" presId="urn:microsoft.com/office/officeart/2018/2/layout/IconLabelDescriptionList"/>
    <dgm:cxn modelId="{9847080C-11AC-4272-BFCC-10437EEC0B8D}" type="presParOf" srcId="{39401E06-370A-4F3A-BA0E-D0E1415A2A29}" destId="{72643BF2-7899-4E51-930C-2468C8CF2BFB}" srcOrd="4" destOrd="0" presId="urn:microsoft.com/office/officeart/2018/2/layout/IconLabelDescriptionList"/>
    <dgm:cxn modelId="{F03CADD4-B8EA-44A6-B984-D9A3DBF91CEA}" type="presParOf" srcId="{6B39CF3A-33B2-4825-B9DE-911DCFA746CF}" destId="{B6A7F742-D50F-4336-BADD-99F0AD090219}" srcOrd="3" destOrd="0" presId="urn:microsoft.com/office/officeart/2018/2/layout/IconLabelDescriptionList"/>
    <dgm:cxn modelId="{3BBF2694-8E12-4D3E-AB7B-11E47B9566C7}" type="presParOf" srcId="{6B39CF3A-33B2-4825-B9DE-911DCFA746CF}" destId="{3F74E287-2D3C-44B3-97CF-69B16DCC2122}" srcOrd="4" destOrd="0" presId="urn:microsoft.com/office/officeart/2018/2/layout/IconLabelDescriptionList"/>
    <dgm:cxn modelId="{96D5F709-858A-40D1-8661-1CF72D9E7C7C}" type="presParOf" srcId="{3F74E287-2D3C-44B3-97CF-69B16DCC2122}" destId="{B50998E4-F7AD-40CC-82FD-B441FD11AA50}" srcOrd="0" destOrd="0" presId="urn:microsoft.com/office/officeart/2018/2/layout/IconLabelDescriptionList"/>
    <dgm:cxn modelId="{9FB9D354-E2FB-49B9-86CC-F1B53A3648F0}" type="presParOf" srcId="{3F74E287-2D3C-44B3-97CF-69B16DCC2122}" destId="{18B683A6-7439-4D07-AB55-F2DDEBBCB376}" srcOrd="1" destOrd="0" presId="urn:microsoft.com/office/officeart/2018/2/layout/IconLabelDescriptionList"/>
    <dgm:cxn modelId="{F053F31F-45D2-421D-B2E8-5859B3E8F33E}" type="presParOf" srcId="{3F74E287-2D3C-44B3-97CF-69B16DCC2122}" destId="{74A3E749-C1F6-4AFC-9F60-7856911AC598}" srcOrd="2" destOrd="0" presId="urn:microsoft.com/office/officeart/2018/2/layout/IconLabelDescriptionList"/>
    <dgm:cxn modelId="{922FE7B4-390B-4065-A818-8583F613CAD2}" type="presParOf" srcId="{3F74E287-2D3C-44B3-97CF-69B16DCC2122}" destId="{A13640F6-0EE9-4C37-B38D-02BC4B00DE6E}" srcOrd="3" destOrd="0" presId="urn:microsoft.com/office/officeart/2018/2/layout/IconLabelDescriptionList"/>
    <dgm:cxn modelId="{DFA2CD1C-36D9-4832-B659-E62D577106B1}" type="presParOf" srcId="{3F74E287-2D3C-44B3-97CF-69B16DCC2122}" destId="{9031F889-1270-42D3-B2C1-70DD400F527C}"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335A1AA-8D98-437D-B7A5-43F0058CF666}" type="doc">
      <dgm:prSet loTypeId="urn:microsoft.com/office/officeart/2018/2/layout/IconLabelDescriptionList" loCatId="icon" qsTypeId="urn:microsoft.com/office/officeart/2005/8/quickstyle/simple1" qsCatId="simple" csTypeId="urn:microsoft.com/office/officeart/2005/8/colors/colorful4" csCatId="colorful" phldr="1"/>
      <dgm:spPr/>
      <dgm:t>
        <a:bodyPr/>
        <a:lstStyle/>
        <a:p>
          <a:endParaRPr lang="en-US"/>
        </a:p>
      </dgm:t>
    </dgm:pt>
    <dgm:pt modelId="{9E7F109C-9C8A-474F-9474-00AABE3BA13A}">
      <dgm:prSet custT="1"/>
      <dgm:spPr/>
      <dgm:t>
        <a:bodyPr/>
        <a:lstStyle/>
        <a:p>
          <a:pPr>
            <a:lnSpc>
              <a:spcPct val="100000"/>
            </a:lnSpc>
            <a:defRPr b="1"/>
          </a:pPr>
          <a:r>
            <a:rPr lang="en-US" sz="1800" b="1" dirty="0"/>
            <a:t>Massive MIMO and Beamforming</a:t>
          </a:r>
          <a:endParaRPr lang="en-US" sz="1800" dirty="0"/>
        </a:p>
      </dgm:t>
    </dgm:pt>
    <dgm:pt modelId="{015C7418-C68B-4F2F-A52A-47A9F77BD567}" type="parTrans" cxnId="{368C9AEC-43D1-4CA7-899C-571805AC628A}">
      <dgm:prSet/>
      <dgm:spPr/>
      <dgm:t>
        <a:bodyPr/>
        <a:lstStyle/>
        <a:p>
          <a:endParaRPr lang="en-US"/>
        </a:p>
      </dgm:t>
    </dgm:pt>
    <dgm:pt modelId="{A21F9343-1135-4641-9A7E-3501A2619216}" type="sibTrans" cxnId="{368C9AEC-43D1-4CA7-899C-571805AC628A}">
      <dgm:prSet/>
      <dgm:spPr/>
      <dgm:t>
        <a:bodyPr/>
        <a:lstStyle/>
        <a:p>
          <a:endParaRPr lang="en-US"/>
        </a:p>
      </dgm:t>
    </dgm:pt>
    <dgm:pt modelId="{71BD6CC0-D36C-4D24-8098-37D3064EAE2D}">
      <dgm:prSet custT="1"/>
      <dgm:spPr/>
      <dgm:t>
        <a:bodyPr/>
        <a:lstStyle/>
        <a:p>
          <a:pPr>
            <a:lnSpc>
              <a:spcPct val="100000"/>
            </a:lnSpc>
          </a:pPr>
          <a:r>
            <a:rPr lang="en-US" sz="1800" b="1" dirty="0"/>
            <a:t>Massive MIMO</a:t>
          </a:r>
          <a:r>
            <a:rPr lang="en-US" sz="1800" dirty="0"/>
            <a:t>: Using a large number of antennas to improve spectral efficiency and capacity.</a:t>
          </a:r>
        </a:p>
      </dgm:t>
    </dgm:pt>
    <dgm:pt modelId="{8122613E-6A3C-495F-A63B-BA61764988C0}" type="parTrans" cxnId="{B8DFEB9D-07E7-43A7-9070-55A7E361F5D0}">
      <dgm:prSet/>
      <dgm:spPr/>
      <dgm:t>
        <a:bodyPr/>
        <a:lstStyle/>
        <a:p>
          <a:endParaRPr lang="en-US"/>
        </a:p>
      </dgm:t>
    </dgm:pt>
    <dgm:pt modelId="{E94CBF7C-775D-41DC-A2D0-DA3A617EC20E}" type="sibTrans" cxnId="{B8DFEB9D-07E7-43A7-9070-55A7E361F5D0}">
      <dgm:prSet/>
      <dgm:spPr/>
      <dgm:t>
        <a:bodyPr/>
        <a:lstStyle/>
        <a:p>
          <a:endParaRPr lang="en-US"/>
        </a:p>
      </dgm:t>
    </dgm:pt>
    <dgm:pt modelId="{88D26BBF-7C0B-4043-9A67-2F6393B75951}">
      <dgm:prSet custT="1"/>
      <dgm:spPr/>
      <dgm:t>
        <a:bodyPr/>
        <a:lstStyle/>
        <a:p>
          <a:pPr>
            <a:lnSpc>
              <a:spcPct val="100000"/>
            </a:lnSpc>
          </a:pPr>
          <a:r>
            <a:rPr lang="en-US" sz="1800" b="1" dirty="0"/>
            <a:t>Beamforming</a:t>
          </a:r>
          <a:r>
            <a:rPr lang="en-US" sz="1800" dirty="0"/>
            <a:t>: Directing signals to specific users, enhancing signal quality and reducing interference.</a:t>
          </a:r>
        </a:p>
      </dgm:t>
    </dgm:pt>
    <dgm:pt modelId="{2C6D44C7-3D11-4D98-B193-FF9E284447AA}" type="parTrans" cxnId="{EEE1184C-9B85-4042-9D1E-A2692B1A4C0F}">
      <dgm:prSet/>
      <dgm:spPr/>
      <dgm:t>
        <a:bodyPr/>
        <a:lstStyle/>
        <a:p>
          <a:endParaRPr lang="en-US"/>
        </a:p>
      </dgm:t>
    </dgm:pt>
    <dgm:pt modelId="{93327C6D-1A89-4D3C-AFD3-1D10D32F1B6E}" type="sibTrans" cxnId="{EEE1184C-9B85-4042-9D1E-A2692B1A4C0F}">
      <dgm:prSet/>
      <dgm:spPr/>
      <dgm:t>
        <a:bodyPr/>
        <a:lstStyle/>
        <a:p>
          <a:endParaRPr lang="en-US"/>
        </a:p>
      </dgm:t>
    </dgm:pt>
    <dgm:pt modelId="{ECF97363-B374-4868-BC51-8F0170399BD4}">
      <dgm:prSet custT="1"/>
      <dgm:spPr/>
      <dgm:t>
        <a:bodyPr/>
        <a:lstStyle/>
        <a:p>
          <a:pPr>
            <a:lnSpc>
              <a:spcPct val="100000"/>
            </a:lnSpc>
            <a:defRPr b="1"/>
          </a:pPr>
          <a:r>
            <a:rPr lang="en-US" sz="2000" b="1" dirty="0"/>
            <a:t>Terahertz Communication</a:t>
          </a:r>
          <a:endParaRPr lang="en-US" sz="2000" dirty="0"/>
        </a:p>
      </dgm:t>
    </dgm:pt>
    <dgm:pt modelId="{714EB9A0-961A-48E2-B9C2-FB2E3C1B4D66}" type="parTrans" cxnId="{555330CF-4676-4BC7-B3B5-34FDB8BC572A}">
      <dgm:prSet/>
      <dgm:spPr/>
      <dgm:t>
        <a:bodyPr/>
        <a:lstStyle/>
        <a:p>
          <a:endParaRPr lang="en-US"/>
        </a:p>
      </dgm:t>
    </dgm:pt>
    <dgm:pt modelId="{893B80C0-9B34-40BD-B646-FC73EFED3461}" type="sibTrans" cxnId="{555330CF-4676-4BC7-B3B5-34FDB8BC572A}">
      <dgm:prSet/>
      <dgm:spPr/>
      <dgm:t>
        <a:bodyPr/>
        <a:lstStyle/>
        <a:p>
          <a:endParaRPr lang="en-US"/>
        </a:p>
      </dgm:t>
    </dgm:pt>
    <dgm:pt modelId="{01658BCB-DC0B-41E3-8061-48351B8F1E87}">
      <dgm:prSet custT="1"/>
      <dgm:spPr/>
      <dgm:t>
        <a:bodyPr/>
        <a:lstStyle/>
        <a:p>
          <a:pPr>
            <a:lnSpc>
              <a:spcPct val="100000"/>
            </a:lnSpc>
          </a:pPr>
          <a:r>
            <a:rPr lang="en-US" sz="1800" b="1" dirty="0"/>
            <a:t>High-Frequency Bands</a:t>
          </a:r>
          <a:r>
            <a:rPr lang="en-US" sz="1800" dirty="0"/>
            <a:t>: Utilization of terahertz frequencies for ultra-high-speed data transfer.</a:t>
          </a:r>
        </a:p>
      </dgm:t>
    </dgm:pt>
    <dgm:pt modelId="{B3287E89-CB00-457D-8F83-854CA48D35E4}" type="parTrans" cxnId="{0FD3F3EA-2B10-4B95-AEDB-8B8DA8D26EDF}">
      <dgm:prSet/>
      <dgm:spPr/>
      <dgm:t>
        <a:bodyPr/>
        <a:lstStyle/>
        <a:p>
          <a:endParaRPr lang="en-US"/>
        </a:p>
      </dgm:t>
    </dgm:pt>
    <dgm:pt modelId="{2738CF97-E329-4739-B2E7-0F49D22D54F3}" type="sibTrans" cxnId="{0FD3F3EA-2B10-4B95-AEDB-8B8DA8D26EDF}">
      <dgm:prSet/>
      <dgm:spPr/>
      <dgm:t>
        <a:bodyPr/>
        <a:lstStyle/>
        <a:p>
          <a:endParaRPr lang="en-US"/>
        </a:p>
      </dgm:t>
    </dgm:pt>
    <dgm:pt modelId="{1AF758C3-3022-4D30-B2C9-223EA6F42719}">
      <dgm:prSet custT="1"/>
      <dgm:spPr/>
      <dgm:t>
        <a:bodyPr/>
        <a:lstStyle/>
        <a:p>
          <a:pPr>
            <a:lnSpc>
              <a:spcPct val="100000"/>
            </a:lnSpc>
            <a:defRPr b="1"/>
          </a:pPr>
          <a:r>
            <a:rPr lang="en-US" sz="1600" b="1" dirty="0"/>
            <a:t>Blockchain for Communication Networks</a:t>
          </a:r>
          <a:endParaRPr lang="en-US" sz="1600" dirty="0"/>
        </a:p>
      </dgm:t>
    </dgm:pt>
    <dgm:pt modelId="{3D46B6A4-BBC5-47CD-9CB2-1B83AFBAB810}" type="parTrans" cxnId="{9C435BBA-0AE0-46FD-8212-4120AF8F03FC}">
      <dgm:prSet/>
      <dgm:spPr/>
      <dgm:t>
        <a:bodyPr/>
        <a:lstStyle/>
        <a:p>
          <a:endParaRPr lang="en-US"/>
        </a:p>
      </dgm:t>
    </dgm:pt>
    <dgm:pt modelId="{8D180908-1A19-4F63-BB9F-D929C1FBB722}" type="sibTrans" cxnId="{9C435BBA-0AE0-46FD-8212-4120AF8F03FC}">
      <dgm:prSet/>
      <dgm:spPr/>
      <dgm:t>
        <a:bodyPr/>
        <a:lstStyle/>
        <a:p>
          <a:endParaRPr lang="en-US"/>
        </a:p>
      </dgm:t>
    </dgm:pt>
    <dgm:pt modelId="{27F6B67E-1445-4310-B39E-DBEF2185EEDD}">
      <dgm:prSet custT="1"/>
      <dgm:spPr/>
      <dgm:t>
        <a:bodyPr/>
        <a:lstStyle/>
        <a:p>
          <a:pPr>
            <a:lnSpc>
              <a:spcPct val="100000"/>
            </a:lnSpc>
          </a:pPr>
          <a:r>
            <a:rPr lang="en-US" sz="1800" b="1" dirty="0"/>
            <a:t>Decentralization</a:t>
          </a:r>
          <a:r>
            <a:rPr lang="en-US" sz="1800" dirty="0"/>
            <a:t>: Ensuring secure and transparent transactions and data management.</a:t>
          </a:r>
        </a:p>
      </dgm:t>
    </dgm:pt>
    <dgm:pt modelId="{F7FD9C51-DF8B-4EF4-BF04-251B07D60F48}" type="parTrans" cxnId="{72312669-D1D6-4DCF-987F-805E493132AC}">
      <dgm:prSet/>
      <dgm:spPr/>
      <dgm:t>
        <a:bodyPr/>
        <a:lstStyle/>
        <a:p>
          <a:endParaRPr lang="en-US"/>
        </a:p>
      </dgm:t>
    </dgm:pt>
    <dgm:pt modelId="{FCF34D2D-DC14-4B3E-9AC4-BB441CEA368D}" type="sibTrans" cxnId="{72312669-D1D6-4DCF-987F-805E493132AC}">
      <dgm:prSet/>
      <dgm:spPr/>
      <dgm:t>
        <a:bodyPr/>
        <a:lstStyle/>
        <a:p>
          <a:endParaRPr lang="en-US"/>
        </a:p>
      </dgm:t>
    </dgm:pt>
    <dgm:pt modelId="{C410DAD1-A64F-4938-B104-82C55CCDCE92}" type="pres">
      <dgm:prSet presAssocID="{D335A1AA-8D98-437D-B7A5-43F0058CF666}" presName="root" presStyleCnt="0">
        <dgm:presLayoutVars>
          <dgm:dir/>
          <dgm:resizeHandles val="exact"/>
        </dgm:presLayoutVars>
      </dgm:prSet>
      <dgm:spPr/>
    </dgm:pt>
    <dgm:pt modelId="{6F0EBA2F-F1AB-4916-A901-B2B2481FEEE5}" type="pres">
      <dgm:prSet presAssocID="{9E7F109C-9C8A-474F-9474-00AABE3BA13A}" presName="compNode" presStyleCnt="0"/>
      <dgm:spPr/>
    </dgm:pt>
    <dgm:pt modelId="{AD63EF29-FF04-49E9-B2E4-8D72031E5BCA}" type="pres">
      <dgm:prSet presAssocID="{9E7F109C-9C8A-474F-9474-00AABE3BA13A}" presName="iconRect" presStyleLbl="node1" presStyleIdx="0" presStyleCnt="3" custLinFactX="14749" custLinFactY="-50085" custLinFactNeighborX="100000" custLinFactNeighborY="-10000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atellite dish"/>
        </a:ext>
      </dgm:extLst>
    </dgm:pt>
    <dgm:pt modelId="{67045491-0965-416B-BF69-9B1E902D82BC}" type="pres">
      <dgm:prSet presAssocID="{9E7F109C-9C8A-474F-9474-00AABE3BA13A}" presName="iconSpace" presStyleCnt="0"/>
      <dgm:spPr/>
    </dgm:pt>
    <dgm:pt modelId="{DB1422B4-464D-4576-8DBB-A784FA8C4BF0}" type="pres">
      <dgm:prSet presAssocID="{9E7F109C-9C8A-474F-9474-00AABE3BA13A}" presName="parTx" presStyleLbl="revTx" presStyleIdx="0" presStyleCnt="6">
        <dgm:presLayoutVars>
          <dgm:chMax val="0"/>
          <dgm:chPref val="0"/>
        </dgm:presLayoutVars>
      </dgm:prSet>
      <dgm:spPr/>
    </dgm:pt>
    <dgm:pt modelId="{67014AD1-E2E4-4FA2-B38F-8E5E9BF4D562}" type="pres">
      <dgm:prSet presAssocID="{9E7F109C-9C8A-474F-9474-00AABE3BA13A}" presName="txSpace" presStyleCnt="0"/>
      <dgm:spPr/>
    </dgm:pt>
    <dgm:pt modelId="{46638C11-97E4-4CB3-AD6E-65634E037D63}" type="pres">
      <dgm:prSet presAssocID="{9E7F109C-9C8A-474F-9474-00AABE3BA13A}" presName="desTx" presStyleLbl="revTx" presStyleIdx="1" presStyleCnt="6">
        <dgm:presLayoutVars/>
      </dgm:prSet>
      <dgm:spPr/>
    </dgm:pt>
    <dgm:pt modelId="{EC7184E0-B1E2-4924-ABD1-4EE03703950E}" type="pres">
      <dgm:prSet presAssocID="{A21F9343-1135-4641-9A7E-3501A2619216}" presName="sibTrans" presStyleCnt="0"/>
      <dgm:spPr/>
    </dgm:pt>
    <dgm:pt modelId="{26B8CEB6-B0C1-4816-81E0-6DBACEBAE881}" type="pres">
      <dgm:prSet presAssocID="{ECF97363-B374-4868-BC51-8F0170399BD4}" presName="compNode" presStyleCnt="0"/>
      <dgm:spPr/>
    </dgm:pt>
    <dgm:pt modelId="{35723A08-F1BE-4138-82C5-652521A1186F}" type="pres">
      <dgm:prSet presAssocID="{ECF97363-B374-4868-BC51-8F0170399BD4}" presName="iconRect" presStyleLbl="node1" presStyleIdx="1" presStyleCnt="3" custLinFactY="-57760" custLinFactNeighborX="75664" custLinFactNeighborY="-10000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ream"/>
        </a:ext>
      </dgm:extLst>
    </dgm:pt>
    <dgm:pt modelId="{11C3F11F-403A-4D43-856F-54674D940212}" type="pres">
      <dgm:prSet presAssocID="{ECF97363-B374-4868-BC51-8F0170399BD4}" presName="iconSpace" presStyleCnt="0"/>
      <dgm:spPr/>
    </dgm:pt>
    <dgm:pt modelId="{50003D8C-5D7C-4375-9847-74ED88BA3714}" type="pres">
      <dgm:prSet presAssocID="{ECF97363-B374-4868-BC51-8F0170399BD4}" presName="parTx" presStyleLbl="revTx" presStyleIdx="2" presStyleCnt="6">
        <dgm:presLayoutVars>
          <dgm:chMax val="0"/>
          <dgm:chPref val="0"/>
        </dgm:presLayoutVars>
      </dgm:prSet>
      <dgm:spPr/>
    </dgm:pt>
    <dgm:pt modelId="{B3B86FB2-D690-42A0-B6CB-DDDE8BC115BB}" type="pres">
      <dgm:prSet presAssocID="{ECF97363-B374-4868-BC51-8F0170399BD4}" presName="txSpace" presStyleCnt="0"/>
      <dgm:spPr/>
    </dgm:pt>
    <dgm:pt modelId="{E71856D0-B92E-4623-8067-0B370BDBED6D}" type="pres">
      <dgm:prSet presAssocID="{ECF97363-B374-4868-BC51-8F0170399BD4}" presName="desTx" presStyleLbl="revTx" presStyleIdx="3" presStyleCnt="6">
        <dgm:presLayoutVars/>
      </dgm:prSet>
      <dgm:spPr/>
    </dgm:pt>
    <dgm:pt modelId="{2D2108D5-4AA8-4398-AE7C-CE46567CDB10}" type="pres">
      <dgm:prSet presAssocID="{893B80C0-9B34-40BD-B646-FC73EFED3461}" presName="sibTrans" presStyleCnt="0"/>
      <dgm:spPr/>
    </dgm:pt>
    <dgm:pt modelId="{7A054628-6C5C-4D01-B15D-6336CECEB4F0}" type="pres">
      <dgm:prSet presAssocID="{1AF758C3-3022-4D30-B2C9-223EA6F42719}" presName="compNode" presStyleCnt="0"/>
      <dgm:spPr/>
    </dgm:pt>
    <dgm:pt modelId="{5FBEF9BF-793D-484E-9156-BE27DECFDD3D}" type="pres">
      <dgm:prSet presAssocID="{1AF758C3-3022-4D30-B2C9-223EA6F42719}" presName="iconRect" presStyleLbl="node1" presStyleIdx="2" presStyleCnt="3" custLinFactNeighborX="64634" custLinFactNeighborY="-7427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ock"/>
        </a:ext>
      </dgm:extLst>
    </dgm:pt>
    <dgm:pt modelId="{FDA43B3E-5753-4E6B-B44B-A929DDE51DE8}" type="pres">
      <dgm:prSet presAssocID="{1AF758C3-3022-4D30-B2C9-223EA6F42719}" presName="iconSpace" presStyleCnt="0"/>
      <dgm:spPr/>
    </dgm:pt>
    <dgm:pt modelId="{4CF95A50-23E1-455C-9738-87CB3D657671}" type="pres">
      <dgm:prSet presAssocID="{1AF758C3-3022-4D30-B2C9-223EA6F42719}" presName="parTx" presStyleLbl="revTx" presStyleIdx="4" presStyleCnt="6">
        <dgm:presLayoutVars>
          <dgm:chMax val="0"/>
          <dgm:chPref val="0"/>
        </dgm:presLayoutVars>
      </dgm:prSet>
      <dgm:spPr/>
    </dgm:pt>
    <dgm:pt modelId="{86F8DB8A-765E-4616-9760-46EF6D3478C7}" type="pres">
      <dgm:prSet presAssocID="{1AF758C3-3022-4D30-B2C9-223EA6F42719}" presName="txSpace" presStyleCnt="0"/>
      <dgm:spPr/>
    </dgm:pt>
    <dgm:pt modelId="{C5EC4CBE-BC5A-4C00-ACFB-61DF01FEB8B0}" type="pres">
      <dgm:prSet presAssocID="{1AF758C3-3022-4D30-B2C9-223EA6F42719}" presName="desTx" presStyleLbl="revTx" presStyleIdx="5" presStyleCnt="6">
        <dgm:presLayoutVars/>
      </dgm:prSet>
      <dgm:spPr/>
    </dgm:pt>
  </dgm:ptLst>
  <dgm:cxnLst>
    <dgm:cxn modelId="{BF2EA008-6889-4709-82C3-ECD3016686BF}" type="presOf" srcId="{ECF97363-B374-4868-BC51-8F0170399BD4}" destId="{50003D8C-5D7C-4375-9847-74ED88BA3714}" srcOrd="0" destOrd="0" presId="urn:microsoft.com/office/officeart/2018/2/layout/IconLabelDescriptionList"/>
    <dgm:cxn modelId="{1D577018-5C1B-4A8A-9C39-8374F384012E}" type="presOf" srcId="{9E7F109C-9C8A-474F-9474-00AABE3BA13A}" destId="{DB1422B4-464D-4576-8DBB-A784FA8C4BF0}" srcOrd="0" destOrd="0" presId="urn:microsoft.com/office/officeart/2018/2/layout/IconLabelDescriptionList"/>
    <dgm:cxn modelId="{892DA22E-6B05-4663-903F-980C61A45BC2}" type="presOf" srcId="{71BD6CC0-D36C-4D24-8098-37D3064EAE2D}" destId="{46638C11-97E4-4CB3-AD6E-65634E037D63}" srcOrd="0" destOrd="0" presId="urn:microsoft.com/office/officeart/2018/2/layout/IconLabelDescriptionList"/>
    <dgm:cxn modelId="{602A0A63-4212-4B4B-B362-5FFFC9CF87AA}" type="presOf" srcId="{88D26BBF-7C0B-4043-9A67-2F6393B75951}" destId="{46638C11-97E4-4CB3-AD6E-65634E037D63}" srcOrd="0" destOrd="1" presId="urn:microsoft.com/office/officeart/2018/2/layout/IconLabelDescriptionList"/>
    <dgm:cxn modelId="{72312669-D1D6-4DCF-987F-805E493132AC}" srcId="{1AF758C3-3022-4D30-B2C9-223EA6F42719}" destId="{27F6B67E-1445-4310-B39E-DBEF2185EEDD}" srcOrd="0" destOrd="0" parTransId="{F7FD9C51-DF8B-4EF4-BF04-251B07D60F48}" sibTransId="{FCF34D2D-DC14-4B3E-9AC4-BB441CEA368D}"/>
    <dgm:cxn modelId="{EEE1184C-9B85-4042-9D1E-A2692B1A4C0F}" srcId="{9E7F109C-9C8A-474F-9474-00AABE3BA13A}" destId="{88D26BBF-7C0B-4043-9A67-2F6393B75951}" srcOrd="1" destOrd="0" parTransId="{2C6D44C7-3D11-4D98-B193-FF9E284447AA}" sibTransId="{93327C6D-1A89-4D3C-AFD3-1D10D32F1B6E}"/>
    <dgm:cxn modelId="{73F53056-2D7C-407B-B21E-1D0B8E713220}" type="presOf" srcId="{27F6B67E-1445-4310-B39E-DBEF2185EEDD}" destId="{C5EC4CBE-BC5A-4C00-ACFB-61DF01FEB8B0}" srcOrd="0" destOrd="0" presId="urn:microsoft.com/office/officeart/2018/2/layout/IconLabelDescriptionList"/>
    <dgm:cxn modelId="{52D96B95-86F2-4AB6-BFE1-6CE507F16203}" type="presOf" srcId="{D335A1AA-8D98-437D-B7A5-43F0058CF666}" destId="{C410DAD1-A64F-4938-B104-82C55CCDCE92}" srcOrd="0" destOrd="0" presId="urn:microsoft.com/office/officeart/2018/2/layout/IconLabelDescriptionList"/>
    <dgm:cxn modelId="{B8DFEB9D-07E7-43A7-9070-55A7E361F5D0}" srcId="{9E7F109C-9C8A-474F-9474-00AABE3BA13A}" destId="{71BD6CC0-D36C-4D24-8098-37D3064EAE2D}" srcOrd="0" destOrd="0" parTransId="{8122613E-6A3C-495F-A63B-BA61764988C0}" sibTransId="{E94CBF7C-775D-41DC-A2D0-DA3A617EC20E}"/>
    <dgm:cxn modelId="{9C435BBA-0AE0-46FD-8212-4120AF8F03FC}" srcId="{D335A1AA-8D98-437D-B7A5-43F0058CF666}" destId="{1AF758C3-3022-4D30-B2C9-223EA6F42719}" srcOrd="2" destOrd="0" parTransId="{3D46B6A4-BBC5-47CD-9CB2-1B83AFBAB810}" sibTransId="{8D180908-1A19-4F63-BB9F-D929C1FBB722}"/>
    <dgm:cxn modelId="{7E10AEBA-4CCE-4AB4-9759-1D69FB1C1A4D}" type="presOf" srcId="{1AF758C3-3022-4D30-B2C9-223EA6F42719}" destId="{4CF95A50-23E1-455C-9738-87CB3D657671}" srcOrd="0" destOrd="0" presId="urn:microsoft.com/office/officeart/2018/2/layout/IconLabelDescriptionList"/>
    <dgm:cxn modelId="{555330CF-4676-4BC7-B3B5-34FDB8BC572A}" srcId="{D335A1AA-8D98-437D-B7A5-43F0058CF666}" destId="{ECF97363-B374-4868-BC51-8F0170399BD4}" srcOrd="1" destOrd="0" parTransId="{714EB9A0-961A-48E2-B9C2-FB2E3C1B4D66}" sibTransId="{893B80C0-9B34-40BD-B646-FC73EFED3461}"/>
    <dgm:cxn modelId="{675037D3-F279-48F9-94D3-4CD424D19911}" type="presOf" srcId="{01658BCB-DC0B-41E3-8061-48351B8F1E87}" destId="{E71856D0-B92E-4623-8067-0B370BDBED6D}" srcOrd="0" destOrd="0" presId="urn:microsoft.com/office/officeart/2018/2/layout/IconLabelDescriptionList"/>
    <dgm:cxn modelId="{0FD3F3EA-2B10-4B95-AEDB-8B8DA8D26EDF}" srcId="{ECF97363-B374-4868-BC51-8F0170399BD4}" destId="{01658BCB-DC0B-41E3-8061-48351B8F1E87}" srcOrd="0" destOrd="0" parTransId="{B3287E89-CB00-457D-8F83-854CA48D35E4}" sibTransId="{2738CF97-E329-4739-B2E7-0F49D22D54F3}"/>
    <dgm:cxn modelId="{368C9AEC-43D1-4CA7-899C-571805AC628A}" srcId="{D335A1AA-8D98-437D-B7A5-43F0058CF666}" destId="{9E7F109C-9C8A-474F-9474-00AABE3BA13A}" srcOrd="0" destOrd="0" parTransId="{015C7418-C68B-4F2F-A52A-47A9F77BD567}" sibTransId="{A21F9343-1135-4641-9A7E-3501A2619216}"/>
    <dgm:cxn modelId="{238B1603-75E3-4CB7-8CC4-EECAA707620C}" type="presParOf" srcId="{C410DAD1-A64F-4938-B104-82C55CCDCE92}" destId="{6F0EBA2F-F1AB-4916-A901-B2B2481FEEE5}" srcOrd="0" destOrd="0" presId="urn:microsoft.com/office/officeart/2018/2/layout/IconLabelDescriptionList"/>
    <dgm:cxn modelId="{3E3FABE6-AF51-4EE3-BFE9-C6440C4F2EBA}" type="presParOf" srcId="{6F0EBA2F-F1AB-4916-A901-B2B2481FEEE5}" destId="{AD63EF29-FF04-49E9-B2E4-8D72031E5BCA}" srcOrd="0" destOrd="0" presId="urn:microsoft.com/office/officeart/2018/2/layout/IconLabelDescriptionList"/>
    <dgm:cxn modelId="{89E23FBF-F6F9-4EE0-A63B-12D0BF77890D}" type="presParOf" srcId="{6F0EBA2F-F1AB-4916-A901-B2B2481FEEE5}" destId="{67045491-0965-416B-BF69-9B1E902D82BC}" srcOrd="1" destOrd="0" presId="urn:microsoft.com/office/officeart/2018/2/layout/IconLabelDescriptionList"/>
    <dgm:cxn modelId="{CF07B7F3-F05F-4543-9F76-C46E5B7F1533}" type="presParOf" srcId="{6F0EBA2F-F1AB-4916-A901-B2B2481FEEE5}" destId="{DB1422B4-464D-4576-8DBB-A784FA8C4BF0}" srcOrd="2" destOrd="0" presId="urn:microsoft.com/office/officeart/2018/2/layout/IconLabelDescriptionList"/>
    <dgm:cxn modelId="{F3669E83-82BA-4415-9E30-D0B563E0A4B1}" type="presParOf" srcId="{6F0EBA2F-F1AB-4916-A901-B2B2481FEEE5}" destId="{67014AD1-E2E4-4FA2-B38F-8E5E9BF4D562}" srcOrd="3" destOrd="0" presId="urn:microsoft.com/office/officeart/2018/2/layout/IconLabelDescriptionList"/>
    <dgm:cxn modelId="{394DFC4A-D5FC-440A-8C97-ADB26BDE5296}" type="presParOf" srcId="{6F0EBA2F-F1AB-4916-A901-B2B2481FEEE5}" destId="{46638C11-97E4-4CB3-AD6E-65634E037D63}" srcOrd="4" destOrd="0" presId="urn:microsoft.com/office/officeart/2018/2/layout/IconLabelDescriptionList"/>
    <dgm:cxn modelId="{EEEB6023-9883-4442-A551-4CA45A72F1DB}" type="presParOf" srcId="{C410DAD1-A64F-4938-B104-82C55CCDCE92}" destId="{EC7184E0-B1E2-4924-ABD1-4EE03703950E}" srcOrd="1" destOrd="0" presId="urn:microsoft.com/office/officeart/2018/2/layout/IconLabelDescriptionList"/>
    <dgm:cxn modelId="{1340D668-2C66-4ED5-BE0C-8929FBCC8665}" type="presParOf" srcId="{C410DAD1-A64F-4938-B104-82C55CCDCE92}" destId="{26B8CEB6-B0C1-4816-81E0-6DBACEBAE881}" srcOrd="2" destOrd="0" presId="urn:microsoft.com/office/officeart/2018/2/layout/IconLabelDescriptionList"/>
    <dgm:cxn modelId="{04868567-909F-488C-A2F0-B983CBEDE34C}" type="presParOf" srcId="{26B8CEB6-B0C1-4816-81E0-6DBACEBAE881}" destId="{35723A08-F1BE-4138-82C5-652521A1186F}" srcOrd="0" destOrd="0" presId="urn:microsoft.com/office/officeart/2018/2/layout/IconLabelDescriptionList"/>
    <dgm:cxn modelId="{8C45A6D1-0C04-4B81-9CFC-3D787009069F}" type="presParOf" srcId="{26B8CEB6-B0C1-4816-81E0-6DBACEBAE881}" destId="{11C3F11F-403A-4D43-856F-54674D940212}" srcOrd="1" destOrd="0" presId="urn:microsoft.com/office/officeart/2018/2/layout/IconLabelDescriptionList"/>
    <dgm:cxn modelId="{74948F4A-12BA-47C4-AA20-35E9F6FAF182}" type="presParOf" srcId="{26B8CEB6-B0C1-4816-81E0-6DBACEBAE881}" destId="{50003D8C-5D7C-4375-9847-74ED88BA3714}" srcOrd="2" destOrd="0" presId="urn:microsoft.com/office/officeart/2018/2/layout/IconLabelDescriptionList"/>
    <dgm:cxn modelId="{9982AE20-CC47-4996-8E03-52923AFA29A8}" type="presParOf" srcId="{26B8CEB6-B0C1-4816-81E0-6DBACEBAE881}" destId="{B3B86FB2-D690-42A0-B6CB-DDDE8BC115BB}" srcOrd="3" destOrd="0" presId="urn:microsoft.com/office/officeart/2018/2/layout/IconLabelDescriptionList"/>
    <dgm:cxn modelId="{54B29AC2-2251-4660-9A22-3720B442D92E}" type="presParOf" srcId="{26B8CEB6-B0C1-4816-81E0-6DBACEBAE881}" destId="{E71856D0-B92E-4623-8067-0B370BDBED6D}" srcOrd="4" destOrd="0" presId="urn:microsoft.com/office/officeart/2018/2/layout/IconLabelDescriptionList"/>
    <dgm:cxn modelId="{467414D0-01F7-4D60-B551-FF2F5F25ECE6}" type="presParOf" srcId="{C410DAD1-A64F-4938-B104-82C55CCDCE92}" destId="{2D2108D5-4AA8-4398-AE7C-CE46567CDB10}" srcOrd="3" destOrd="0" presId="urn:microsoft.com/office/officeart/2018/2/layout/IconLabelDescriptionList"/>
    <dgm:cxn modelId="{7F325AFA-AC72-4C64-948F-543A89EF10D8}" type="presParOf" srcId="{C410DAD1-A64F-4938-B104-82C55CCDCE92}" destId="{7A054628-6C5C-4D01-B15D-6336CECEB4F0}" srcOrd="4" destOrd="0" presId="urn:microsoft.com/office/officeart/2018/2/layout/IconLabelDescriptionList"/>
    <dgm:cxn modelId="{D5F5D351-2EFE-40D1-83E1-27FC5A54F5CD}" type="presParOf" srcId="{7A054628-6C5C-4D01-B15D-6336CECEB4F0}" destId="{5FBEF9BF-793D-484E-9156-BE27DECFDD3D}" srcOrd="0" destOrd="0" presId="urn:microsoft.com/office/officeart/2018/2/layout/IconLabelDescriptionList"/>
    <dgm:cxn modelId="{16AB8952-5C28-49DE-848B-CAF7B180BD0B}" type="presParOf" srcId="{7A054628-6C5C-4D01-B15D-6336CECEB4F0}" destId="{FDA43B3E-5753-4E6B-B44B-A929DDE51DE8}" srcOrd="1" destOrd="0" presId="urn:microsoft.com/office/officeart/2018/2/layout/IconLabelDescriptionList"/>
    <dgm:cxn modelId="{32A62619-3EBF-4EA1-8F50-7019BE699591}" type="presParOf" srcId="{7A054628-6C5C-4D01-B15D-6336CECEB4F0}" destId="{4CF95A50-23E1-455C-9738-87CB3D657671}" srcOrd="2" destOrd="0" presId="urn:microsoft.com/office/officeart/2018/2/layout/IconLabelDescriptionList"/>
    <dgm:cxn modelId="{C143C05F-77AA-4BD5-864F-FB8B03336569}" type="presParOf" srcId="{7A054628-6C5C-4D01-B15D-6336CECEB4F0}" destId="{86F8DB8A-765E-4616-9760-46EF6D3478C7}" srcOrd="3" destOrd="0" presId="urn:microsoft.com/office/officeart/2018/2/layout/IconLabelDescriptionList"/>
    <dgm:cxn modelId="{821B1162-7F20-4BB8-AB56-F1EF5CEF90AC}" type="presParOf" srcId="{7A054628-6C5C-4D01-B15D-6336CECEB4F0}" destId="{C5EC4CBE-BC5A-4C00-ACFB-61DF01FEB8B0}"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583C8B9-5D87-4874-BFBF-342F25C81246}"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0E58467-4564-449D-B92B-E70955C173D0}">
      <dgm:prSet custT="1"/>
      <dgm:spPr/>
      <dgm:t>
        <a:bodyPr/>
        <a:lstStyle/>
        <a:p>
          <a:pPr>
            <a:lnSpc>
              <a:spcPct val="100000"/>
            </a:lnSpc>
            <a:defRPr b="1"/>
          </a:pPr>
          <a:endParaRPr lang="en-US" sz="1800" b="1" i="0" dirty="0">
            <a:solidFill>
              <a:schemeClr val="tx1"/>
            </a:solidFill>
          </a:endParaRPr>
        </a:p>
        <a:p>
          <a:pPr>
            <a:lnSpc>
              <a:spcPct val="100000"/>
            </a:lnSpc>
            <a:defRPr b="1"/>
          </a:pPr>
          <a:r>
            <a:rPr lang="en-US" sz="1800" b="1" i="0" dirty="0">
              <a:solidFill>
                <a:schemeClr val="tx1"/>
              </a:solidFill>
            </a:rPr>
            <a:t>Information Source</a:t>
          </a:r>
          <a:r>
            <a:rPr lang="en-US" sz="1800" b="0" i="0" dirty="0">
              <a:solidFill>
                <a:schemeClr val="tx1"/>
              </a:solidFill>
            </a:rPr>
            <a:t>:</a:t>
          </a:r>
        </a:p>
        <a:p>
          <a:pPr>
            <a:lnSpc>
              <a:spcPct val="100000"/>
            </a:lnSpc>
            <a:defRPr b="1"/>
          </a:pPr>
          <a:endParaRPr lang="en-US" sz="1800" b="0" i="0" dirty="0">
            <a:solidFill>
              <a:schemeClr val="tx1"/>
            </a:solidFill>
          </a:endParaRPr>
        </a:p>
        <a:p>
          <a:pPr algn="ctr">
            <a:defRPr b="1"/>
          </a:pPr>
          <a:endParaRPr lang="en-US" sz="1800" dirty="0">
            <a:solidFill>
              <a:schemeClr val="tx1"/>
            </a:solidFill>
          </a:endParaRPr>
        </a:p>
      </dgm:t>
    </dgm:pt>
    <dgm:pt modelId="{B1F5F45F-8DD1-4F8E-AD0D-5FD49EB2B308}" type="parTrans" cxnId="{7D352DB0-B77F-4B83-82BA-AC6E73DE3212}">
      <dgm:prSet/>
      <dgm:spPr/>
      <dgm:t>
        <a:bodyPr/>
        <a:lstStyle/>
        <a:p>
          <a:endParaRPr lang="en-US"/>
        </a:p>
      </dgm:t>
    </dgm:pt>
    <dgm:pt modelId="{8AB0C8D6-7FF1-429D-885D-D4879402849C}" type="sibTrans" cxnId="{7D352DB0-B77F-4B83-82BA-AC6E73DE3212}">
      <dgm:prSet/>
      <dgm:spPr/>
      <dgm:t>
        <a:bodyPr/>
        <a:lstStyle/>
        <a:p>
          <a:endParaRPr lang="en-US"/>
        </a:p>
      </dgm:t>
    </dgm:pt>
    <dgm:pt modelId="{A2F72E39-8EAF-49E6-ADD8-85522CC5BA88}">
      <dgm:prSet custT="1"/>
      <dgm:spPr/>
      <dgm:t>
        <a:bodyPr/>
        <a:lstStyle/>
        <a:p>
          <a:pPr>
            <a:lnSpc>
              <a:spcPct val="100000"/>
            </a:lnSpc>
          </a:pPr>
          <a:r>
            <a:rPr lang="en-US" sz="1800" b="0" i="0" dirty="0">
              <a:solidFill>
                <a:schemeClr val="tx1"/>
              </a:solidFill>
            </a:rPr>
            <a:t>The origin of the message or data, which can be analog (voice, video) or digital (text, binary data).</a:t>
          </a:r>
          <a:endParaRPr lang="en-US" sz="1800" dirty="0">
            <a:solidFill>
              <a:schemeClr val="tx1"/>
            </a:solidFill>
          </a:endParaRPr>
        </a:p>
      </dgm:t>
    </dgm:pt>
    <dgm:pt modelId="{3FB47E84-7A19-4857-9E24-FDFB712893BB}" type="parTrans" cxnId="{5CCD30E6-0063-441E-804C-EC234D6924C0}">
      <dgm:prSet/>
      <dgm:spPr/>
      <dgm:t>
        <a:bodyPr/>
        <a:lstStyle/>
        <a:p>
          <a:endParaRPr lang="en-US"/>
        </a:p>
      </dgm:t>
    </dgm:pt>
    <dgm:pt modelId="{1432BD00-1001-45E4-B3B2-3FD1D2386EEB}" type="sibTrans" cxnId="{5CCD30E6-0063-441E-804C-EC234D6924C0}">
      <dgm:prSet/>
      <dgm:spPr/>
      <dgm:t>
        <a:bodyPr/>
        <a:lstStyle/>
        <a:p>
          <a:endParaRPr lang="en-US"/>
        </a:p>
      </dgm:t>
    </dgm:pt>
    <dgm:pt modelId="{7FF9020A-6B19-42D8-8D88-CA6A4A70180C}">
      <dgm:prSet custT="1"/>
      <dgm:spPr/>
      <dgm:t>
        <a:bodyPr/>
        <a:lstStyle/>
        <a:p>
          <a:pPr>
            <a:lnSpc>
              <a:spcPct val="100000"/>
            </a:lnSpc>
            <a:defRPr b="1"/>
          </a:pPr>
          <a:r>
            <a:rPr lang="en-US" sz="2000" b="1" i="0" dirty="0">
              <a:solidFill>
                <a:schemeClr val="tx1"/>
              </a:solidFill>
            </a:rPr>
            <a:t>Transmitter</a:t>
          </a:r>
          <a:r>
            <a:rPr lang="en-US" sz="2000" b="0" i="0" dirty="0">
              <a:solidFill>
                <a:schemeClr val="tx1"/>
              </a:solidFill>
            </a:rPr>
            <a:t>:</a:t>
          </a:r>
          <a:endParaRPr lang="en-US" sz="2000" dirty="0">
            <a:solidFill>
              <a:schemeClr val="tx1"/>
            </a:solidFill>
          </a:endParaRPr>
        </a:p>
      </dgm:t>
    </dgm:pt>
    <dgm:pt modelId="{FFC61F7B-2D08-4BC9-9237-03DE9B760A5C}" type="parTrans" cxnId="{A0516DCA-3FC3-4911-BF0A-59A0824D2806}">
      <dgm:prSet/>
      <dgm:spPr/>
      <dgm:t>
        <a:bodyPr/>
        <a:lstStyle/>
        <a:p>
          <a:endParaRPr lang="en-US"/>
        </a:p>
      </dgm:t>
    </dgm:pt>
    <dgm:pt modelId="{F8E64299-56AF-4788-8286-DE36ADFEFFED}" type="sibTrans" cxnId="{A0516DCA-3FC3-4911-BF0A-59A0824D2806}">
      <dgm:prSet/>
      <dgm:spPr/>
      <dgm:t>
        <a:bodyPr/>
        <a:lstStyle/>
        <a:p>
          <a:endParaRPr lang="en-US"/>
        </a:p>
      </dgm:t>
    </dgm:pt>
    <dgm:pt modelId="{3116FBC9-EF45-463B-8984-6D68BF8F28EB}">
      <dgm:prSet custT="1"/>
      <dgm:spPr/>
      <dgm:t>
        <a:bodyPr/>
        <a:lstStyle/>
        <a:p>
          <a:pPr>
            <a:lnSpc>
              <a:spcPct val="100000"/>
            </a:lnSpc>
          </a:pPr>
          <a:r>
            <a:rPr lang="en-US" sz="1600" b="1" i="0" dirty="0">
              <a:solidFill>
                <a:schemeClr val="tx1"/>
              </a:solidFill>
            </a:rPr>
            <a:t>Modulation</a:t>
          </a:r>
          <a:r>
            <a:rPr lang="en-US" sz="1600" b="0" i="0" dirty="0">
              <a:solidFill>
                <a:schemeClr val="tx1"/>
              </a:solidFill>
            </a:rPr>
            <a:t>: Converts the message signal into a form suitable for transmission. This includes converting the message to an electrical signal and modulating it to fit the transmission medium.</a:t>
          </a:r>
          <a:endParaRPr lang="en-US" sz="1600" dirty="0">
            <a:solidFill>
              <a:schemeClr val="tx1"/>
            </a:solidFill>
          </a:endParaRPr>
        </a:p>
      </dgm:t>
    </dgm:pt>
    <dgm:pt modelId="{FA22166C-32A3-4FF9-BB82-BA6F8ABD3063}" type="parTrans" cxnId="{4EB28814-CB45-4CF8-9D5D-CDA5902F1701}">
      <dgm:prSet/>
      <dgm:spPr/>
      <dgm:t>
        <a:bodyPr/>
        <a:lstStyle/>
        <a:p>
          <a:endParaRPr lang="en-US"/>
        </a:p>
      </dgm:t>
    </dgm:pt>
    <dgm:pt modelId="{9A190335-7489-4175-8BA4-A55EC54B69A4}" type="sibTrans" cxnId="{4EB28814-CB45-4CF8-9D5D-CDA5902F1701}">
      <dgm:prSet/>
      <dgm:spPr/>
      <dgm:t>
        <a:bodyPr/>
        <a:lstStyle/>
        <a:p>
          <a:endParaRPr lang="en-US"/>
        </a:p>
      </dgm:t>
    </dgm:pt>
    <dgm:pt modelId="{C06A3CFF-938D-4C34-9F7B-0B49A0A98084}">
      <dgm:prSet custT="1"/>
      <dgm:spPr/>
      <dgm:t>
        <a:bodyPr/>
        <a:lstStyle/>
        <a:p>
          <a:pPr>
            <a:lnSpc>
              <a:spcPct val="100000"/>
            </a:lnSpc>
            <a:defRPr b="1"/>
          </a:pPr>
          <a:r>
            <a:rPr lang="en-US" sz="1800" b="1" i="0" dirty="0">
              <a:solidFill>
                <a:schemeClr val="tx1"/>
              </a:solidFill>
            </a:rPr>
            <a:t>Transmission Medium (Channel)</a:t>
          </a:r>
          <a:r>
            <a:rPr lang="en-US" sz="1800" b="0" i="0" dirty="0">
              <a:solidFill>
                <a:schemeClr val="tx1"/>
              </a:solidFill>
            </a:rPr>
            <a:t>:</a:t>
          </a:r>
          <a:endParaRPr lang="en-US" sz="1800" dirty="0">
            <a:solidFill>
              <a:schemeClr val="tx1"/>
            </a:solidFill>
          </a:endParaRPr>
        </a:p>
      </dgm:t>
    </dgm:pt>
    <dgm:pt modelId="{810D6510-7580-4C61-9589-8D7D6B74C002}" type="parTrans" cxnId="{17AF407C-FEBF-4159-A08F-FC5837C53ABE}">
      <dgm:prSet/>
      <dgm:spPr/>
      <dgm:t>
        <a:bodyPr/>
        <a:lstStyle/>
        <a:p>
          <a:endParaRPr lang="en-US"/>
        </a:p>
      </dgm:t>
    </dgm:pt>
    <dgm:pt modelId="{AA77DC5E-88D4-4F74-9396-B08C0AFC9347}" type="sibTrans" cxnId="{17AF407C-FEBF-4159-A08F-FC5837C53ABE}">
      <dgm:prSet/>
      <dgm:spPr/>
      <dgm:t>
        <a:bodyPr/>
        <a:lstStyle/>
        <a:p>
          <a:endParaRPr lang="en-US"/>
        </a:p>
      </dgm:t>
    </dgm:pt>
    <dgm:pt modelId="{245E54FF-ADD7-42DB-A497-EC69BFA03490}">
      <dgm:prSet custT="1"/>
      <dgm:spPr/>
      <dgm:t>
        <a:bodyPr/>
        <a:lstStyle/>
        <a:p>
          <a:pPr>
            <a:lnSpc>
              <a:spcPct val="100000"/>
            </a:lnSpc>
          </a:pPr>
          <a:r>
            <a:rPr lang="en-US" sz="1600" b="1" i="0" dirty="0">
              <a:solidFill>
                <a:schemeClr val="tx1"/>
              </a:solidFill>
            </a:rPr>
            <a:t>Wired</a:t>
          </a:r>
          <a:r>
            <a:rPr lang="en-US" sz="1600" b="0" i="0" dirty="0">
              <a:solidFill>
                <a:schemeClr val="tx1"/>
              </a:solidFill>
            </a:rPr>
            <a:t>: Copper cables, fiber optics, and other physical mediums.</a:t>
          </a:r>
          <a:endParaRPr lang="en-US" sz="1600" dirty="0">
            <a:solidFill>
              <a:schemeClr val="tx1"/>
            </a:solidFill>
          </a:endParaRPr>
        </a:p>
      </dgm:t>
    </dgm:pt>
    <dgm:pt modelId="{E76E8308-C9ED-4740-8080-DCC7131D1308}" type="parTrans" cxnId="{EA758E94-D518-436A-B779-40EA484EEB1B}">
      <dgm:prSet/>
      <dgm:spPr/>
      <dgm:t>
        <a:bodyPr/>
        <a:lstStyle/>
        <a:p>
          <a:endParaRPr lang="en-US"/>
        </a:p>
      </dgm:t>
    </dgm:pt>
    <dgm:pt modelId="{70B23695-37F1-4302-B4F5-77E933A4E65C}" type="sibTrans" cxnId="{EA758E94-D518-436A-B779-40EA484EEB1B}">
      <dgm:prSet/>
      <dgm:spPr/>
      <dgm:t>
        <a:bodyPr/>
        <a:lstStyle/>
        <a:p>
          <a:endParaRPr lang="en-US"/>
        </a:p>
      </dgm:t>
    </dgm:pt>
    <dgm:pt modelId="{45FB6094-B611-4B37-8034-34F5933E72E6}">
      <dgm:prSet custT="1"/>
      <dgm:spPr/>
      <dgm:t>
        <a:bodyPr/>
        <a:lstStyle/>
        <a:p>
          <a:pPr>
            <a:lnSpc>
              <a:spcPct val="100000"/>
            </a:lnSpc>
          </a:pPr>
          <a:r>
            <a:rPr lang="en-US" sz="1600" b="1" i="0" dirty="0">
              <a:solidFill>
                <a:schemeClr val="tx1"/>
              </a:solidFill>
            </a:rPr>
            <a:t>Wireless</a:t>
          </a:r>
          <a:r>
            <a:rPr lang="en-US" sz="1600" b="0" i="0" dirty="0">
              <a:solidFill>
                <a:schemeClr val="tx1"/>
              </a:solidFill>
            </a:rPr>
            <a:t>: Radio waves, microwaves, infrared, and other non-physical mediums.</a:t>
          </a:r>
          <a:endParaRPr lang="en-US" sz="1600" dirty="0">
            <a:solidFill>
              <a:schemeClr val="tx1"/>
            </a:solidFill>
          </a:endParaRPr>
        </a:p>
      </dgm:t>
    </dgm:pt>
    <dgm:pt modelId="{34163E02-385C-42EB-A5C2-4594A6D793F8}" type="parTrans" cxnId="{4C61332B-5762-4A5F-BBF8-90E5291CF449}">
      <dgm:prSet/>
      <dgm:spPr/>
      <dgm:t>
        <a:bodyPr/>
        <a:lstStyle/>
        <a:p>
          <a:endParaRPr lang="en-US"/>
        </a:p>
      </dgm:t>
    </dgm:pt>
    <dgm:pt modelId="{0BA59CB6-3ABE-4734-9857-39CBFC4198E9}" type="sibTrans" cxnId="{4C61332B-5762-4A5F-BBF8-90E5291CF449}">
      <dgm:prSet/>
      <dgm:spPr/>
      <dgm:t>
        <a:bodyPr/>
        <a:lstStyle/>
        <a:p>
          <a:endParaRPr lang="en-US"/>
        </a:p>
      </dgm:t>
    </dgm:pt>
    <dgm:pt modelId="{62B06F16-E3ED-4925-82EF-592BD981AC5A}">
      <dgm:prSet custT="1"/>
      <dgm:spPr/>
      <dgm:t>
        <a:bodyPr/>
        <a:lstStyle/>
        <a:p>
          <a:pPr>
            <a:lnSpc>
              <a:spcPct val="100000"/>
            </a:lnSpc>
            <a:defRPr b="1"/>
          </a:pPr>
          <a:r>
            <a:rPr lang="en-US" sz="2000" b="1" i="0">
              <a:solidFill>
                <a:schemeClr val="tx1"/>
              </a:solidFill>
            </a:rPr>
            <a:t>Receiver</a:t>
          </a:r>
          <a:r>
            <a:rPr lang="en-US" sz="2000" b="0" i="0">
              <a:solidFill>
                <a:schemeClr val="tx1"/>
              </a:solidFill>
            </a:rPr>
            <a:t>:</a:t>
          </a:r>
          <a:endParaRPr lang="en-US" sz="2000">
            <a:solidFill>
              <a:schemeClr val="tx1"/>
            </a:solidFill>
          </a:endParaRPr>
        </a:p>
      </dgm:t>
    </dgm:pt>
    <dgm:pt modelId="{5038E398-5EBD-46D6-8A71-3EB4A906178E}" type="parTrans" cxnId="{6D73A44B-5EEA-48DF-816E-2C1CFE22D271}">
      <dgm:prSet/>
      <dgm:spPr/>
      <dgm:t>
        <a:bodyPr/>
        <a:lstStyle/>
        <a:p>
          <a:endParaRPr lang="en-US"/>
        </a:p>
      </dgm:t>
    </dgm:pt>
    <dgm:pt modelId="{C9977B94-FDD8-4E43-B21E-14B56D901682}" type="sibTrans" cxnId="{6D73A44B-5EEA-48DF-816E-2C1CFE22D271}">
      <dgm:prSet/>
      <dgm:spPr/>
      <dgm:t>
        <a:bodyPr/>
        <a:lstStyle/>
        <a:p>
          <a:endParaRPr lang="en-US"/>
        </a:p>
      </dgm:t>
    </dgm:pt>
    <dgm:pt modelId="{384A66B5-085D-4575-B07C-828F2AD99EF1}">
      <dgm:prSet custT="1"/>
      <dgm:spPr/>
      <dgm:t>
        <a:bodyPr/>
        <a:lstStyle/>
        <a:p>
          <a:pPr>
            <a:lnSpc>
              <a:spcPct val="100000"/>
            </a:lnSpc>
          </a:pPr>
          <a:r>
            <a:rPr lang="en-US" sz="1600" b="1" i="0" dirty="0">
              <a:solidFill>
                <a:schemeClr val="tx1"/>
              </a:solidFill>
            </a:rPr>
            <a:t>Demodulation</a:t>
          </a:r>
          <a:r>
            <a:rPr lang="en-US" sz="1600" b="0" i="0" dirty="0">
              <a:solidFill>
                <a:schemeClr val="tx1"/>
              </a:solidFill>
            </a:rPr>
            <a:t>: Extracts the original message signal from the received modulated signal to retrieve the original data.</a:t>
          </a:r>
          <a:endParaRPr lang="en-US" sz="1600" dirty="0">
            <a:solidFill>
              <a:schemeClr val="tx1"/>
            </a:solidFill>
          </a:endParaRPr>
        </a:p>
      </dgm:t>
    </dgm:pt>
    <dgm:pt modelId="{F44AD649-4062-4149-AD61-487054A8C587}" type="parTrans" cxnId="{4F0B9BB6-7186-401D-8C5C-4D5B956C55D7}">
      <dgm:prSet/>
      <dgm:spPr/>
      <dgm:t>
        <a:bodyPr/>
        <a:lstStyle/>
        <a:p>
          <a:endParaRPr lang="en-US"/>
        </a:p>
      </dgm:t>
    </dgm:pt>
    <dgm:pt modelId="{6DEFA88A-6CFB-42CF-BD73-C654A0B3CC52}" type="sibTrans" cxnId="{4F0B9BB6-7186-401D-8C5C-4D5B956C55D7}">
      <dgm:prSet/>
      <dgm:spPr/>
      <dgm:t>
        <a:bodyPr/>
        <a:lstStyle/>
        <a:p>
          <a:endParaRPr lang="en-US"/>
        </a:p>
      </dgm:t>
    </dgm:pt>
    <dgm:pt modelId="{050507B9-F980-47B8-ADD2-B6DF5C235012}">
      <dgm:prSet custT="1"/>
      <dgm:spPr/>
      <dgm:t>
        <a:bodyPr/>
        <a:lstStyle/>
        <a:p>
          <a:pPr>
            <a:lnSpc>
              <a:spcPct val="100000"/>
            </a:lnSpc>
            <a:defRPr b="1"/>
          </a:pPr>
          <a:r>
            <a:rPr lang="en-US" sz="2000" b="1" i="0">
              <a:solidFill>
                <a:schemeClr val="tx1"/>
              </a:solidFill>
            </a:rPr>
            <a:t>Destination</a:t>
          </a:r>
          <a:r>
            <a:rPr lang="en-US" sz="2000" b="0" i="0">
              <a:solidFill>
                <a:schemeClr val="tx1"/>
              </a:solidFill>
            </a:rPr>
            <a:t>:</a:t>
          </a:r>
          <a:endParaRPr lang="en-US" sz="2000">
            <a:solidFill>
              <a:schemeClr val="tx1"/>
            </a:solidFill>
          </a:endParaRPr>
        </a:p>
      </dgm:t>
    </dgm:pt>
    <dgm:pt modelId="{289577EB-667A-495E-A352-1B53C35AC037}" type="parTrans" cxnId="{6BA2CFC7-1DB3-43E0-AD49-50ED8CFE30B9}">
      <dgm:prSet/>
      <dgm:spPr/>
      <dgm:t>
        <a:bodyPr/>
        <a:lstStyle/>
        <a:p>
          <a:endParaRPr lang="en-US"/>
        </a:p>
      </dgm:t>
    </dgm:pt>
    <dgm:pt modelId="{15FFA655-D3F5-4062-AA52-0BE9157980F1}" type="sibTrans" cxnId="{6BA2CFC7-1DB3-43E0-AD49-50ED8CFE30B9}">
      <dgm:prSet/>
      <dgm:spPr/>
      <dgm:t>
        <a:bodyPr/>
        <a:lstStyle/>
        <a:p>
          <a:endParaRPr lang="en-US"/>
        </a:p>
      </dgm:t>
    </dgm:pt>
    <dgm:pt modelId="{8C5E2292-5713-4476-B9C9-F19992E007CC}">
      <dgm:prSet custT="1"/>
      <dgm:spPr/>
      <dgm:t>
        <a:bodyPr/>
        <a:lstStyle/>
        <a:p>
          <a:pPr>
            <a:lnSpc>
              <a:spcPct val="100000"/>
            </a:lnSpc>
          </a:pPr>
          <a:r>
            <a:rPr lang="en-US" sz="1600" b="1" i="0" dirty="0">
              <a:solidFill>
                <a:schemeClr val="tx1"/>
              </a:solidFill>
            </a:rPr>
            <a:t>End User Device</a:t>
          </a:r>
          <a:r>
            <a:rPr lang="en-US" sz="1600" b="0" i="0" dirty="0">
              <a:solidFill>
                <a:schemeClr val="tx1"/>
              </a:solidFill>
            </a:rPr>
            <a:t>: The destination where the message or data is intended to be received, such as a computer, mobile phone, television, etc.</a:t>
          </a:r>
          <a:endParaRPr lang="en-US" sz="1600" dirty="0">
            <a:solidFill>
              <a:schemeClr val="tx1"/>
            </a:solidFill>
          </a:endParaRPr>
        </a:p>
      </dgm:t>
    </dgm:pt>
    <dgm:pt modelId="{5761C7D2-196A-4FB8-B7B3-70387BD46E49}" type="parTrans" cxnId="{D97AE3B9-732B-4F01-81D0-2F6B367D26AD}">
      <dgm:prSet/>
      <dgm:spPr/>
      <dgm:t>
        <a:bodyPr/>
        <a:lstStyle/>
        <a:p>
          <a:endParaRPr lang="en-US"/>
        </a:p>
      </dgm:t>
    </dgm:pt>
    <dgm:pt modelId="{7FCFC4E2-79C7-4ADC-8CB7-224075A82BD1}" type="sibTrans" cxnId="{D97AE3B9-732B-4F01-81D0-2F6B367D26AD}">
      <dgm:prSet/>
      <dgm:spPr/>
      <dgm:t>
        <a:bodyPr/>
        <a:lstStyle/>
        <a:p>
          <a:endParaRPr lang="en-US"/>
        </a:p>
      </dgm:t>
    </dgm:pt>
    <dgm:pt modelId="{F7C460A5-06CE-4364-ACCA-D0B8DD761D2E}" type="pres">
      <dgm:prSet presAssocID="{C583C8B9-5D87-4874-BFBF-342F25C81246}" presName="root" presStyleCnt="0">
        <dgm:presLayoutVars>
          <dgm:dir/>
          <dgm:resizeHandles val="exact"/>
        </dgm:presLayoutVars>
      </dgm:prSet>
      <dgm:spPr/>
    </dgm:pt>
    <dgm:pt modelId="{3FB73E9C-2FC4-4E0B-8EFB-E0A078A6BB17}" type="pres">
      <dgm:prSet presAssocID="{D0E58467-4564-449D-B92B-E70955C173D0}" presName="compNode" presStyleCnt="0"/>
      <dgm:spPr/>
    </dgm:pt>
    <dgm:pt modelId="{F6DD2DEB-463A-4F27-869B-6449A7B42050}" type="pres">
      <dgm:prSet presAssocID="{D0E58467-4564-449D-B92B-E70955C173D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btitles"/>
        </a:ext>
      </dgm:extLst>
    </dgm:pt>
    <dgm:pt modelId="{820083EA-EF74-447D-803D-90DD48E7463C}" type="pres">
      <dgm:prSet presAssocID="{D0E58467-4564-449D-B92B-E70955C173D0}" presName="iconSpace" presStyleCnt="0"/>
      <dgm:spPr/>
    </dgm:pt>
    <dgm:pt modelId="{F67C45D6-CAA6-4512-8BE7-54254D191371}" type="pres">
      <dgm:prSet presAssocID="{D0E58467-4564-449D-B92B-E70955C173D0}" presName="parTx" presStyleLbl="revTx" presStyleIdx="0" presStyleCnt="10" custLinFactNeighborX="-5070" custLinFactNeighborY="-36653">
        <dgm:presLayoutVars>
          <dgm:chMax val="0"/>
          <dgm:chPref val="0"/>
        </dgm:presLayoutVars>
      </dgm:prSet>
      <dgm:spPr/>
    </dgm:pt>
    <dgm:pt modelId="{A4DD8C0E-5C23-41F7-B453-6BC084B9EF6B}" type="pres">
      <dgm:prSet presAssocID="{D0E58467-4564-449D-B92B-E70955C173D0}" presName="txSpace" presStyleCnt="0"/>
      <dgm:spPr/>
    </dgm:pt>
    <dgm:pt modelId="{9CE82048-3DD1-48EE-A0A3-AE88CF8E8F9C}" type="pres">
      <dgm:prSet presAssocID="{D0E58467-4564-449D-B92B-E70955C173D0}" presName="desTx" presStyleLbl="revTx" presStyleIdx="1" presStyleCnt="10" custLinFactNeighborX="1761" custLinFactNeighborY="-33201">
        <dgm:presLayoutVars/>
      </dgm:prSet>
      <dgm:spPr/>
    </dgm:pt>
    <dgm:pt modelId="{93DB7069-9FAF-4F95-BFA0-7DFE9897FFD3}" type="pres">
      <dgm:prSet presAssocID="{8AB0C8D6-7FF1-429D-885D-D4879402849C}" presName="sibTrans" presStyleCnt="0"/>
      <dgm:spPr/>
    </dgm:pt>
    <dgm:pt modelId="{40B1E064-2FBC-4892-B45C-E44E6E34CD43}" type="pres">
      <dgm:prSet presAssocID="{7FF9020A-6B19-42D8-8D88-CA6A4A70180C}" presName="compNode" presStyleCnt="0"/>
      <dgm:spPr/>
    </dgm:pt>
    <dgm:pt modelId="{FB006D98-5F50-4383-B11D-FF190916ECFC}" type="pres">
      <dgm:prSet presAssocID="{7FF9020A-6B19-42D8-8D88-CA6A4A70180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ream"/>
        </a:ext>
      </dgm:extLst>
    </dgm:pt>
    <dgm:pt modelId="{2A7DC1F8-964A-43E6-A0D8-518F107DE1C4}" type="pres">
      <dgm:prSet presAssocID="{7FF9020A-6B19-42D8-8D88-CA6A4A70180C}" presName="iconSpace" presStyleCnt="0"/>
      <dgm:spPr/>
    </dgm:pt>
    <dgm:pt modelId="{448D027F-5E1A-403B-BFDB-467E3AD7572A}" type="pres">
      <dgm:prSet presAssocID="{7FF9020A-6B19-42D8-8D88-CA6A4A70180C}" presName="parTx" presStyleLbl="revTx" presStyleIdx="2" presStyleCnt="10">
        <dgm:presLayoutVars>
          <dgm:chMax val="0"/>
          <dgm:chPref val="0"/>
        </dgm:presLayoutVars>
      </dgm:prSet>
      <dgm:spPr/>
    </dgm:pt>
    <dgm:pt modelId="{7BB38937-BAA7-4210-AE76-88779225C9B8}" type="pres">
      <dgm:prSet presAssocID="{7FF9020A-6B19-42D8-8D88-CA6A4A70180C}" presName="txSpace" presStyleCnt="0"/>
      <dgm:spPr/>
    </dgm:pt>
    <dgm:pt modelId="{7355BDA2-69D5-4039-9876-6905CA3CDA37}" type="pres">
      <dgm:prSet presAssocID="{7FF9020A-6B19-42D8-8D88-CA6A4A70180C}" presName="desTx" presStyleLbl="revTx" presStyleIdx="3" presStyleCnt="10" custScaleX="101100" custScaleY="152315" custLinFactNeighborX="-535" custLinFactNeighborY="-14781">
        <dgm:presLayoutVars/>
      </dgm:prSet>
      <dgm:spPr/>
    </dgm:pt>
    <dgm:pt modelId="{181FDCBC-D556-4EB9-89DA-63C2484BBAD3}" type="pres">
      <dgm:prSet presAssocID="{F8E64299-56AF-4788-8286-DE36ADFEFFED}" presName="sibTrans" presStyleCnt="0"/>
      <dgm:spPr/>
    </dgm:pt>
    <dgm:pt modelId="{0A599ABF-63AA-4E02-BA69-2F57AA7D1169}" type="pres">
      <dgm:prSet presAssocID="{C06A3CFF-938D-4C34-9F7B-0B49A0A98084}" presName="compNode" presStyleCnt="0"/>
      <dgm:spPr/>
    </dgm:pt>
    <dgm:pt modelId="{0DD3392B-457C-404C-A25D-A36FE712B5A6}" type="pres">
      <dgm:prSet presAssocID="{C06A3CFF-938D-4C34-9F7B-0B49A0A98084}"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ireless router"/>
        </a:ext>
      </dgm:extLst>
    </dgm:pt>
    <dgm:pt modelId="{A11C668E-02D8-496C-88C5-9C467E5A82B0}" type="pres">
      <dgm:prSet presAssocID="{C06A3CFF-938D-4C34-9F7B-0B49A0A98084}" presName="iconSpace" presStyleCnt="0"/>
      <dgm:spPr/>
    </dgm:pt>
    <dgm:pt modelId="{C3F4E290-A971-4DFE-8C63-56DDC5899581}" type="pres">
      <dgm:prSet presAssocID="{C06A3CFF-938D-4C34-9F7B-0B49A0A98084}" presName="parTx" presStyleLbl="revTx" presStyleIdx="4" presStyleCnt="10" custScaleX="124198" custLinFactNeighborX="-8546" custLinFactNeighborY="-7315">
        <dgm:presLayoutVars>
          <dgm:chMax val="0"/>
          <dgm:chPref val="0"/>
        </dgm:presLayoutVars>
      </dgm:prSet>
      <dgm:spPr/>
    </dgm:pt>
    <dgm:pt modelId="{1BF0D6E7-4BBD-47A3-A2C9-5335F443C91E}" type="pres">
      <dgm:prSet presAssocID="{C06A3CFF-938D-4C34-9F7B-0B49A0A98084}" presName="txSpace" presStyleCnt="0"/>
      <dgm:spPr/>
    </dgm:pt>
    <dgm:pt modelId="{17C49CBF-2E41-4768-8FF5-D9F4CC2AD3F0}" type="pres">
      <dgm:prSet presAssocID="{C06A3CFF-938D-4C34-9F7B-0B49A0A98084}" presName="desTx" presStyleLbl="revTx" presStyleIdx="5" presStyleCnt="10" custScaleX="105890" custScaleY="144094" custLinFactNeighborX="-464" custLinFactNeighborY="-16079">
        <dgm:presLayoutVars/>
      </dgm:prSet>
      <dgm:spPr/>
    </dgm:pt>
    <dgm:pt modelId="{18ABD448-7DC4-46C4-9EE3-2C4984A5C7E8}" type="pres">
      <dgm:prSet presAssocID="{AA77DC5E-88D4-4F74-9396-B08C0AFC9347}" presName="sibTrans" presStyleCnt="0"/>
      <dgm:spPr/>
    </dgm:pt>
    <dgm:pt modelId="{1FE6C032-9BB1-4D6D-B67E-0A026C5113FE}" type="pres">
      <dgm:prSet presAssocID="{62B06F16-E3ED-4925-82EF-592BD981AC5A}" presName="compNode" presStyleCnt="0"/>
      <dgm:spPr/>
    </dgm:pt>
    <dgm:pt modelId="{B1B6EBB2-4FE8-4746-9358-C1ADD1F224D6}" type="pres">
      <dgm:prSet presAssocID="{62B06F16-E3ED-4925-82EF-592BD981AC5A}"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isconnected"/>
        </a:ext>
      </dgm:extLst>
    </dgm:pt>
    <dgm:pt modelId="{C28C39EE-A087-4594-A226-D45C069E16EC}" type="pres">
      <dgm:prSet presAssocID="{62B06F16-E3ED-4925-82EF-592BD981AC5A}" presName="iconSpace" presStyleCnt="0"/>
      <dgm:spPr/>
    </dgm:pt>
    <dgm:pt modelId="{70850475-F84F-4297-8D3D-D4AFE666096B}" type="pres">
      <dgm:prSet presAssocID="{62B06F16-E3ED-4925-82EF-592BD981AC5A}" presName="parTx" presStyleLbl="revTx" presStyleIdx="6" presStyleCnt="10">
        <dgm:presLayoutVars>
          <dgm:chMax val="0"/>
          <dgm:chPref val="0"/>
        </dgm:presLayoutVars>
      </dgm:prSet>
      <dgm:spPr/>
    </dgm:pt>
    <dgm:pt modelId="{82535423-CC15-4476-BF27-3E51279BBE4E}" type="pres">
      <dgm:prSet presAssocID="{62B06F16-E3ED-4925-82EF-592BD981AC5A}" presName="txSpace" presStyleCnt="0"/>
      <dgm:spPr/>
    </dgm:pt>
    <dgm:pt modelId="{CE6462AE-FFE0-4E5D-83D3-AD4FB6356D37}" type="pres">
      <dgm:prSet presAssocID="{62B06F16-E3ED-4925-82EF-592BD981AC5A}" presName="desTx" presStyleLbl="revTx" presStyleIdx="7" presStyleCnt="10" custScaleX="108890" custScaleY="133080" custLinFactNeighborX="-1787" custLinFactNeighborY="-25156">
        <dgm:presLayoutVars/>
      </dgm:prSet>
      <dgm:spPr/>
    </dgm:pt>
    <dgm:pt modelId="{2EBD7915-54B5-4234-A92A-4CD69D242EB0}" type="pres">
      <dgm:prSet presAssocID="{C9977B94-FDD8-4E43-B21E-14B56D901682}" presName="sibTrans" presStyleCnt="0"/>
      <dgm:spPr/>
    </dgm:pt>
    <dgm:pt modelId="{92023C2E-130A-425F-B02D-52AA63CED36A}" type="pres">
      <dgm:prSet presAssocID="{050507B9-F980-47B8-ADD2-B6DF5C235012}" presName="compNode" presStyleCnt="0"/>
      <dgm:spPr/>
    </dgm:pt>
    <dgm:pt modelId="{099EC59B-6887-4311-9951-88A7874F3B82}" type="pres">
      <dgm:prSet presAssocID="{050507B9-F980-47B8-ADD2-B6DF5C23501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ogrammer"/>
        </a:ext>
      </dgm:extLst>
    </dgm:pt>
    <dgm:pt modelId="{FED565FC-EE84-4EE9-8FFF-FBDC81CE9499}" type="pres">
      <dgm:prSet presAssocID="{050507B9-F980-47B8-ADD2-B6DF5C235012}" presName="iconSpace" presStyleCnt="0"/>
      <dgm:spPr/>
    </dgm:pt>
    <dgm:pt modelId="{393A0479-8703-4AB2-B43D-065C23AAC35E}" type="pres">
      <dgm:prSet presAssocID="{050507B9-F980-47B8-ADD2-B6DF5C235012}" presName="parTx" presStyleLbl="revTx" presStyleIdx="8" presStyleCnt="10">
        <dgm:presLayoutVars>
          <dgm:chMax val="0"/>
          <dgm:chPref val="0"/>
        </dgm:presLayoutVars>
      </dgm:prSet>
      <dgm:spPr/>
    </dgm:pt>
    <dgm:pt modelId="{F4042C57-903E-4040-AAAD-15D65A36936D}" type="pres">
      <dgm:prSet presAssocID="{050507B9-F980-47B8-ADD2-B6DF5C235012}" presName="txSpace" presStyleCnt="0"/>
      <dgm:spPr/>
    </dgm:pt>
    <dgm:pt modelId="{391BC88C-8631-41BA-9D49-FF8A5AD435C6}" type="pres">
      <dgm:prSet presAssocID="{050507B9-F980-47B8-ADD2-B6DF5C235012}" presName="desTx" presStyleLbl="revTx" presStyleIdx="9" presStyleCnt="10" custLinFactNeighborX="642" custLinFactNeighborY="-35678">
        <dgm:presLayoutVars/>
      </dgm:prSet>
      <dgm:spPr/>
    </dgm:pt>
  </dgm:ptLst>
  <dgm:cxnLst>
    <dgm:cxn modelId="{85CE1906-8B6D-4177-AEFE-E5C09E22D174}" type="presOf" srcId="{050507B9-F980-47B8-ADD2-B6DF5C235012}" destId="{393A0479-8703-4AB2-B43D-065C23AAC35E}" srcOrd="0" destOrd="0" presId="urn:microsoft.com/office/officeart/2018/2/layout/IconLabelDescriptionList"/>
    <dgm:cxn modelId="{4EB28814-CB45-4CF8-9D5D-CDA5902F1701}" srcId="{7FF9020A-6B19-42D8-8D88-CA6A4A70180C}" destId="{3116FBC9-EF45-463B-8984-6D68BF8F28EB}" srcOrd="0" destOrd="0" parTransId="{FA22166C-32A3-4FF9-BB82-BA6F8ABD3063}" sibTransId="{9A190335-7489-4175-8BA4-A55EC54B69A4}"/>
    <dgm:cxn modelId="{4C61332B-5762-4A5F-BBF8-90E5291CF449}" srcId="{C06A3CFF-938D-4C34-9F7B-0B49A0A98084}" destId="{45FB6094-B611-4B37-8034-34F5933E72E6}" srcOrd="1" destOrd="0" parTransId="{34163E02-385C-42EB-A5C2-4594A6D793F8}" sibTransId="{0BA59CB6-3ABE-4734-9857-39CBFC4198E9}"/>
    <dgm:cxn modelId="{4346A33D-F478-4C24-8B58-6F08C2A2EBB9}" type="presOf" srcId="{7FF9020A-6B19-42D8-8D88-CA6A4A70180C}" destId="{448D027F-5E1A-403B-BFDB-467E3AD7572A}" srcOrd="0" destOrd="0" presId="urn:microsoft.com/office/officeart/2018/2/layout/IconLabelDescriptionList"/>
    <dgm:cxn modelId="{70927B43-093E-488F-A63B-B2960BB4DAE9}" type="presOf" srcId="{C06A3CFF-938D-4C34-9F7B-0B49A0A98084}" destId="{C3F4E290-A971-4DFE-8C63-56DDC5899581}" srcOrd="0" destOrd="0" presId="urn:microsoft.com/office/officeart/2018/2/layout/IconLabelDescriptionList"/>
    <dgm:cxn modelId="{43967569-5A7E-48E9-921E-A691240866EE}" type="presOf" srcId="{62B06F16-E3ED-4925-82EF-592BD981AC5A}" destId="{70850475-F84F-4297-8D3D-D4AFE666096B}" srcOrd="0" destOrd="0" presId="urn:microsoft.com/office/officeart/2018/2/layout/IconLabelDescriptionList"/>
    <dgm:cxn modelId="{6D73A44B-5EEA-48DF-816E-2C1CFE22D271}" srcId="{C583C8B9-5D87-4874-BFBF-342F25C81246}" destId="{62B06F16-E3ED-4925-82EF-592BD981AC5A}" srcOrd="3" destOrd="0" parTransId="{5038E398-5EBD-46D6-8A71-3EB4A906178E}" sibTransId="{C9977B94-FDD8-4E43-B21E-14B56D901682}"/>
    <dgm:cxn modelId="{3E4AD86B-70D6-449E-A306-64C0F3F61484}" type="presOf" srcId="{245E54FF-ADD7-42DB-A497-EC69BFA03490}" destId="{17C49CBF-2E41-4768-8FF5-D9F4CC2AD3F0}" srcOrd="0" destOrd="0" presId="urn:microsoft.com/office/officeart/2018/2/layout/IconLabelDescriptionList"/>
    <dgm:cxn modelId="{D56AD452-9395-4875-9295-94EEC450CC69}" type="presOf" srcId="{3116FBC9-EF45-463B-8984-6D68BF8F28EB}" destId="{7355BDA2-69D5-4039-9876-6905CA3CDA37}" srcOrd="0" destOrd="0" presId="urn:microsoft.com/office/officeart/2018/2/layout/IconLabelDescriptionList"/>
    <dgm:cxn modelId="{F75C9F55-7B54-4EDE-B79F-BE03E5B481A0}" type="presOf" srcId="{8C5E2292-5713-4476-B9C9-F19992E007CC}" destId="{391BC88C-8631-41BA-9D49-FF8A5AD435C6}" srcOrd="0" destOrd="0" presId="urn:microsoft.com/office/officeart/2018/2/layout/IconLabelDescriptionList"/>
    <dgm:cxn modelId="{17AF407C-FEBF-4159-A08F-FC5837C53ABE}" srcId="{C583C8B9-5D87-4874-BFBF-342F25C81246}" destId="{C06A3CFF-938D-4C34-9F7B-0B49A0A98084}" srcOrd="2" destOrd="0" parTransId="{810D6510-7580-4C61-9589-8D7D6B74C002}" sibTransId="{AA77DC5E-88D4-4F74-9396-B08C0AFC9347}"/>
    <dgm:cxn modelId="{3784A57E-FF4E-44DD-AECF-99899F49A072}" type="presOf" srcId="{A2F72E39-8EAF-49E6-ADD8-85522CC5BA88}" destId="{9CE82048-3DD1-48EE-A0A3-AE88CF8E8F9C}" srcOrd="0" destOrd="0" presId="urn:microsoft.com/office/officeart/2018/2/layout/IconLabelDescriptionList"/>
    <dgm:cxn modelId="{EA758E94-D518-436A-B779-40EA484EEB1B}" srcId="{C06A3CFF-938D-4C34-9F7B-0B49A0A98084}" destId="{245E54FF-ADD7-42DB-A497-EC69BFA03490}" srcOrd="0" destOrd="0" parTransId="{E76E8308-C9ED-4740-8080-DCC7131D1308}" sibTransId="{70B23695-37F1-4302-B4F5-77E933A4E65C}"/>
    <dgm:cxn modelId="{03A56BA6-A525-4AA5-939F-15B9A14F7579}" type="presOf" srcId="{D0E58467-4564-449D-B92B-E70955C173D0}" destId="{F67C45D6-CAA6-4512-8BE7-54254D191371}" srcOrd="0" destOrd="0" presId="urn:microsoft.com/office/officeart/2018/2/layout/IconLabelDescriptionList"/>
    <dgm:cxn modelId="{7D352DB0-B77F-4B83-82BA-AC6E73DE3212}" srcId="{C583C8B9-5D87-4874-BFBF-342F25C81246}" destId="{D0E58467-4564-449D-B92B-E70955C173D0}" srcOrd="0" destOrd="0" parTransId="{B1F5F45F-8DD1-4F8E-AD0D-5FD49EB2B308}" sibTransId="{8AB0C8D6-7FF1-429D-885D-D4879402849C}"/>
    <dgm:cxn modelId="{4F0B9BB6-7186-401D-8C5C-4D5B956C55D7}" srcId="{62B06F16-E3ED-4925-82EF-592BD981AC5A}" destId="{384A66B5-085D-4575-B07C-828F2AD99EF1}" srcOrd="0" destOrd="0" parTransId="{F44AD649-4062-4149-AD61-487054A8C587}" sibTransId="{6DEFA88A-6CFB-42CF-BD73-C654A0B3CC52}"/>
    <dgm:cxn modelId="{D97AE3B9-732B-4F01-81D0-2F6B367D26AD}" srcId="{050507B9-F980-47B8-ADD2-B6DF5C235012}" destId="{8C5E2292-5713-4476-B9C9-F19992E007CC}" srcOrd="0" destOrd="0" parTransId="{5761C7D2-196A-4FB8-B7B3-70387BD46E49}" sibTransId="{7FCFC4E2-79C7-4ADC-8CB7-224075A82BD1}"/>
    <dgm:cxn modelId="{6BA2CFC7-1DB3-43E0-AD49-50ED8CFE30B9}" srcId="{C583C8B9-5D87-4874-BFBF-342F25C81246}" destId="{050507B9-F980-47B8-ADD2-B6DF5C235012}" srcOrd="4" destOrd="0" parTransId="{289577EB-667A-495E-A352-1B53C35AC037}" sibTransId="{15FFA655-D3F5-4062-AA52-0BE9157980F1}"/>
    <dgm:cxn modelId="{A0516DCA-3FC3-4911-BF0A-59A0824D2806}" srcId="{C583C8B9-5D87-4874-BFBF-342F25C81246}" destId="{7FF9020A-6B19-42D8-8D88-CA6A4A70180C}" srcOrd="1" destOrd="0" parTransId="{FFC61F7B-2D08-4BC9-9237-03DE9B760A5C}" sibTransId="{F8E64299-56AF-4788-8286-DE36ADFEFFED}"/>
    <dgm:cxn modelId="{E95D7ECC-0F96-44C3-930B-6ABD9C521077}" type="presOf" srcId="{C583C8B9-5D87-4874-BFBF-342F25C81246}" destId="{F7C460A5-06CE-4364-ACCA-D0B8DD761D2E}" srcOrd="0" destOrd="0" presId="urn:microsoft.com/office/officeart/2018/2/layout/IconLabelDescriptionList"/>
    <dgm:cxn modelId="{DA55EFCD-8C65-42BD-B53D-FFB2BD947614}" type="presOf" srcId="{45FB6094-B611-4B37-8034-34F5933E72E6}" destId="{17C49CBF-2E41-4768-8FF5-D9F4CC2AD3F0}" srcOrd="0" destOrd="1" presId="urn:microsoft.com/office/officeart/2018/2/layout/IconLabelDescriptionList"/>
    <dgm:cxn modelId="{FB41BCDB-3909-42ED-8EC5-A31D506CC0DD}" type="presOf" srcId="{384A66B5-085D-4575-B07C-828F2AD99EF1}" destId="{CE6462AE-FFE0-4E5D-83D3-AD4FB6356D37}" srcOrd="0" destOrd="0" presId="urn:microsoft.com/office/officeart/2018/2/layout/IconLabelDescriptionList"/>
    <dgm:cxn modelId="{5CCD30E6-0063-441E-804C-EC234D6924C0}" srcId="{D0E58467-4564-449D-B92B-E70955C173D0}" destId="{A2F72E39-8EAF-49E6-ADD8-85522CC5BA88}" srcOrd="0" destOrd="0" parTransId="{3FB47E84-7A19-4857-9E24-FDFB712893BB}" sibTransId="{1432BD00-1001-45E4-B3B2-3FD1D2386EEB}"/>
    <dgm:cxn modelId="{A17BF0BD-5253-4BA2-8588-3DF92B613E9D}" type="presParOf" srcId="{F7C460A5-06CE-4364-ACCA-D0B8DD761D2E}" destId="{3FB73E9C-2FC4-4E0B-8EFB-E0A078A6BB17}" srcOrd="0" destOrd="0" presId="urn:microsoft.com/office/officeart/2018/2/layout/IconLabelDescriptionList"/>
    <dgm:cxn modelId="{12527521-615E-4F27-8EAD-E8FB778BE423}" type="presParOf" srcId="{3FB73E9C-2FC4-4E0B-8EFB-E0A078A6BB17}" destId="{F6DD2DEB-463A-4F27-869B-6449A7B42050}" srcOrd="0" destOrd="0" presId="urn:microsoft.com/office/officeart/2018/2/layout/IconLabelDescriptionList"/>
    <dgm:cxn modelId="{FDBB0076-5CCA-43F1-AE58-626D070135C4}" type="presParOf" srcId="{3FB73E9C-2FC4-4E0B-8EFB-E0A078A6BB17}" destId="{820083EA-EF74-447D-803D-90DD48E7463C}" srcOrd="1" destOrd="0" presId="urn:microsoft.com/office/officeart/2018/2/layout/IconLabelDescriptionList"/>
    <dgm:cxn modelId="{0AE20AAC-7C78-40E1-A05E-CF70B3E9255D}" type="presParOf" srcId="{3FB73E9C-2FC4-4E0B-8EFB-E0A078A6BB17}" destId="{F67C45D6-CAA6-4512-8BE7-54254D191371}" srcOrd="2" destOrd="0" presId="urn:microsoft.com/office/officeart/2018/2/layout/IconLabelDescriptionList"/>
    <dgm:cxn modelId="{47DA4B15-0F74-440E-8213-031398413510}" type="presParOf" srcId="{3FB73E9C-2FC4-4E0B-8EFB-E0A078A6BB17}" destId="{A4DD8C0E-5C23-41F7-B453-6BC084B9EF6B}" srcOrd="3" destOrd="0" presId="urn:microsoft.com/office/officeart/2018/2/layout/IconLabelDescriptionList"/>
    <dgm:cxn modelId="{DF10E0D1-05EC-4683-981B-42D191829C94}" type="presParOf" srcId="{3FB73E9C-2FC4-4E0B-8EFB-E0A078A6BB17}" destId="{9CE82048-3DD1-48EE-A0A3-AE88CF8E8F9C}" srcOrd="4" destOrd="0" presId="urn:microsoft.com/office/officeart/2018/2/layout/IconLabelDescriptionList"/>
    <dgm:cxn modelId="{2EBD1697-022F-4592-9449-F6B6C725D327}" type="presParOf" srcId="{F7C460A5-06CE-4364-ACCA-D0B8DD761D2E}" destId="{93DB7069-9FAF-4F95-BFA0-7DFE9897FFD3}" srcOrd="1" destOrd="0" presId="urn:microsoft.com/office/officeart/2018/2/layout/IconLabelDescriptionList"/>
    <dgm:cxn modelId="{588C6389-BC38-44FC-A876-685941EACB8A}" type="presParOf" srcId="{F7C460A5-06CE-4364-ACCA-D0B8DD761D2E}" destId="{40B1E064-2FBC-4892-B45C-E44E6E34CD43}" srcOrd="2" destOrd="0" presId="urn:microsoft.com/office/officeart/2018/2/layout/IconLabelDescriptionList"/>
    <dgm:cxn modelId="{381786D7-C5CA-4E84-B260-E566F7D98AA0}" type="presParOf" srcId="{40B1E064-2FBC-4892-B45C-E44E6E34CD43}" destId="{FB006D98-5F50-4383-B11D-FF190916ECFC}" srcOrd="0" destOrd="0" presId="urn:microsoft.com/office/officeart/2018/2/layout/IconLabelDescriptionList"/>
    <dgm:cxn modelId="{7A1A4053-63E2-487F-9FCF-593427AB37FF}" type="presParOf" srcId="{40B1E064-2FBC-4892-B45C-E44E6E34CD43}" destId="{2A7DC1F8-964A-43E6-A0D8-518F107DE1C4}" srcOrd="1" destOrd="0" presId="urn:microsoft.com/office/officeart/2018/2/layout/IconLabelDescriptionList"/>
    <dgm:cxn modelId="{4D070C35-FC1E-4B61-95BF-3C435148E086}" type="presParOf" srcId="{40B1E064-2FBC-4892-B45C-E44E6E34CD43}" destId="{448D027F-5E1A-403B-BFDB-467E3AD7572A}" srcOrd="2" destOrd="0" presId="urn:microsoft.com/office/officeart/2018/2/layout/IconLabelDescriptionList"/>
    <dgm:cxn modelId="{681DCCD1-5A42-4C30-BEBE-81AAB868FEB3}" type="presParOf" srcId="{40B1E064-2FBC-4892-B45C-E44E6E34CD43}" destId="{7BB38937-BAA7-4210-AE76-88779225C9B8}" srcOrd="3" destOrd="0" presId="urn:microsoft.com/office/officeart/2018/2/layout/IconLabelDescriptionList"/>
    <dgm:cxn modelId="{6043C6A7-C1F8-40B5-826D-8E47A0B5D82B}" type="presParOf" srcId="{40B1E064-2FBC-4892-B45C-E44E6E34CD43}" destId="{7355BDA2-69D5-4039-9876-6905CA3CDA37}" srcOrd="4" destOrd="0" presId="urn:microsoft.com/office/officeart/2018/2/layout/IconLabelDescriptionList"/>
    <dgm:cxn modelId="{1BB7A945-E016-4129-BF59-D3D7776EC14A}" type="presParOf" srcId="{F7C460A5-06CE-4364-ACCA-D0B8DD761D2E}" destId="{181FDCBC-D556-4EB9-89DA-63C2484BBAD3}" srcOrd="3" destOrd="0" presId="urn:microsoft.com/office/officeart/2018/2/layout/IconLabelDescriptionList"/>
    <dgm:cxn modelId="{8B48B872-9BA4-46F6-A79E-4E93977B6C76}" type="presParOf" srcId="{F7C460A5-06CE-4364-ACCA-D0B8DD761D2E}" destId="{0A599ABF-63AA-4E02-BA69-2F57AA7D1169}" srcOrd="4" destOrd="0" presId="urn:microsoft.com/office/officeart/2018/2/layout/IconLabelDescriptionList"/>
    <dgm:cxn modelId="{E8B5E485-0893-4C87-A5F0-27809E285449}" type="presParOf" srcId="{0A599ABF-63AA-4E02-BA69-2F57AA7D1169}" destId="{0DD3392B-457C-404C-A25D-A36FE712B5A6}" srcOrd="0" destOrd="0" presId="urn:microsoft.com/office/officeart/2018/2/layout/IconLabelDescriptionList"/>
    <dgm:cxn modelId="{3188CF9B-2AC8-4768-89E7-846FC9781983}" type="presParOf" srcId="{0A599ABF-63AA-4E02-BA69-2F57AA7D1169}" destId="{A11C668E-02D8-496C-88C5-9C467E5A82B0}" srcOrd="1" destOrd="0" presId="urn:microsoft.com/office/officeart/2018/2/layout/IconLabelDescriptionList"/>
    <dgm:cxn modelId="{5421449F-1E2B-40CC-BBA2-ED60A959AA74}" type="presParOf" srcId="{0A599ABF-63AA-4E02-BA69-2F57AA7D1169}" destId="{C3F4E290-A971-4DFE-8C63-56DDC5899581}" srcOrd="2" destOrd="0" presId="urn:microsoft.com/office/officeart/2018/2/layout/IconLabelDescriptionList"/>
    <dgm:cxn modelId="{3AF5C353-424C-49B3-BE08-EF1D85B5E116}" type="presParOf" srcId="{0A599ABF-63AA-4E02-BA69-2F57AA7D1169}" destId="{1BF0D6E7-4BBD-47A3-A2C9-5335F443C91E}" srcOrd="3" destOrd="0" presId="urn:microsoft.com/office/officeart/2018/2/layout/IconLabelDescriptionList"/>
    <dgm:cxn modelId="{C2564000-286D-4104-82BC-EA4049226F59}" type="presParOf" srcId="{0A599ABF-63AA-4E02-BA69-2F57AA7D1169}" destId="{17C49CBF-2E41-4768-8FF5-D9F4CC2AD3F0}" srcOrd="4" destOrd="0" presId="urn:microsoft.com/office/officeart/2018/2/layout/IconLabelDescriptionList"/>
    <dgm:cxn modelId="{5F2D3662-C4B2-4FF3-A92B-43BD4E807E75}" type="presParOf" srcId="{F7C460A5-06CE-4364-ACCA-D0B8DD761D2E}" destId="{18ABD448-7DC4-46C4-9EE3-2C4984A5C7E8}" srcOrd="5" destOrd="0" presId="urn:microsoft.com/office/officeart/2018/2/layout/IconLabelDescriptionList"/>
    <dgm:cxn modelId="{A7D42608-EF91-4014-A389-EC794AB1ADF3}" type="presParOf" srcId="{F7C460A5-06CE-4364-ACCA-D0B8DD761D2E}" destId="{1FE6C032-9BB1-4D6D-B67E-0A026C5113FE}" srcOrd="6" destOrd="0" presId="urn:microsoft.com/office/officeart/2018/2/layout/IconLabelDescriptionList"/>
    <dgm:cxn modelId="{763E7722-6BF4-4368-AC42-4B7D5EA2E2B2}" type="presParOf" srcId="{1FE6C032-9BB1-4D6D-B67E-0A026C5113FE}" destId="{B1B6EBB2-4FE8-4746-9358-C1ADD1F224D6}" srcOrd="0" destOrd="0" presId="urn:microsoft.com/office/officeart/2018/2/layout/IconLabelDescriptionList"/>
    <dgm:cxn modelId="{2D56A983-4797-4B05-9941-86A43A70A724}" type="presParOf" srcId="{1FE6C032-9BB1-4D6D-B67E-0A026C5113FE}" destId="{C28C39EE-A087-4594-A226-D45C069E16EC}" srcOrd="1" destOrd="0" presId="urn:microsoft.com/office/officeart/2018/2/layout/IconLabelDescriptionList"/>
    <dgm:cxn modelId="{BE124D44-0861-4794-B719-C83E961BED7A}" type="presParOf" srcId="{1FE6C032-9BB1-4D6D-B67E-0A026C5113FE}" destId="{70850475-F84F-4297-8D3D-D4AFE666096B}" srcOrd="2" destOrd="0" presId="urn:microsoft.com/office/officeart/2018/2/layout/IconLabelDescriptionList"/>
    <dgm:cxn modelId="{C93E9852-7040-4BA3-A4C1-CA8632D3B013}" type="presParOf" srcId="{1FE6C032-9BB1-4D6D-B67E-0A026C5113FE}" destId="{82535423-CC15-4476-BF27-3E51279BBE4E}" srcOrd="3" destOrd="0" presId="urn:microsoft.com/office/officeart/2018/2/layout/IconLabelDescriptionList"/>
    <dgm:cxn modelId="{A2C8E886-530B-4F05-A34E-C41BE329798B}" type="presParOf" srcId="{1FE6C032-9BB1-4D6D-B67E-0A026C5113FE}" destId="{CE6462AE-FFE0-4E5D-83D3-AD4FB6356D37}" srcOrd="4" destOrd="0" presId="urn:microsoft.com/office/officeart/2018/2/layout/IconLabelDescriptionList"/>
    <dgm:cxn modelId="{06E3D0C1-CE68-436E-A74C-D142C379BC8D}" type="presParOf" srcId="{F7C460A5-06CE-4364-ACCA-D0B8DD761D2E}" destId="{2EBD7915-54B5-4234-A92A-4CD69D242EB0}" srcOrd="7" destOrd="0" presId="urn:microsoft.com/office/officeart/2018/2/layout/IconLabelDescriptionList"/>
    <dgm:cxn modelId="{7C0CDBF2-E156-4C3C-8027-22FCEA92242C}" type="presParOf" srcId="{F7C460A5-06CE-4364-ACCA-D0B8DD761D2E}" destId="{92023C2E-130A-425F-B02D-52AA63CED36A}" srcOrd="8" destOrd="0" presId="urn:microsoft.com/office/officeart/2018/2/layout/IconLabelDescriptionList"/>
    <dgm:cxn modelId="{D41DC77B-3BF0-4044-9CDC-09B91500E5E4}" type="presParOf" srcId="{92023C2E-130A-425F-B02D-52AA63CED36A}" destId="{099EC59B-6887-4311-9951-88A7874F3B82}" srcOrd="0" destOrd="0" presId="urn:microsoft.com/office/officeart/2018/2/layout/IconLabelDescriptionList"/>
    <dgm:cxn modelId="{538F2DC3-745B-4C9E-9191-82E294611951}" type="presParOf" srcId="{92023C2E-130A-425F-B02D-52AA63CED36A}" destId="{FED565FC-EE84-4EE9-8FFF-FBDC81CE9499}" srcOrd="1" destOrd="0" presId="urn:microsoft.com/office/officeart/2018/2/layout/IconLabelDescriptionList"/>
    <dgm:cxn modelId="{F4E70116-071B-4EFF-919D-916EA56164DA}" type="presParOf" srcId="{92023C2E-130A-425F-B02D-52AA63CED36A}" destId="{393A0479-8703-4AB2-B43D-065C23AAC35E}" srcOrd="2" destOrd="0" presId="urn:microsoft.com/office/officeart/2018/2/layout/IconLabelDescriptionList"/>
    <dgm:cxn modelId="{390B6A75-8537-4048-8A7D-8199CBCDD400}" type="presParOf" srcId="{92023C2E-130A-425F-B02D-52AA63CED36A}" destId="{F4042C57-903E-4040-AAAD-15D65A36936D}" srcOrd="3" destOrd="0" presId="urn:microsoft.com/office/officeart/2018/2/layout/IconLabelDescriptionList"/>
    <dgm:cxn modelId="{7AF18F57-5E7B-429D-B1ED-4E0DEF1258EA}" type="presParOf" srcId="{92023C2E-130A-425F-B02D-52AA63CED36A}" destId="{391BC88C-8631-41BA-9D49-FF8A5AD435C6}"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97EC0F4-CA82-473F-9742-4C2671FABCB2}" type="doc">
      <dgm:prSet loTypeId="urn:microsoft.com/office/officeart/2018/2/layout/IconVerticalSolidList" loCatId="icon" qsTypeId="urn:microsoft.com/office/officeart/2005/8/quickstyle/simple1" qsCatId="simple" csTypeId="urn:microsoft.com/office/officeart/2005/8/colors/colorful3" csCatId="colorful" phldr="1"/>
      <dgm:spPr/>
      <dgm:t>
        <a:bodyPr/>
        <a:lstStyle/>
        <a:p>
          <a:endParaRPr lang="en-US"/>
        </a:p>
      </dgm:t>
    </dgm:pt>
    <dgm:pt modelId="{83F512BC-A6D3-4755-9065-A2602CE69718}">
      <dgm:prSet/>
      <dgm:spPr/>
      <dgm:t>
        <a:bodyPr/>
        <a:lstStyle/>
        <a:p>
          <a:pPr>
            <a:lnSpc>
              <a:spcPct val="100000"/>
            </a:lnSpc>
          </a:pPr>
          <a:r>
            <a:rPr lang="en-US" b="1" i="0"/>
            <a:t>Source</a:t>
          </a:r>
          <a:r>
            <a:rPr lang="en-US" b="0" i="0"/>
            <a:t>: A microphone converts sound (analog signal) into an electrical signal.</a:t>
          </a:r>
          <a:endParaRPr lang="en-US"/>
        </a:p>
      </dgm:t>
    </dgm:pt>
    <dgm:pt modelId="{414799E8-4ECA-41D3-8869-4EE643374562}" type="parTrans" cxnId="{5CBB2B06-8BB3-49C3-A8D6-9F86142DEBB4}">
      <dgm:prSet/>
      <dgm:spPr/>
      <dgm:t>
        <a:bodyPr/>
        <a:lstStyle/>
        <a:p>
          <a:endParaRPr lang="en-US"/>
        </a:p>
      </dgm:t>
    </dgm:pt>
    <dgm:pt modelId="{C67C1133-BB42-4D29-A720-1117E2BF3BBC}" type="sibTrans" cxnId="{5CBB2B06-8BB3-49C3-A8D6-9F86142DEBB4}">
      <dgm:prSet/>
      <dgm:spPr/>
      <dgm:t>
        <a:bodyPr/>
        <a:lstStyle/>
        <a:p>
          <a:endParaRPr lang="en-US"/>
        </a:p>
      </dgm:t>
    </dgm:pt>
    <dgm:pt modelId="{56733EB9-A14E-44A1-9958-64B274662935}">
      <dgm:prSet/>
      <dgm:spPr/>
      <dgm:t>
        <a:bodyPr/>
        <a:lstStyle/>
        <a:p>
          <a:pPr>
            <a:lnSpc>
              <a:spcPct val="100000"/>
            </a:lnSpc>
          </a:pPr>
          <a:r>
            <a:rPr lang="en-US" b="1" i="0" dirty="0"/>
            <a:t>Transmitter</a:t>
          </a:r>
          <a:r>
            <a:rPr lang="en-US" b="0" i="0" dirty="0"/>
            <a:t>: The transmitting antenna sends the electrical signal which is modulated onto a carrier frequency.</a:t>
          </a:r>
          <a:endParaRPr lang="en-US" dirty="0"/>
        </a:p>
      </dgm:t>
    </dgm:pt>
    <dgm:pt modelId="{A5785147-1563-47AC-A2B1-1A43260D7D4C}" type="parTrans" cxnId="{11914914-EC07-4075-A6D9-5E79C3359820}">
      <dgm:prSet/>
      <dgm:spPr/>
      <dgm:t>
        <a:bodyPr/>
        <a:lstStyle/>
        <a:p>
          <a:endParaRPr lang="en-US"/>
        </a:p>
      </dgm:t>
    </dgm:pt>
    <dgm:pt modelId="{6C21909E-CF7C-4D5E-81CB-735CB93B9988}" type="sibTrans" cxnId="{11914914-EC07-4075-A6D9-5E79C3359820}">
      <dgm:prSet/>
      <dgm:spPr/>
      <dgm:t>
        <a:bodyPr/>
        <a:lstStyle/>
        <a:p>
          <a:endParaRPr lang="en-US"/>
        </a:p>
      </dgm:t>
    </dgm:pt>
    <dgm:pt modelId="{B44B384D-61B5-4877-B462-10D06C7129A8}">
      <dgm:prSet/>
      <dgm:spPr/>
      <dgm:t>
        <a:bodyPr/>
        <a:lstStyle/>
        <a:p>
          <a:pPr>
            <a:lnSpc>
              <a:spcPct val="100000"/>
            </a:lnSpc>
          </a:pPr>
          <a:r>
            <a:rPr lang="en-US" b="1" i="0" dirty="0"/>
            <a:t>Transmission Medium</a:t>
          </a:r>
          <a:r>
            <a:rPr lang="en-US" b="0" i="0" dirty="0"/>
            <a:t>: The modulated signal is transmitted through the air as radio waves.</a:t>
          </a:r>
          <a:endParaRPr lang="en-US" dirty="0"/>
        </a:p>
      </dgm:t>
    </dgm:pt>
    <dgm:pt modelId="{2B6FDF24-4E75-467B-9881-5D8763931B16}" type="parTrans" cxnId="{F2D7D10D-D6D9-4BFF-B23D-7E2C34FCD991}">
      <dgm:prSet/>
      <dgm:spPr/>
      <dgm:t>
        <a:bodyPr/>
        <a:lstStyle/>
        <a:p>
          <a:endParaRPr lang="en-US"/>
        </a:p>
      </dgm:t>
    </dgm:pt>
    <dgm:pt modelId="{342C8A8E-82B1-49DA-8E2E-D97663F61D79}" type="sibTrans" cxnId="{F2D7D10D-D6D9-4BFF-B23D-7E2C34FCD991}">
      <dgm:prSet/>
      <dgm:spPr/>
      <dgm:t>
        <a:bodyPr/>
        <a:lstStyle/>
        <a:p>
          <a:endParaRPr lang="en-US"/>
        </a:p>
      </dgm:t>
    </dgm:pt>
    <dgm:pt modelId="{1DB24289-1C26-42BD-8E54-15C00B64D26F}">
      <dgm:prSet/>
      <dgm:spPr/>
      <dgm:t>
        <a:bodyPr/>
        <a:lstStyle/>
        <a:p>
          <a:pPr>
            <a:lnSpc>
              <a:spcPct val="100000"/>
            </a:lnSpc>
          </a:pPr>
          <a:r>
            <a:rPr lang="en-US" b="1" i="0"/>
            <a:t>Receiver</a:t>
          </a:r>
          <a:r>
            <a:rPr lang="en-US" b="0" i="0"/>
            <a:t>: An antenna receives the radio waves, and the receiver demodulates the signal to retrieve the original audio.</a:t>
          </a:r>
          <a:endParaRPr lang="en-US"/>
        </a:p>
      </dgm:t>
    </dgm:pt>
    <dgm:pt modelId="{78E11F8A-4010-46A3-98BA-E14985BDDC8E}" type="parTrans" cxnId="{E9047233-2E64-4AE7-A6E2-421FB6272624}">
      <dgm:prSet/>
      <dgm:spPr/>
      <dgm:t>
        <a:bodyPr/>
        <a:lstStyle/>
        <a:p>
          <a:endParaRPr lang="en-US"/>
        </a:p>
      </dgm:t>
    </dgm:pt>
    <dgm:pt modelId="{F1792E5F-0A2E-4EB1-B1E7-5AB210F4BEC3}" type="sibTrans" cxnId="{E9047233-2E64-4AE7-A6E2-421FB6272624}">
      <dgm:prSet/>
      <dgm:spPr/>
      <dgm:t>
        <a:bodyPr/>
        <a:lstStyle/>
        <a:p>
          <a:endParaRPr lang="en-US"/>
        </a:p>
      </dgm:t>
    </dgm:pt>
    <dgm:pt modelId="{EA06FDA9-D66A-48EE-B737-BFFD7E63274B}">
      <dgm:prSet/>
      <dgm:spPr/>
      <dgm:t>
        <a:bodyPr/>
        <a:lstStyle/>
        <a:p>
          <a:pPr>
            <a:lnSpc>
              <a:spcPct val="100000"/>
            </a:lnSpc>
          </a:pPr>
          <a:r>
            <a:rPr lang="en-US" b="1" i="0"/>
            <a:t>Destination</a:t>
          </a:r>
          <a:r>
            <a:rPr lang="en-US" b="0" i="0"/>
            <a:t>: The demodulated electrical signal is converted back to sound by a speaker.</a:t>
          </a:r>
          <a:endParaRPr lang="en-US"/>
        </a:p>
      </dgm:t>
    </dgm:pt>
    <dgm:pt modelId="{5A1520A3-424C-47C5-8D48-EBD23C9F3ADF}" type="parTrans" cxnId="{33286F48-3D56-4AF4-AD00-B95B596FD5C5}">
      <dgm:prSet/>
      <dgm:spPr/>
      <dgm:t>
        <a:bodyPr/>
        <a:lstStyle/>
        <a:p>
          <a:endParaRPr lang="en-US"/>
        </a:p>
      </dgm:t>
    </dgm:pt>
    <dgm:pt modelId="{1270D743-886E-49A9-8408-0B5AAADD92F3}" type="sibTrans" cxnId="{33286F48-3D56-4AF4-AD00-B95B596FD5C5}">
      <dgm:prSet/>
      <dgm:spPr/>
      <dgm:t>
        <a:bodyPr/>
        <a:lstStyle/>
        <a:p>
          <a:endParaRPr lang="en-US"/>
        </a:p>
      </dgm:t>
    </dgm:pt>
    <dgm:pt modelId="{4E9ECBB9-F90A-4378-8A37-BFC1ABB9F0FB}" type="pres">
      <dgm:prSet presAssocID="{F97EC0F4-CA82-473F-9742-4C2671FABCB2}" presName="root" presStyleCnt="0">
        <dgm:presLayoutVars>
          <dgm:dir/>
          <dgm:resizeHandles val="exact"/>
        </dgm:presLayoutVars>
      </dgm:prSet>
      <dgm:spPr/>
    </dgm:pt>
    <dgm:pt modelId="{9EE83423-1619-4438-9CE6-478DD8FF3DFD}" type="pres">
      <dgm:prSet presAssocID="{83F512BC-A6D3-4755-9065-A2602CE69718}" presName="compNode" presStyleCnt="0"/>
      <dgm:spPr/>
    </dgm:pt>
    <dgm:pt modelId="{52849523-DA52-44E2-96D6-EF1A696B9B53}" type="pres">
      <dgm:prSet presAssocID="{83F512BC-A6D3-4755-9065-A2602CE69718}" presName="bgRect" presStyleLbl="bgShp" presStyleIdx="0" presStyleCnt="5"/>
      <dgm:spPr/>
    </dgm:pt>
    <dgm:pt modelId="{51B4D10E-C09A-425A-846E-F19FEFBD406D}" type="pres">
      <dgm:prSet presAssocID="{83F512BC-A6D3-4755-9065-A2602CE6971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odcast"/>
        </a:ext>
      </dgm:extLst>
    </dgm:pt>
    <dgm:pt modelId="{C95048F0-B3D5-4A38-83BC-B3405BF403D8}" type="pres">
      <dgm:prSet presAssocID="{83F512BC-A6D3-4755-9065-A2602CE69718}" presName="spaceRect" presStyleCnt="0"/>
      <dgm:spPr/>
    </dgm:pt>
    <dgm:pt modelId="{3CB7EEDE-A877-4725-996B-390148832B83}" type="pres">
      <dgm:prSet presAssocID="{83F512BC-A6D3-4755-9065-A2602CE69718}" presName="parTx" presStyleLbl="revTx" presStyleIdx="0" presStyleCnt="5">
        <dgm:presLayoutVars>
          <dgm:chMax val="0"/>
          <dgm:chPref val="0"/>
        </dgm:presLayoutVars>
      </dgm:prSet>
      <dgm:spPr/>
    </dgm:pt>
    <dgm:pt modelId="{9C6EAA8D-6F75-4EDB-AF62-1EB3F2431953}" type="pres">
      <dgm:prSet presAssocID="{C67C1133-BB42-4D29-A720-1117E2BF3BBC}" presName="sibTrans" presStyleCnt="0"/>
      <dgm:spPr/>
    </dgm:pt>
    <dgm:pt modelId="{CBA4D3F9-97C4-4A5A-A94F-75CF0CE85A3D}" type="pres">
      <dgm:prSet presAssocID="{56733EB9-A14E-44A1-9958-64B274662935}" presName="compNode" presStyleCnt="0"/>
      <dgm:spPr/>
    </dgm:pt>
    <dgm:pt modelId="{BEDDECC8-76ED-4C5F-9D84-09D2B0FA1AED}" type="pres">
      <dgm:prSet presAssocID="{56733EB9-A14E-44A1-9958-64B274662935}" presName="bgRect" presStyleLbl="bgShp" presStyleIdx="1" presStyleCnt="5"/>
      <dgm:spPr/>
    </dgm:pt>
    <dgm:pt modelId="{DE63C5EF-3744-485D-A7F4-6F9593A92949}" type="pres">
      <dgm:prSet presAssocID="{56733EB9-A14E-44A1-9958-64B27466293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ream"/>
        </a:ext>
      </dgm:extLst>
    </dgm:pt>
    <dgm:pt modelId="{D60C26A0-0421-48EF-85A3-29EA6A264F9F}" type="pres">
      <dgm:prSet presAssocID="{56733EB9-A14E-44A1-9958-64B274662935}" presName="spaceRect" presStyleCnt="0"/>
      <dgm:spPr/>
    </dgm:pt>
    <dgm:pt modelId="{D7B7D226-A150-47D8-BD49-CE8F6A46AAC5}" type="pres">
      <dgm:prSet presAssocID="{56733EB9-A14E-44A1-9958-64B274662935}" presName="parTx" presStyleLbl="revTx" presStyleIdx="1" presStyleCnt="5">
        <dgm:presLayoutVars>
          <dgm:chMax val="0"/>
          <dgm:chPref val="0"/>
        </dgm:presLayoutVars>
      </dgm:prSet>
      <dgm:spPr/>
    </dgm:pt>
    <dgm:pt modelId="{BC9E8015-F118-4E0D-93BF-CDA2FBD5CFDD}" type="pres">
      <dgm:prSet presAssocID="{6C21909E-CF7C-4D5E-81CB-735CB93B9988}" presName="sibTrans" presStyleCnt="0"/>
      <dgm:spPr/>
    </dgm:pt>
    <dgm:pt modelId="{59F21811-7061-4C09-8E36-46B3EB45B934}" type="pres">
      <dgm:prSet presAssocID="{B44B384D-61B5-4877-B462-10D06C7129A8}" presName="compNode" presStyleCnt="0"/>
      <dgm:spPr/>
    </dgm:pt>
    <dgm:pt modelId="{ED03AF33-64FC-4C37-9882-EE25490742B3}" type="pres">
      <dgm:prSet presAssocID="{B44B384D-61B5-4877-B462-10D06C7129A8}" presName="bgRect" presStyleLbl="bgShp" presStyleIdx="2" presStyleCnt="5"/>
      <dgm:spPr/>
    </dgm:pt>
    <dgm:pt modelId="{B5433C2A-990B-498C-B03C-5C32B16A3EA9}" type="pres">
      <dgm:prSet presAssocID="{B44B384D-61B5-4877-B462-10D06C7129A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atellite dish"/>
        </a:ext>
      </dgm:extLst>
    </dgm:pt>
    <dgm:pt modelId="{88BAE395-5C85-4272-8BBE-50B36C3E5ECC}" type="pres">
      <dgm:prSet presAssocID="{B44B384D-61B5-4877-B462-10D06C7129A8}" presName="spaceRect" presStyleCnt="0"/>
      <dgm:spPr/>
    </dgm:pt>
    <dgm:pt modelId="{125F06A4-3062-4865-9B0F-86C14E23D1A8}" type="pres">
      <dgm:prSet presAssocID="{B44B384D-61B5-4877-B462-10D06C7129A8}" presName="parTx" presStyleLbl="revTx" presStyleIdx="2" presStyleCnt="5">
        <dgm:presLayoutVars>
          <dgm:chMax val="0"/>
          <dgm:chPref val="0"/>
        </dgm:presLayoutVars>
      </dgm:prSet>
      <dgm:spPr/>
    </dgm:pt>
    <dgm:pt modelId="{45447FC6-9FE7-40DF-A721-D52116AC5E09}" type="pres">
      <dgm:prSet presAssocID="{342C8A8E-82B1-49DA-8E2E-D97663F61D79}" presName="sibTrans" presStyleCnt="0"/>
      <dgm:spPr/>
    </dgm:pt>
    <dgm:pt modelId="{DE3E006C-7D94-45DF-A797-DD41E24F3343}" type="pres">
      <dgm:prSet presAssocID="{1DB24289-1C26-42BD-8E54-15C00B64D26F}" presName="compNode" presStyleCnt="0"/>
      <dgm:spPr/>
    </dgm:pt>
    <dgm:pt modelId="{CB520422-18C2-4207-9BA3-4BE985D7837F}" type="pres">
      <dgm:prSet presAssocID="{1DB24289-1C26-42BD-8E54-15C00B64D26F}" presName="bgRect" presStyleLbl="bgShp" presStyleIdx="3" presStyleCnt="5"/>
      <dgm:spPr/>
    </dgm:pt>
    <dgm:pt modelId="{E37B058F-D067-4356-BFD1-EE8B8DBDC3B6}" type="pres">
      <dgm:prSet presAssocID="{1DB24289-1C26-42BD-8E54-15C00B64D26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Radio"/>
        </a:ext>
      </dgm:extLst>
    </dgm:pt>
    <dgm:pt modelId="{63042047-DBD7-48A8-B06D-D7E3DE193049}" type="pres">
      <dgm:prSet presAssocID="{1DB24289-1C26-42BD-8E54-15C00B64D26F}" presName="spaceRect" presStyleCnt="0"/>
      <dgm:spPr/>
    </dgm:pt>
    <dgm:pt modelId="{49E262FD-4878-4F36-A875-4AB9BDC9E6CB}" type="pres">
      <dgm:prSet presAssocID="{1DB24289-1C26-42BD-8E54-15C00B64D26F}" presName="parTx" presStyleLbl="revTx" presStyleIdx="3" presStyleCnt="5">
        <dgm:presLayoutVars>
          <dgm:chMax val="0"/>
          <dgm:chPref val="0"/>
        </dgm:presLayoutVars>
      </dgm:prSet>
      <dgm:spPr/>
    </dgm:pt>
    <dgm:pt modelId="{9E1F6AAE-5D43-4104-AEF9-DF3869882498}" type="pres">
      <dgm:prSet presAssocID="{F1792E5F-0A2E-4EB1-B1E7-5AB210F4BEC3}" presName="sibTrans" presStyleCnt="0"/>
      <dgm:spPr/>
    </dgm:pt>
    <dgm:pt modelId="{4074C5A3-4E62-4B8C-A494-B1DD35B039E4}" type="pres">
      <dgm:prSet presAssocID="{EA06FDA9-D66A-48EE-B737-BFFD7E63274B}" presName="compNode" presStyleCnt="0"/>
      <dgm:spPr/>
    </dgm:pt>
    <dgm:pt modelId="{842E7868-05B1-4018-9B26-2B46DBDD06C4}" type="pres">
      <dgm:prSet presAssocID="{EA06FDA9-D66A-48EE-B737-BFFD7E63274B}" presName="bgRect" presStyleLbl="bgShp" presStyleIdx="4" presStyleCnt="5"/>
      <dgm:spPr/>
    </dgm:pt>
    <dgm:pt modelId="{03DE2E2C-9FBD-4C64-815B-F4AF08080870}" type="pres">
      <dgm:prSet presAssocID="{EA06FDA9-D66A-48EE-B737-BFFD7E63274B}"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Voice"/>
        </a:ext>
      </dgm:extLst>
    </dgm:pt>
    <dgm:pt modelId="{A310E8AE-828E-4CDB-A653-909D9029A25C}" type="pres">
      <dgm:prSet presAssocID="{EA06FDA9-D66A-48EE-B737-BFFD7E63274B}" presName="spaceRect" presStyleCnt="0"/>
      <dgm:spPr/>
    </dgm:pt>
    <dgm:pt modelId="{48762E20-8ECF-4A97-8884-B1431A1158AA}" type="pres">
      <dgm:prSet presAssocID="{EA06FDA9-D66A-48EE-B737-BFFD7E63274B}" presName="parTx" presStyleLbl="revTx" presStyleIdx="4" presStyleCnt="5">
        <dgm:presLayoutVars>
          <dgm:chMax val="0"/>
          <dgm:chPref val="0"/>
        </dgm:presLayoutVars>
      </dgm:prSet>
      <dgm:spPr/>
    </dgm:pt>
  </dgm:ptLst>
  <dgm:cxnLst>
    <dgm:cxn modelId="{5CBB2B06-8BB3-49C3-A8D6-9F86142DEBB4}" srcId="{F97EC0F4-CA82-473F-9742-4C2671FABCB2}" destId="{83F512BC-A6D3-4755-9065-A2602CE69718}" srcOrd="0" destOrd="0" parTransId="{414799E8-4ECA-41D3-8869-4EE643374562}" sibTransId="{C67C1133-BB42-4D29-A720-1117E2BF3BBC}"/>
    <dgm:cxn modelId="{F2D7D10D-D6D9-4BFF-B23D-7E2C34FCD991}" srcId="{F97EC0F4-CA82-473F-9742-4C2671FABCB2}" destId="{B44B384D-61B5-4877-B462-10D06C7129A8}" srcOrd="2" destOrd="0" parTransId="{2B6FDF24-4E75-467B-9881-5D8763931B16}" sibTransId="{342C8A8E-82B1-49DA-8E2E-D97663F61D79}"/>
    <dgm:cxn modelId="{11914914-EC07-4075-A6D9-5E79C3359820}" srcId="{F97EC0F4-CA82-473F-9742-4C2671FABCB2}" destId="{56733EB9-A14E-44A1-9958-64B274662935}" srcOrd="1" destOrd="0" parTransId="{A5785147-1563-47AC-A2B1-1A43260D7D4C}" sibTransId="{6C21909E-CF7C-4D5E-81CB-735CB93B9988}"/>
    <dgm:cxn modelId="{20AFE530-2DFA-4D8D-AC90-C79E411518DD}" type="presOf" srcId="{EA06FDA9-D66A-48EE-B737-BFFD7E63274B}" destId="{48762E20-8ECF-4A97-8884-B1431A1158AA}" srcOrd="0" destOrd="0" presId="urn:microsoft.com/office/officeart/2018/2/layout/IconVerticalSolidList"/>
    <dgm:cxn modelId="{D6774532-8945-457F-AAF0-661B06C779A0}" type="presOf" srcId="{56733EB9-A14E-44A1-9958-64B274662935}" destId="{D7B7D226-A150-47D8-BD49-CE8F6A46AAC5}" srcOrd="0" destOrd="0" presId="urn:microsoft.com/office/officeart/2018/2/layout/IconVerticalSolidList"/>
    <dgm:cxn modelId="{E9047233-2E64-4AE7-A6E2-421FB6272624}" srcId="{F97EC0F4-CA82-473F-9742-4C2671FABCB2}" destId="{1DB24289-1C26-42BD-8E54-15C00B64D26F}" srcOrd="3" destOrd="0" parTransId="{78E11F8A-4010-46A3-98BA-E14985BDDC8E}" sibTransId="{F1792E5F-0A2E-4EB1-B1E7-5AB210F4BEC3}"/>
    <dgm:cxn modelId="{33286F48-3D56-4AF4-AD00-B95B596FD5C5}" srcId="{F97EC0F4-CA82-473F-9742-4C2671FABCB2}" destId="{EA06FDA9-D66A-48EE-B737-BFFD7E63274B}" srcOrd="4" destOrd="0" parTransId="{5A1520A3-424C-47C5-8D48-EBD23C9F3ADF}" sibTransId="{1270D743-886E-49A9-8408-0B5AAADD92F3}"/>
    <dgm:cxn modelId="{6B9DA87D-B8A5-4925-838E-08B311012DA9}" type="presOf" srcId="{1DB24289-1C26-42BD-8E54-15C00B64D26F}" destId="{49E262FD-4878-4F36-A875-4AB9BDC9E6CB}" srcOrd="0" destOrd="0" presId="urn:microsoft.com/office/officeart/2018/2/layout/IconVerticalSolidList"/>
    <dgm:cxn modelId="{0F09FC9D-6024-40B7-BF4C-2C811916D021}" type="presOf" srcId="{83F512BC-A6D3-4755-9065-A2602CE69718}" destId="{3CB7EEDE-A877-4725-996B-390148832B83}" srcOrd="0" destOrd="0" presId="urn:microsoft.com/office/officeart/2018/2/layout/IconVerticalSolidList"/>
    <dgm:cxn modelId="{D9F2A3C7-52ED-4C24-9589-B2A71989EC2D}" type="presOf" srcId="{B44B384D-61B5-4877-B462-10D06C7129A8}" destId="{125F06A4-3062-4865-9B0F-86C14E23D1A8}" srcOrd="0" destOrd="0" presId="urn:microsoft.com/office/officeart/2018/2/layout/IconVerticalSolidList"/>
    <dgm:cxn modelId="{EDB898CF-22ED-4FE8-AE92-776328EF20FB}" type="presOf" srcId="{F97EC0F4-CA82-473F-9742-4C2671FABCB2}" destId="{4E9ECBB9-F90A-4378-8A37-BFC1ABB9F0FB}" srcOrd="0" destOrd="0" presId="urn:microsoft.com/office/officeart/2018/2/layout/IconVerticalSolidList"/>
    <dgm:cxn modelId="{BF5BEC23-BF7D-4942-AFC0-3F1DB63361DB}" type="presParOf" srcId="{4E9ECBB9-F90A-4378-8A37-BFC1ABB9F0FB}" destId="{9EE83423-1619-4438-9CE6-478DD8FF3DFD}" srcOrd="0" destOrd="0" presId="urn:microsoft.com/office/officeart/2018/2/layout/IconVerticalSolidList"/>
    <dgm:cxn modelId="{679778CC-ACE1-4E42-8A81-EF77036E931E}" type="presParOf" srcId="{9EE83423-1619-4438-9CE6-478DD8FF3DFD}" destId="{52849523-DA52-44E2-96D6-EF1A696B9B53}" srcOrd="0" destOrd="0" presId="urn:microsoft.com/office/officeart/2018/2/layout/IconVerticalSolidList"/>
    <dgm:cxn modelId="{35D931B8-FF3B-4A93-8D0B-D31AAAC713A5}" type="presParOf" srcId="{9EE83423-1619-4438-9CE6-478DD8FF3DFD}" destId="{51B4D10E-C09A-425A-846E-F19FEFBD406D}" srcOrd="1" destOrd="0" presId="urn:microsoft.com/office/officeart/2018/2/layout/IconVerticalSolidList"/>
    <dgm:cxn modelId="{8887C042-59F5-4B1C-891A-162529287DDC}" type="presParOf" srcId="{9EE83423-1619-4438-9CE6-478DD8FF3DFD}" destId="{C95048F0-B3D5-4A38-83BC-B3405BF403D8}" srcOrd="2" destOrd="0" presId="urn:microsoft.com/office/officeart/2018/2/layout/IconVerticalSolidList"/>
    <dgm:cxn modelId="{FA206179-79FD-405E-B93F-FDF6A6470C90}" type="presParOf" srcId="{9EE83423-1619-4438-9CE6-478DD8FF3DFD}" destId="{3CB7EEDE-A877-4725-996B-390148832B83}" srcOrd="3" destOrd="0" presId="urn:microsoft.com/office/officeart/2018/2/layout/IconVerticalSolidList"/>
    <dgm:cxn modelId="{9CE95312-AF91-4793-8211-F9BEC7B9D2E1}" type="presParOf" srcId="{4E9ECBB9-F90A-4378-8A37-BFC1ABB9F0FB}" destId="{9C6EAA8D-6F75-4EDB-AF62-1EB3F2431953}" srcOrd="1" destOrd="0" presId="urn:microsoft.com/office/officeart/2018/2/layout/IconVerticalSolidList"/>
    <dgm:cxn modelId="{F678C176-4C8A-4D32-A9C0-3DB2794C409A}" type="presParOf" srcId="{4E9ECBB9-F90A-4378-8A37-BFC1ABB9F0FB}" destId="{CBA4D3F9-97C4-4A5A-A94F-75CF0CE85A3D}" srcOrd="2" destOrd="0" presId="urn:microsoft.com/office/officeart/2018/2/layout/IconVerticalSolidList"/>
    <dgm:cxn modelId="{75AEE944-B75C-4B64-9457-073A8A8B3BC9}" type="presParOf" srcId="{CBA4D3F9-97C4-4A5A-A94F-75CF0CE85A3D}" destId="{BEDDECC8-76ED-4C5F-9D84-09D2B0FA1AED}" srcOrd="0" destOrd="0" presId="urn:microsoft.com/office/officeart/2018/2/layout/IconVerticalSolidList"/>
    <dgm:cxn modelId="{1E60D526-8926-4858-AA32-1F9E382055DB}" type="presParOf" srcId="{CBA4D3F9-97C4-4A5A-A94F-75CF0CE85A3D}" destId="{DE63C5EF-3744-485D-A7F4-6F9593A92949}" srcOrd="1" destOrd="0" presId="urn:microsoft.com/office/officeart/2018/2/layout/IconVerticalSolidList"/>
    <dgm:cxn modelId="{D680CDAB-08D8-4ADE-9EFB-4CB146072676}" type="presParOf" srcId="{CBA4D3F9-97C4-4A5A-A94F-75CF0CE85A3D}" destId="{D60C26A0-0421-48EF-85A3-29EA6A264F9F}" srcOrd="2" destOrd="0" presId="urn:microsoft.com/office/officeart/2018/2/layout/IconVerticalSolidList"/>
    <dgm:cxn modelId="{B52D14D8-6CB3-4D87-8BA7-E87E65BAC162}" type="presParOf" srcId="{CBA4D3F9-97C4-4A5A-A94F-75CF0CE85A3D}" destId="{D7B7D226-A150-47D8-BD49-CE8F6A46AAC5}" srcOrd="3" destOrd="0" presId="urn:microsoft.com/office/officeart/2018/2/layout/IconVerticalSolidList"/>
    <dgm:cxn modelId="{9622D3FD-5D6B-4A97-8C21-94AAB3E1E27A}" type="presParOf" srcId="{4E9ECBB9-F90A-4378-8A37-BFC1ABB9F0FB}" destId="{BC9E8015-F118-4E0D-93BF-CDA2FBD5CFDD}" srcOrd="3" destOrd="0" presId="urn:microsoft.com/office/officeart/2018/2/layout/IconVerticalSolidList"/>
    <dgm:cxn modelId="{0478097A-C96E-4B9D-B4F6-6C0ACB939F32}" type="presParOf" srcId="{4E9ECBB9-F90A-4378-8A37-BFC1ABB9F0FB}" destId="{59F21811-7061-4C09-8E36-46B3EB45B934}" srcOrd="4" destOrd="0" presId="urn:microsoft.com/office/officeart/2018/2/layout/IconVerticalSolidList"/>
    <dgm:cxn modelId="{B9C4A07F-358C-49D5-A059-DE8215EF3941}" type="presParOf" srcId="{59F21811-7061-4C09-8E36-46B3EB45B934}" destId="{ED03AF33-64FC-4C37-9882-EE25490742B3}" srcOrd="0" destOrd="0" presId="urn:microsoft.com/office/officeart/2018/2/layout/IconVerticalSolidList"/>
    <dgm:cxn modelId="{0BEAA74B-48DE-4194-8802-39E0360B3DFE}" type="presParOf" srcId="{59F21811-7061-4C09-8E36-46B3EB45B934}" destId="{B5433C2A-990B-498C-B03C-5C32B16A3EA9}" srcOrd="1" destOrd="0" presId="urn:microsoft.com/office/officeart/2018/2/layout/IconVerticalSolidList"/>
    <dgm:cxn modelId="{99427AC4-9892-4487-A7F2-ACB904F2B55B}" type="presParOf" srcId="{59F21811-7061-4C09-8E36-46B3EB45B934}" destId="{88BAE395-5C85-4272-8BBE-50B36C3E5ECC}" srcOrd="2" destOrd="0" presId="urn:microsoft.com/office/officeart/2018/2/layout/IconVerticalSolidList"/>
    <dgm:cxn modelId="{9DC72BF4-B636-4A73-9295-6806DC8A6453}" type="presParOf" srcId="{59F21811-7061-4C09-8E36-46B3EB45B934}" destId="{125F06A4-3062-4865-9B0F-86C14E23D1A8}" srcOrd="3" destOrd="0" presId="urn:microsoft.com/office/officeart/2018/2/layout/IconVerticalSolidList"/>
    <dgm:cxn modelId="{09BECD5A-3EDC-4133-B840-1C71C9A8D756}" type="presParOf" srcId="{4E9ECBB9-F90A-4378-8A37-BFC1ABB9F0FB}" destId="{45447FC6-9FE7-40DF-A721-D52116AC5E09}" srcOrd="5" destOrd="0" presId="urn:microsoft.com/office/officeart/2018/2/layout/IconVerticalSolidList"/>
    <dgm:cxn modelId="{DDCB65C5-35AE-41AD-82A4-10F54016CC06}" type="presParOf" srcId="{4E9ECBB9-F90A-4378-8A37-BFC1ABB9F0FB}" destId="{DE3E006C-7D94-45DF-A797-DD41E24F3343}" srcOrd="6" destOrd="0" presId="urn:microsoft.com/office/officeart/2018/2/layout/IconVerticalSolidList"/>
    <dgm:cxn modelId="{9D7B6110-CC87-4F64-BC45-F062AD4479F5}" type="presParOf" srcId="{DE3E006C-7D94-45DF-A797-DD41E24F3343}" destId="{CB520422-18C2-4207-9BA3-4BE985D7837F}" srcOrd="0" destOrd="0" presId="urn:microsoft.com/office/officeart/2018/2/layout/IconVerticalSolidList"/>
    <dgm:cxn modelId="{66741ECF-7D64-4A5E-A96A-4822ABA80B75}" type="presParOf" srcId="{DE3E006C-7D94-45DF-A797-DD41E24F3343}" destId="{E37B058F-D067-4356-BFD1-EE8B8DBDC3B6}" srcOrd="1" destOrd="0" presId="urn:microsoft.com/office/officeart/2018/2/layout/IconVerticalSolidList"/>
    <dgm:cxn modelId="{E632F830-D6C9-448B-9C81-905D5F53ED60}" type="presParOf" srcId="{DE3E006C-7D94-45DF-A797-DD41E24F3343}" destId="{63042047-DBD7-48A8-B06D-D7E3DE193049}" srcOrd="2" destOrd="0" presId="urn:microsoft.com/office/officeart/2018/2/layout/IconVerticalSolidList"/>
    <dgm:cxn modelId="{F9A8CBA0-655A-4660-9321-7D49F362441B}" type="presParOf" srcId="{DE3E006C-7D94-45DF-A797-DD41E24F3343}" destId="{49E262FD-4878-4F36-A875-4AB9BDC9E6CB}" srcOrd="3" destOrd="0" presId="urn:microsoft.com/office/officeart/2018/2/layout/IconVerticalSolidList"/>
    <dgm:cxn modelId="{EF69A1F8-2C5B-4075-A598-47E72BF5B285}" type="presParOf" srcId="{4E9ECBB9-F90A-4378-8A37-BFC1ABB9F0FB}" destId="{9E1F6AAE-5D43-4104-AEF9-DF3869882498}" srcOrd="7" destOrd="0" presId="urn:microsoft.com/office/officeart/2018/2/layout/IconVerticalSolidList"/>
    <dgm:cxn modelId="{A469B0FE-B87C-4B92-A4C1-850952A14980}" type="presParOf" srcId="{4E9ECBB9-F90A-4378-8A37-BFC1ABB9F0FB}" destId="{4074C5A3-4E62-4B8C-A494-B1DD35B039E4}" srcOrd="8" destOrd="0" presId="urn:microsoft.com/office/officeart/2018/2/layout/IconVerticalSolidList"/>
    <dgm:cxn modelId="{222494DC-5963-4AE0-A51D-045511DDC65D}" type="presParOf" srcId="{4074C5A3-4E62-4B8C-A494-B1DD35B039E4}" destId="{842E7868-05B1-4018-9B26-2B46DBDD06C4}" srcOrd="0" destOrd="0" presId="urn:microsoft.com/office/officeart/2018/2/layout/IconVerticalSolidList"/>
    <dgm:cxn modelId="{A03A5E63-A141-49A4-9225-9B689758C276}" type="presParOf" srcId="{4074C5A3-4E62-4B8C-A494-B1DD35B039E4}" destId="{03DE2E2C-9FBD-4C64-815B-F4AF08080870}" srcOrd="1" destOrd="0" presId="urn:microsoft.com/office/officeart/2018/2/layout/IconVerticalSolidList"/>
    <dgm:cxn modelId="{7C168684-EBB0-4A2F-9EF0-7B1D041924EA}" type="presParOf" srcId="{4074C5A3-4E62-4B8C-A494-B1DD35B039E4}" destId="{A310E8AE-828E-4CDB-A653-909D9029A25C}" srcOrd="2" destOrd="0" presId="urn:microsoft.com/office/officeart/2018/2/layout/IconVerticalSolidList"/>
    <dgm:cxn modelId="{A0496602-0CE7-452E-AAEF-081AB826FAF1}" type="presParOf" srcId="{4074C5A3-4E62-4B8C-A494-B1DD35B039E4}" destId="{48762E20-8ECF-4A97-8884-B1431A1158A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11.xml><?xml version="1.0" encoding="utf-8"?>
<dgm:dataModel xmlns:dgm="http://schemas.openxmlformats.org/drawingml/2006/diagram" xmlns:a="http://schemas.openxmlformats.org/drawingml/2006/main">
  <dgm:ptLst>
    <dgm:pt modelId="{9704178C-CE8D-435A-9397-C1C465F9B156}"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en-IN"/>
        </a:p>
      </dgm:t>
    </dgm:pt>
    <dgm:pt modelId="{20143966-E3C9-4492-BBF6-4AAB684EF4BE}">
      <dgm:prSet custT="1"/>
      <dgm:spPr/>
      <dgm:t>
        <a:bodyPr/>
        <a:lstStyle/>
        <a:p>
          <a:pPr algn="just"/>
          <a:r>
            <a:rPr lang="en-US" sz="2000" b="0" i="0" dirty="0"/>
            <a:t>Modulation is defined as the process of superimposing a low-frequency signal on a high-frequency carrier signal</a:t>
          </a:r>
          <a:r>
            <a:rPr lang="en-US" sz="2000" b="0" i="0"/>
            <a:t>. The process of varying the RF carrier wave (high frequency signal) in accordance with the information in a low-frequency signal.</a:t>
          </a:r>
          <a:endParaRPr lang="en-IN" sz="2000" b="0" dirty="0"/>
        </a:p>
      </dgm:t>
    </dgm:pt>
    <dgm:pt modelId="{29DCD631-7C8D-4C17-A515-8EE1600D7AEF}" type="parTrans" cxnId="{B1D5761C-4EEE-4115-A139-061B91961C48}">
      <dgm:prSet/>
      <dgm:spPr/>
      <dgm:t>
        <a:bodyPr/>
        <a:lstStyle/>
        <a:p>
          <a:endParaRPr lang="en-IN"/>
        </a:p>
      </dgm:t>
    </dgm:pt>
    <dgm:pt modelId="{B05B7EC8-6DCE-496E-AADE-BE7D841446FF}" type="sibTrans" cxnId="{B1D5761C-4EEE-4115-A139-061B91961C48}">
      <dgm:prSet/>
      <dgm:spPr/>
      <dgm:t>
        <a:bodyPr/>
        <a:lstStyle/>
        <a:p>
          <a:endParaRPr lang="en-IN"/>
        </a:p>
      </dgm:t>
    </dgm:pt>
    <dgm:pt modelId="{5A923FAE-1EAC-4EE7-A6B7-FD1910524B2D}">
      <dgm:prSet custT="1"/>
      <dgm:spPr/>
      <dgm:t>
        <a:bodyPr/>
        <a:lstStyle/>
        <a:p>
          <a:pPr algn="just"/>
          <a:r>
            <a:rPr lang="en-US" sz="2000" b="0" dirty="0"/>
            <a:t>Modulation is the process of encoding information in a transmitted signal, while demodulation is the process of extracting information from the transmitted signal.</a:t>
          </a:r>
          <a:endParaRPr lang="en-IN" sz="2000" b="0" dirty="0"/>
        </a:p>
      </dgm:t>
    </dgm:pt>
    <dgm:pt modelId="{FA692A52-5E99-439D-8047-F11D175DF070}" type="parTrans" cxnId="{725AB726-DF2B-4C87-B70E-EFC3855FCE98}">
      <dgm:prSet/>
      <dgm:spPr/>
      <dgm:t>
        <a:bodyPr/>
        <a:lstStyle/>
        <a:p>
          <a:endParaRPr lang="en-IN"/>
        </a:p>
      </dgm:t>
    </dgm:pt>
    <dgm:pt modelId="{98BE95EA-CCB6-471C-8709-44C393640CD6}" type="sibTrans" cxnId="{725AB726-DF2B-4C87-B70E-EFC3855FCE98}">
      <dgm:prSet/>
      <dgm:spPr/>
      <dgm:t>
        <a:bodyPr/>
        <a:lstStyle/>
        <a:p>
          <a:endParaRPr lang="en-IN"/>
        </a:p>
      </dgm:t>
    </dgm:pt>
    <dgm:pt modelId="{66D9E175-FB39-4AE3-8AA5-525B63849F5E}">
      <dgm:prSet custT="1"/>
      <dgm:spPr/>
      <dgm:t>
        <a:bodyPr/>
        <a:lstStyle/>
        <a:p>
          <a:pPr algn="just"/>
          <a:r>
            <a:rPr lang="en-US" sz="2000" b="0" dirty="0"/>
            <a:t>A device that performs both modulation and demodulation is called a modem -- a name created by combining the first letters of Modulator and Demodulator.</a:t>
          </a:r>
          <a:endParaRPr lang="en-IN" sz="2000" b="0" dirty="0"/>
        </a:p>
      </dgm:t>
    </dgm:pt>
    <dgm:pt modelId="{539FEE80-E5B8-4B16-A63E-FC5321DDCE45}" type="parTrans" cxnId="{F064B856-E685-408B-953D-A9B29EAE4F06}">
      <dgm:prSet/>
      <dgm:spPr/>
      <dgm:t>
        <a:bodyPr/>
        <a:lstStyle/>
        <a:p>
          <a:endParaRPr lang="en-IN"/>
        </a:p>
      </dgm:t>
    </dgm:pt>
    <dgm:pt modelId="{F613F7F7-0D1F-4C12-9B3F-629F509FC639}" type="sibTrans" cxnId="{F064B856-E685-408B-953D-A9B29EAE4F06}">
      <dgm:prSet/>
      <dgm:spPr/>
      <dgm:t>
        <a:bodyPr/>
        <a:lstStyle/>
        <a:p>
          <a:endParaRPr lang="en-IN"/>
        </a:p>
      </dgm:t>
    </dgm:pt>
    <dgm:pt modelId="{3002F99A-4FF9-4391-98DA-D07C49CF15E3}" type="pres">
      <dgm:prSet presAssocID="{9704178C-CE8D-435A-9397-C1C465F9B156}" presName="linear" presStyleCnt="0">
        <dgm:presLayoutVars>
          <dgm:animLvl val="lvl"/>
          <dgm:resizeHandles val="exact"/>
        </dgm:presLayoutVars>
      </dgm:prSet>
      <dgm:spPr/>
    </dgm:pt>
    <dgm:pt modelId="{464D6D89-DCD3-45DC-9C96-2CE9272AECEF}" type="pres">
      <dgm:prSet presAssocID="{20143966-E3C9-4492-BBF6-4AAB684EF4BE}" presName="parentText" presStyleLbl="node1" presStyleIdx="0" presStyleCnt="3">
        <dgm:presLayoutVars>
          <dgm:chMax val="0"/>
          <dgm:bulletEnabled val="1"/>
        </dgm:presLayoutVars>
      </dgm:prSet>
      <dgm:spPr/>
    </dgm:pt>
    <dgm:pt modelId="{B817BD52-E16A-4AD4-8562-386185B1199D}" type="pres">
      <dgm:prSet presAssocID="{B05B7EC8-6DCE-496E-AADE-BE7D841446FF}" presName="spacer" presStyleCnt="0"/>
      <dgm:spPr/>
    </dgm:pt>
    <dgm:pt modelId="{179581AA-A4A6-4715-B138-B0AC610F0194}" type="pres">
      <dgm:prSet presAssocID="{5A923FAE-1EAC-4EE7-A6B7-FD1910524B2D}" presName="parentText" presStyleLbl="node1" presStyleIdx="1" presStyleCnt="3">
        <dgm:presLayoutVars>
          <dgm:chMax val="0"/>
          <dgm:bulletEnabled val="1"/>
        </dgm:presLayoutVars>
      </dgm:prSet>
      <dgm:spPr/>
    </dgm:pt>
    <dgm:pt modelId="{B311C6A7-BADF-4564-876B-7890FBA90DFF}" type="pres">
      <dgm:prSet presAssocID="{98BE95EA-CCB6-471C-8709-44C393640CD6}" presName="spacer" presStyleCnt="0"/>
      <dgm:spPr/>
    </dgm:pt>
    <dgm:pt modelId="{A928AC09-C4D3-43C6-8B83-258968A746D8}" type="pres">
      <dgm:prSet presAssocID="{66D9E175-FB39-4AE3-8AA5-525B63849F5E}" presName="parentText" presStyleLbl="node1" presStyleIdx="2" presStyleCnt="3">
        <dgm:presLayoutVars>
          <dgm:chMax val="0"/>
          <dgm:bulletEnabled val="1"/>
        </dgm:presLayoutVars>
      </dgm:prSet>
      <dgm:spPr/>
    </dgm:pt>
  </dgm:ptLst>
  <dgm:cxnLst>
    <dgm:cxn modelId="{B1D5761C-4EEE-4115-A139-061B91961C48}" srcId="{9704178C-CE8D-435A-9397-C1C465F9B156}" destId="{20143966-E3C9-4492-BBF6-4AAB684EF4BE}" srcOrd="0" destOrd="0" parTransId="{29DCD631-7C8D-4C17-A515-8EE1600D7AEF}" sibTransId="{B05B7EC8-6DCE-496E-AADE-BE7D841446FF}"/>
    <dgm:cxn modelId="{725AB726-DF2B-4C87-B70E-EFC3855FCE98}" srcId="{9704178C-CE8D-435A-9397-C1C465F9B156}" destId="{5A923FAE-1EAC-4EE7-A6B7-FD1910524B2D}" srcOrd="1" destOrd="0" parTransId="{FA692A52-5E99-439D-8047-F11D175DF070}" sibTransId="{98BE95EA-CCB6-471C-8709-44C393640CD6}"/>
    <dgm:cxn modelId="{20505E72-113D-4621-803F-548BA6FA5964}" type="presOf" srcId="{20143966-E3C9-4492-BBF6-4AAB684EF4BE}" destId="{464D6D89-DCD3-45DC-9C96-2CE9272AECEF}" srcOrd="0" destOrd="0" presId="urn:microsoft.com/office/officeart/2005/8/layout/vList2"/>
    <dgm:cxn modelId="{92F01453-8AF5-4EB8-B785-37B1E84C9683}" type="presOf" srcId="{66D9E175-FB39-4AE3-8AA5-525B63849F5E}" destId="{A928AC09-C4D3-43C6-8B83-258968A746D8}" srcOrd="0" destOrd="0" presId="urn:microsoft.com/office/officeart/2005/8/layout/vList2"/>
    <dgm:cxn modelId="{F064B856-E685-408B-953D-A9B29EAE4F06}" srcId="{9704178C-CE8D-435A-9397-C1C465F9B156}" destId="{66D9E175-FB39-4AE3-8AA5-525B63849F5E}" srcOrd="2" destOrd="0" parTransId="{539FEE80-E5B8-4B16-A63E-FC5321DDCE45}" sibTransId="{F613F7F7-0D1F-4C12-9B3F-629F509FC639}"/>
    <dgm:cxn modelId="{10E00079-CF38-4DB3-8D4B-738C9E944582}" type="presOf" srcId="{5A923FAE-1EAC-4EE7-A6B7-FD1910524B2D}" destId="{179581AA-A4A6-4715-B138-B0AC610F0194}" srcOrd="0" destOrd="0" presId="urn:microsoft.com/office/officeart/2005/8/layout/vList2"/>
    <dgm:cxn modelId="{03C2C6AB-1805-4BE1-A431-9EBF8B455FB3}" type="presOf" srcId="{9704178C-CE8D-435A-9397-C1C465F9B156}" destId="{3002F99A-4FF9-4391-98DA-D07C49CF15E3}" srcOrd="0" destOrd="0" presId="urn:microsoft.com/office/officeart/2005/8/layout/vList2"/>
    <dgm:cxn modelId="{38A78511-96ED-499E-BE5E-2E523CD54647}" type="presParOf" srcId="{3002F99A-4FF9-4391-98DA-D07C49CF15E3}" destId="{464D6D89-DCD3-45DC-9C96-2CE9272AECEF}" srcOrd="0" destOrd="0" presId="urn:microsoft.com/office/officeart/2005/8/layout/vList2"/>
    <dgm:cxn modelId="{4298B8F9-EC32-4DD2-8AE1-373EE0565A66}" type="presParOf" srcId="{3002F99A-4FF9-4391-98DA-D07C49CF15E3}" destId="{B817BD52-E16A-4AD4-8562-386185B1199D}" srcOrd="1" destOrd="0" presId="urn:microsoft.com/office/officeart/2005/8/layout/vList2"/>
    <dgm:cxn modelId="{A0763D92-2BD7-4EAA-8794-6A8958CD1233}" type="presParOf" srcId="{3002F99A-4FF9-4391-98DA-D07C49CF15E3}" destId="{179581AA-A4A6-4715-B138-B0AC610F0194}" srcOrd="2" destOrd="0" presId="urn:microsoft.com/office/officeart/2005/8/layout/vList2"/>
    <dgm:cxn modelId="{F3D50968-A9BC-4E91-AB67-DC618076E247}" type="presParOf" srcId="{3002F99A-4FF9-4391-98DA-D07C49CF15E3}" destId="{B311C6A7-BADF-4564-876B-7890FBA90DFF}" srcOrd="3" destOrd="0" presId="urn:microsoft.com/office/officeart/2005/8/layout/vList2"/>
    <dgm:cxn modelId="{FD8E353B-8235-414F-948E-005ECCED9570}" type="presParOf" srcId="{3002F99A-4FF9-4391-98DA-D07C49CF15E3}" destId="{A928AC09-C4D3-43C6-8B83-258968A746D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12.xml><?xml version="1.0" encoding="utf-8"?>
<dgm:dataModel xmlns:dgm="http://schemas.openxmlformats.org/drawingml/2006/diagram" xmlns:a="http://schemas.openxmlformats.org/drawingml/2006/main">
  <dgm:ptLst>
    <dgm:pt modelId="{26E08BAF-28D0-42A7-A02E-71FD390F46F7}" type="doc">
      <dgm:prSet loTypeId="urn:microsoft.com/office/officeart/2005/8/layout/vList2" loCatId="list" qsTypeId="urn:microsoft.com/office/officeart/2005/8/quickstyle/simple3" qsCatId="simple" csTypeId="urn:microsoft.com/office/officeart/2005/8/colors/colorful1" csCatId="colorful" phldr="1"/>
      <dgm:spPr/>
      <dgm:t>
        <a:bodyPr/>
        <a:lstStyle/>
        <a:p>
          <a:endParaRPr lang="en-IN"/>
        </a:p>
      </dgm:t>
    </dgm:pt>
    <dgm:pt modelId="{65A520FE-A8EE-40EC-B7BD-C4E7C5A3D676}">
      <dgm:prSet custT="1"/>
      <dgm:spPr/>
      <dgm:t>
        <a:bodyPr/>
        <a:lstStyle/>
        <a:p>
          <a:r>
            <a:rPr lang="en-IN" sz="1800" b="1" dirty="0"/>
            <a:t>1G (First Generation):</a:t>
          </a:r>
          <a:r>
            <a:rPr lang="en-IN" sz="1800" dirty="0"/>
            <a:t> Analog voice communication. Basic mobile telephony with limited coverage and capacity.</a:t>
          </a:r>
        </a:p>
      </dgm:t>
    </dgm:pt>
    <dgm:pt modelId="{460405E0-D46C-405A-B0B3-0A1EBA3BA139}" type="parTrans" cxnId="{299D57A9-776A-4E02-B63E-EE7CC959EB18}">
      <dgm:prSet/>
      <dgm:spPr/>
      <dgm:t>
        <a:bodyPr/>
        <a:lstStyle/>
        <a:p>
          <a:endParaRPr lang="en-IN"/>
        </a:p>
      </dgm:t>
    </dgm:pt>
    <dgm:pt modelId="{C4F309C8-07DC-4372-AB19-DB2F0444018D}" type="sibTrans" cxnId="{299D57A9-776A-4E02-B63E-EE7CC959EB18}">
      <dgm:prSet/>
      <dgm:spPr/>
      <dgm:t>
        <a:bodyPr/>
        <a:lstStyle/>
        <a:p>
          <a:endParaRPr lang="en-IN"/>
        </a:p>
      </dgm:t>
    </dgm:pt>
    <dgm:pt modelId="{FB76B4AA-D912-434F-AF94-A4E8AC0F2C0F}">
      <dgm:prSet custT="1"/>
      <dgm:spPr/>
      <dgm:t>
        <a:bodyPr/>
        <a:lstStyle/>
        <a:p>
          <a:r>
            <a:rPr lang="en-IN" sz="1800" b="1" dirty="0"/>
            <a:t>2G (Second Generation):</a:t>
          </a:r>
          <a:r>
            <a:rPr lang="en-IN" sz="1800" dirty="0"/>
            <a:t> Digital voice communication. Introduced SMS, MMS, and improved voice quality</a:t>
          </a:r>
        </a:p>
      </dgm:t>
    </dgm:pt>
    <dgm:pt modelId="{DFCC17CE-8562-4EA4-A4DB-57BA70AB94F9}" type="parTrans" cxnId="{246BC3F7-C8F7-4E1E-A847-A11F66A29C17}">
      <dgm:prSet/>
      <dgm:spPr/>
      <dgm:t>
        <a:bodyPr/>
        <a:lstStyle/>
        <a:p>
          <a:endParaRPr lang="en-IN"/>
        </a:p>
      </dgm:t>
    </dgm:pt>
    <dgm:pt modelId="{94FC34A6-A8C3-4CB8-B1B6-AD181607B8C4}" type="sibTrans" cxnId="{246BC3F7-C8F7-4E1E-A847-A11F66A29C17}">
      <dgm:prSet/>
      <dgm:spPr/>
      <dgm:t>
        <a:bodyPr/>
        <a:lstStyle/>
        <a:p>
          <a:endParaRPr lang="en-IN"/>
        </a:p>
      </dgm:t>
    </dgm:pt>
    <dgm:pt modelId="{C9BCD353-387A-4FD8-B095-88856394B844}">
      <dgm:prSet custT="1"/>
      <dgm:spPr/>
      <dgm:t>
        <a:bodyPr/>
        <a:lstStyle/>
        <a:p>
          <a:r>
            <a:rPr lang="en-IN" sz="1800" b="1" dirty="0"/>
            <a:t>3G (Third Generation):</a:t>
          </a:r>
          <a:r>
            <a:rPr lang="en-IN" sz="1800" dirty="0"/>
            <a:t> Enabled mobile data services such as internet browsing and video calling. Higher data speeds.</a:t>
          </a:r>
        </a:p>
      </dgm:t>
    </dgm:pt>
    <dgm:pt modelId="{F9579A5E-6A67-4047-8FBB-A3A34021FA65}" type="parTrans" cxnId="{2A2E9AEA-AE52-40A9-8169-B8F40B9B0A2F}">
      <dgm:prSet/>
      <dgm:spPr/>
      <dgm:t>
        <a:bodyPr/>
        <a:lstStyle/>
        <a:p>
          <a:endParaRPr lang="en-IN"/>
        </a:p>
      </dgm:t>
    </dgm:pt>
    <dgm:pt modelId="{D8284D1C-A189-4186-B9E8-BE5AF8C15048}" type="sibTrans" cxnId="{2A2E9AEA-AE52-40A9-8169-B8F40B9B0A2F}">
      <dgm:prSet/>
      <dgm:spPr/>
      <dgm:t>
        <a:bodyPr/>
        <a:lstStyle/>
        <a:p>
          <a:endParaRPr lang="en-IN"/>
        </a:p>
      </dgm:t>
    </dgm:pt>
    <dgm:pt modelId="{8BCD3CA4-5F12-49A8-923C-9876C38EC0FB}">
      <dgm:prSet custT="1"/>
      <dgm:spPr/>
      <dgm:t>
        <a:bodyPr/>
        <a:lstStyle/>
        <a:p>
          <a:r>
            <a:rPr lang="en-IN" sz="1800" b="1" dirty="0"/>
            <a:t>4G (Fourth Generation):</a:t>
          </a:r>
          <a:r>
            <a:rPr lang="en-IN" sz="1800" dirty="0"/>
            <a:t> Focus on high-speed data for mobile broadband. Enhanced multimedia, streaming services.</a:t>
          </a:r>
        </a:p>
      </dgm:t>
    </dgm:pt>
    <dgm:pt modelId="{BD0BCE14-CF46-4CC4-9A70-B9C4314D90EC}" type="parTrans" cxnId="{62708951-7624-4920-9F8B-72340A60CDBA}">
      <dgm:prSet/>
      <dgm:spPr/>
      <dgm:t>
        <a:bodyPr/>
        <a:lstStyle/>
        <a:p>
          <a:endParaRPr lang="en-IN"/>
        </a:p>
      </dgm:t>
    </dgm:pt>
    <dgm:pt modelId="{99FBC912-5D43-44FC-8109-FBD755B52795}" type="sibTrans" cxnId="{62708951-7624-4920-9F8B-72340A60CDBA}">
      <dgm:prSet/>
      <dgm:spPr/>
      <dgm:t>
        <a:bodyPr/>
        <a:lstStyle/>
        <a:p>
          <a:endParaRPr lang="en-IN"/>
        </a:p>
      </dgm:t>
    </dgm:pt>
    <dgm:pt modelId="{A6D23482-8E0E-4C0F-AA4B-C57FCA5DC5B4}">
      <dgm:prSet custT="1"/>
      <dgm:spPr/>
      <dgm:t>
        <a:bodyPr/>
        <a:lstStyle/>
        <a:p>
          <a:r>
            <a:rPr lang="en-IN" sz="1800" b="1" dirty="0"/>
            <a:t>5G (Fifth Generation):</a:t>
          </a:r>
          <a:r>
            <a:rPr lang="en-IN" sz="1800" dirty="0"/>
            <a:t> Offers ultra-fast data speeds, low latency, and support for massive IoT (Internet of things) connectivity. Enables new applications such as autonomous vehicles, virtual/augmented reality, and smart cities.</a:t>
          </a:r>
        </a:p>
      </dgm:t>
    </dgm:pt>
    <dgm:pt modelId="{C674FA51-3DBC-4275-BB2E-6C576E60A442}" type="parTrans" cxnId="{DFF7E483-FC3A-4270-A82D-CFB45E1A266E}">
      <dgm:prSet/>
      <dgm:spPr/>
      <dgm:t>
        <a:bodyPr/>
        <a:lstStyle/>
        <a:p>
          <a:endParaRPr lang="en-IN"/>
        </a:p>
      </dgm:t>
    </dgm:pt>
    <dgm:pt modelId="{C944A98F-4442-40E1-999B-59E70104CFE0}" type="sibTrans" cxnId="{DFF7E483-FC3A-4270-A82D-CFB45E1A266E}">
      <dgm:prSet/>
      <dgm:spPr/>
      <dgm:t>
        <a:bodyPr/>
        <a:lstStyle/>
        <a:p>
          <a:endParaRPr lang="en-IN"/>
        </a:p>
      </dgm:t>
    </dgm:pt>
    <dgm:pt modelId="{44C8E362-1957-44ED-B108-22685145C217}" type="pres">
      <dgm:prSet presAssocID="{26E08BAF-28D0-42A7-A02E-71FD390F46F7}" presName="linear" presStyleCnt="0">
        <dgm:presLayoutVars>
          <dgm:animLvl val="lvl"/>
          <dgm:resizeHandles val="exact"/>
        </dgm:presLayoutVars>
      </dgm:prSet>
      <dgm:spPr/>
    </dgm:pt>
    <dgm:pt modelId="{02E892D3-8E5A-457C-8926-3E3D431D5CE2}" type="pres">
      <dgm:prSet presAssocID="{65A520FE-A8EE-40EC-B7BD-C4E7C5A3D676}" presName="parentText" presStyleLbl="node1" presStyleIdx="0" presStyleCnt="5">
        <dgm:presLayoutVars>
          <dgm:chMax val="0"/>
          <dgm:bulletEnabled val="1"/>
        </dgm:presLayoutVars>
      </dgm:prSet>
      <dgm:spPr/>
    </dgm:pt>
    <dgm:pt modelId="{E5BF3352-A7AB-4B90-9999-29BE6955560C}" type="pres">
      <dgm:prSet presAssocID="{C4F309C8-07DC-4372-AB19-DB2F0444018D}" presName="spacer" presStyleCnt="0"/>
      <dgm:spPr/>
    </dgm:pt>
    <dgm:pt modelId="{D04C6AE2-E47B-4C29-AF8B-15C532BD80E7}" type="pres">
      <dgm:prSet presAssocID="{FB76B4AA-D912-434F-AF94-A4E8AC0F2C0F}" presName="parentText" presStyleLbl="node1" presStyleIdx="1" presStyleCnt="5">
        <dgm:presLayoutVars>
          <dgm:chMax val="0"/>
          <dgm:bulletEnabled val="1"/>
        </dgm:presLayoutVars>
      </dgm:prSet>
      <dgm:spPr/>
    </dgm:pt>
    <dgm:pt modelId="{4396321F-00BB-41C8-8D5D-F189A1D62547}" type="pres">
      <dgm:prSet presAssocID="{94FC34A6-A8C3-4CB8-B1B6-AD181607B8C4}" presName="spacer" presStyleCnt="0"/>
      <dgm:spPr/>
    </dgm:pt>
    <dgm:pt modelId="{A692DA84-FCCD-4A20-82F2-4B63A7C62E7A}" type="pres">
      <dgm:prSet presAssocID="{C9BCD353-387A-4FD8-B095-88856394B844}" presName="parentText" presStyleLbl="node1" presStyleIdx="2" presStyleCnt="5">
        <dgm:presLayoutVars>
          <dgm:chMax val="0"/>
          <dgm:bulletEnabled val="1"/>
        </dgm:presLayoutVars>
      </dgm:prSet>
      <dgm:spPr/>
    </dgm:pt>
    <dgm:pt modelId="{64B46298-5E2D-4731-80E4-410D101D49B6}" type="pres">
      <dgm:prSet presAssocID="{D8284D1C-A189-4186-B9E8-BE5AF8C15048}" presName="spacer" presStyleCnt="0"/>
      <dgm:spPr/>
    </dgm:pt>
    <dgm:pt modelId="{F79DA50B-19A8-4AAB-B4DF-E9759BB99257}" type="pres">
      <dgm:prSet presAssocID="{8BCD3CA4-5F12-49A8-923C-9876C38EC0FB}" presName="parentText" presStyleLbl="node1" presStyleIdx="3" presStyleCnt="5">
        <dgm:presLayoutVars>
          <dgm:chMax val="0"/>
          <dgm:bulletEnabled val="1"/>
        </dgm:presLayoutVars>
      </dgm:prSet>
      <dgm:spPr/>
    </dgm:pt>
    <dgm:pt modelId="{E4456AED-78D8-4262-82C0-50764E90BF28}" type="pres">
      <dgm:prSet presAssocID="{99FBC912-5D43-44FC-8109-FBD755B52795}" presName="spacer" presStyleCnt="0"/>
      <dgm:spPr/>
    </dgm:pt>
    <dgm:pt modelId="{FB43F65D-0025-439C-A542-8A00C0104235}" type="pres">
      <dgm:prSet presAssocID="{A6D23482-8E0E-4C0F-AA4B-C57FCA5DC5B4}" presName="parentText" presStyleLbl="node1" presStyleIdx="4" presStyleCnt="5">
        <dgm:presLayoutVars>
          <dgm:chMax val="0"/>
          <dgm:bulletEnabled val="1"/>
        </dgm:presLayoutVars>
      </dgm:prSet>
      <dgm:spPr/>
    </dgm:pt>
  </dgm:ptLst>
  <dgm:cxnLst>
    <dgm:cxn modelId="{2B0B3A1B-832C-4495-8100-1C728FCB28FE}" type="presOf" srcId="{8BCD3CA4-5F12-49A8-923C-9876C38EC0FB}" destId="{F79DA50B-19A8-4AAB-B4DF-E9759BB99257}" srcOrd="0" destOrd="0" presId="urn:microsoft.com/office/officeart/2005/8/layout/vList2"/>
    <dgm:cxn modelId="{62708951-7624-4920-9F8B-72340A60CDBA}" srcId="{26E08BAF-28D0-42A7-A02E-71FD390F46F7}" destId="{8BCD3CA4-5F12-49A8-923C-9876C38EC0FB}" srcOrd="3" destOrd="0" parTransId="{BD0BCE14-CF46-4CC4-9A70-B9C4314D90EC}" sibTransId="{99FBC912-5D43-44FC-8109-FBD755B52795}"/>
    <dgm:cxn modelId="{DFF7E483-FC3A-4270-A82D-CFB45E1A266E}" srcId="{26E08BAF-28D0-42A7-A02E-71FD390F46F7}" destId="{A6D23482-8E0E-4C0F-AA4B-C57FCA5DC5B4}" srcOrd="4" destOrd="0" parTransId="{C674FA51-3DBC-4275-BB2E-6C576E60A442}" sibTransId="{C944A98F-4442-40E1-999B-59E70104CFE0}"/>
    <dgm:cxn modelId="{95F83595-62E5-4C62-9D67-9D4F9307B0CF}" type="presOf" srcId="{65A520FE-A8EE-40EC-B7BD-C4E7C5A3D676}" destId="{02E892D3-8E5A-457C-8926-3E3D431D5CE2}" srcOrd="0" destOrd="0" presId="urn:microsoft.com/office/officeart/2005/8/layout/vList2"/>
    <dgm:cxn modelId="{70B3DF98-6C31-4726-8CC2-152E5B032EAB}" type="presOf" srcId="{C9BCD353-387A-4FD8-B095-88856394B844}" destId="{A692DA84-FCCD-4A20-82F2-4B63A7C62E7A}" srcOrd="0" destOrd="0" presId="urn:microsoft.com/office/officeart/2005/8/layout/vList2"/>
    <dgm:cxn modelId="{299D57A9-776A-4E02-B63E-EE7CC959EB18}" srcId="{26E08BAF-28D0-42A7-A02E-71FD390F46F7}" destId="{65A520FE-A8EE-40EC-B7BD-C4E7C5A3D676}" srcOrd="0" destOrd="0" parTransId="{460405E0-D46C-405A-B0B3-0A1EBA3BA139}" sibTransId="{C4F309C8-07DC-4372-AB19-DB2F0444018D}"/>
    <dgm:cxn modelId="{731E93AE-AC1C-40F5-9BEF-2347EACF7DC7}" type="presOf" srcId="{26E08BAF-28D0-42A7-A02E-71FD390F46F7}" destId="{44C8E362-1957-44ED-B108-22685145C217}" srcOrd="0" destOrd="0" presId="urn:microsoft.com/office/officeart/2005/8/layout/vList2"/>
    <dgm:cxn modelId="{537917B8-1061-4D0C-B8C5-A6A1F024AA65}" type="presOf" srcId="{A6D23482-8E0E-4C0F-AA4B-C57FCA5DC5B4}" destId="{FB43F65D-0025-439C-A542-8A00C0104235}" srcOrd="0" destOrd="0" presId="urn:microsoft.com/office/officeart/2005/8/layout/vList2"/>
    <dgm:cxn modelId="{AA6BA0E7-A21A-4949-920E-2538F044CB74}" type="presOf" srcId="{FB76B4AA-D912-434F-AF94-A4E8AC0F2C0F}" destId="{D04C6AE2-E47B-4C29-AF8B-15C532BD80E7}" srcOrd="0" destOrd="0" presId="urn:microsoft.com/office/officeart/2005/8/layout/vList2"/>
    <dgm:cxn modelId="{2A2E9AEA-AE52-40A9-8169-B8F40B9B0A2F}" srcId="{26E08BAF-28D0-42A7-A02E-71FD390F46F7}" destId="{C9BCD353-387A-4FD8-B095-88856394B844}" srcOrd="2" destOrd="0" parTransId="{F9579A5E-6A67-4047-8FBB-A3A34021FA65}" sibTransId="{D8284D1C-A189-4186-B9E8-BE5AF8C15048}"/>
    <dgm:cxn modelId="{246BC3F7-C8F7-4E1E-A847-A11F66A29C17}" srcId="{26E08BAF-28D0-42A7-A02E-71FD390F46F7}" destId="{FB76B4AA-D912-434F-AF94-A4E8AC0F2C0F}" srcOrd="1" destOrd="0" parTransId="{DFCC17CE-8562-4EA4-A4DB-57BA70AB94F9}" sibTransId="{94FC34A6-A8C3-4CB8-B1B6-AD181607B8C4}"/>
    <dgm:cxn modelId="{DDAEDE78-37D3-44FA-BB41-E5A32DC95555}" type="presParOf" srcId="{44C8E362-1957-44ED-B108-22685145C217}" destId="{02E892D3-8E5A-457C-8926-3E3D431D5CE2}" srcOrd="0" destOrd="0" presId="urn:microsoft.com/office/officeart/2005/8/layout/vList2"/>
    <dgm:cxn modelId="{42EEFC53-47EE-446F-8EE0-F4A79B4E54CE}" type="presParOf" srcId="{44C8E362-1957-44ED-B108-22685145C217}" destId="{E5BF3352-A7AB-4B90-9999-29BE6955560C}" srcOrd="1" destOrd="0" presId="urn:microsoft.com/office/officeart/2005/8/layout/vList2"/>
    <dgm:cxn modelId="{7E155C7F-F7C2-4836-853E-1F85D547E921}" type="presParOf" srcId="{44C8E362-1957-44ED-B108-22685145C217}" destId="{D04C6AE2-E47B-4C29-AF8B-15C532BD80E7}" srcOrd="2" destOrd="0" presId="urn:microsoft.com/office/officeart/2005/8/layout/vList2"/>
    <dgm:cxn modelId="{C8FF5EE6-5FE1-42C8-9A0E-B4875BC23C20}" type="presParOf" srcId="{44C8E362-1957-44ED-B108-22685145C217}" destId="{4396321F-00BB-41C8-8D5D-F189A1D62547}" srcOrd="3" destOrd="0" presId="urn:microsoft.com/office/officeart/2005/8/layout/vList2"/>
    <dgm:cxn modelId="{CB2B7BA9-01AD-4C1C-8239-C7B364AAC5E9}" type="presParOf" srcId="{44C8E362-1957-44ED-B108-22685145C217}" destId="{A692DA84-FCCD-4A20-82F2-4B63A7C62E7A}" srcOrd="4" destOrd="0" presId="urn:microsoft.com/office/officeart/2005/8/layout/vList2"/>
    <dgm:cxn modelId="{AAFF56B8-A4C6-4AF7-82F7-5A1A6CFDF178}" type="presParOf" srcId="{44C8E362-1957-44ED-B108-22685145C217}" destId="{64B46298-5E2D-4731-80E4-410D101D49B6}" srcOrd="5" destOrd="0" presId="urn:microsoft.com/office/officeart/2005/8/layout/vList2"/>
    <dgm:cxn modelId="{E60B68ED-4445-4075-AC25-3E7735C1DDAB}" type="presParOf" srcId="{44C8E362-1957-44ED-B108-22685145C217}" destId="{F79DA50B-19A8-4AAB-B4DF-E9759BB99257}" srcOrd="6" destOrd="0" presId="urn:microsoft.com/office/officeart/2005/8/layout/vList2"/>
    <dgm:cxn modelId="{68B5B83F-55BE-456F-82BC-67A6413902FD}" type="presParOf" srcId="{44C8E362-1957-44ED-B108-22685145C217}" destId="{E4456AED-78D8-4262-82C0-50764E90BF28}" srcOrd="7" destOrd="0" presId="urn:microsoft.com/office/officeart/2005/8/layout/vList2"/>
    <dgm:cxn modelId="{0B1EAD51-86C5-4AAA-8883-6C41A4A6333D}" type="presParOf" srcId="{44C8E362-1957-44ED-B108-22685145C217}" destId="{FB43F65D-0025-439C-A542-8A00C0104235}"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90C44A-B779-448F-B630-AA061EB1E171}">
      <dsp:nvSpPr>
        <dsp:cNvPr id="0" name=""/>
        <dsp:cNvSpPr/>
      </dsp:nvSpPr>
      <dsp:spPr>
        <a:xfrm>
          <a:off x="114816" y="766470"/>
          <a:ext cx="2832132" cy="2832132"/>
        </a:xfrm>
        <a:prstGeom prst="ellipse">
          <a:avLst/>
        </a:prstGeom>
        <a:solidFill>
          <a:schemeClr val="accent3">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en-US" sz="1500" kern="1200"/>
            <a:t>Monolithic circuits are acts as full circuits designed on a single piece of silicon or any semiconductor. Examples: Operational amplifier IC741.</a:t>
          </a:r>
          <a:endParaRPr lang="en-IN" sz="1500" kern="1200"/>
        </a:p>
      </dsp:txBody>
      <dsp:txXfrm>
        <a:off x="510294" y="1100439"/>
        <a:ext cx="1632941" cy="2164194"/>
      </dsp:txXfrm>
    </dsp:sp>
    <dsp:sp modelId="{F8B85EC7-6468-4254-AD2C-8DEC12999996}">
      <dsp:nvSpPr>
        <dsp:cNvPr id="0" name=""/>
        <dsp:cNvSpPr/>
      </dsp:nvSpPr>
      <dsp:spPr>
        <a:xfrm>
          <a:off x="2155992" y="766470"/>
          <a:ext cx="2832132" cy="2832132"/>
        </a:xfrm>
        <a:prstGeom prst="ellipse">
          <a:avLst/>
        </a:prstGeom>
        <a:solidFill>
          <a:schemeClr val="accent3">
            <a:alpha val="50000"/>
            <a:hueOff val="2710599"/>
            <a:satOff val="100000"/>
            <a:lumOff val="-14706"/>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r>
            <a:rPr lang="en-US" sz="1500" kern="1200"/>
            <a:t>Hybrid technology: Hybrid technology has a ceramic substrate that carries many silicon chips. It can also use mixed technology like GaAs chips along with silicon chips.</a:t>
          </a:r>
          <a:endParaRPr lang="en-IN" sz="1500" kern="1200"/>
        </a:p>
      </dsp:txBody>
      <dsp:txXfrm>
        <a:off x="2959706" y="1100439"/>
        <a:ext cx="1632941" cy="21641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47C095-8234-4B2F-9216-579569372D30}">
      <dsp:nvSpPr>
        <dsp:cNvPr id="0" name=""/>
        <dsp:cNvSpPr/>
      </dsp:nvSpPr>
      <dsp:spPr>
        <a:xfrm>
          <a:off x="0" y="47219"/>
          <a:ext cx="10583684" cy="57563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a:t>Key characteristics of each level</a:t>
          </a:r>
          <a:endParaRPr lang="en-IN" sz="2400" kern="1200"/>
        </a:p>
      </dsp:txBody>
      <dsp:txXfrm>
        <a:off x="28100" y="75319"/>
        <a:ext cx="10527484" cy="519439"/>
      </dsp:txXfrm>
    </dsp:sp>
    <dsp:sp modelId="{63E3162B-BAE3-48D6-8372-1023302F77C1}">
      <dsp:nvSpPr>
        <dsp:cNvPr id="0" name=""/>
        <dsp:cNvSpPr/>
      </dsp:nvSpPr>
      <dsp:spPr>
        <a:xfrm>
          <a:off x="0" y="622859"/>
          <a:ext cx="10583684" cy="2682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6032"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SSI: Early integrated circuits with the lowest density. They were crucial for early aerospace projects and performed simple functions.</a:t>
          </a:r>
          <a:endParaRPr lang="en-IN" sz="1900" kern="1200"/>
        </a:p>
        <a:p>
          <a:pPr marL="171450" lvl="1" indent="-171450" algn="l" defTabSz="844550">
            <a:lnSpc>
              <a:spcPct val="90000"/>
            </a:lnSpc>
            <a:spcBef>
              <a:spcPct val="0"/>
            </a:spcBef>
            <a:spcAft>
              <a:spcPct val="20000"/>
            </a:spcAft>
            <a:buChar char="•"/>
          </a:pPr>
          <a:r>
            <a:rPr lang="en-US" sz="1900" kern="1200"/>
            <a:t>MSI: Contains more complex circuits, such as decoders, adders, multiplexers, and counters.</a:t>
          </a:r>
          <a:endParaRPr lang="en-IN" sz="1900" kern="1200"/>
        </a:p>
        <a:p>
          <a:pPr marL="171450" lvl="1" indent="-171450" algn="l" defTabSz="844550">
            <a:lnSpc>
              <a:spcPct val="90000"/>
            </a:lnSpc>
            <a:spcBef>
              <a:spcPct val="0"/>
            </a:spcBef>
            <a:spcAft>
              <a:spcPct val="20000"/>
            </a:spcAft>
            <a:buChar char="•"/>
          </a:pPr>
          <a:r>
            <a:rPr lang="en-US" sz="1900" kern="1200" dirty="0"/>
            <a:t>LSI: Incorporated thousands of transistors, leading to more complex devices like calculators and processors.</a:t>
          </a:r>
          <a:endParaRPr lang="en-IN" sz="1900" kern="1200" dirty="0"/>
        </a:p>
        <a:p>
          <a:pPr marL="171450" lvl="1" indent="-171450" algn="l" defTabSz="844550">
            <a:lnSpc>
              <a:spcPct val="90000"/>
            </a:lnSpc>
            <a:spcBef>
              <a:spcPct val="0"/>
            </a:spcBef>
            <a:spcAft>
              <a:spcPct val="20000"/>
            </a:spcAft>
            <a:buChar char="•"/>
          </a:pPr>
          <a:r>
            <a:rPr lang="en-US" sz="1900" kern="1200"/>
            <a:t>VLSI: A major advancement that enabled the creation of microprocessors and complex computer chips with millions of components.</a:t>
          </a:r>
          <a:endParaRPr lang="en-IN" sz="1900" kern="1200"/>
        </a:p>
        <a:p>
          <a:pPr marL="171450" lvl="1" indent="-171450" algn="l" defTabSz="844550">
            <a:lnSpc>
              <a:spcPct val="90000"/>
            </a:lnSpc>
            <a:spcBef>
              <a:spcPct val="0"/>
            </a:spcBef>
            <a:spcAft>
              <a:spcPct val="20000"/>
            </a:spcAft>
            <a:buChar char="•"/>
          </a:pPr>
          <a:r>
            <a:rPr lang="en-US" sz="1900" kern="1200"/>
            <a:t>ULSI: The most advanced level, integrating billions of transistors and used in high-performance processors like the Pentium. </a:t>
          </a:r>
          <a:endParaRPr lang="en-IN" sz="1900" kern="1200"/>
        </a:p>
      </dsp:txBody>
      <dsp:txXfrm>
        <a:off x="0" y="622859"/>
        <a:ext cx="10583684" cy="26827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7B2E46-0258-4DB8-BB16-FE2B68F44033}">
      <dsp:nvSpPr>
        <dsp:cNvPr id="0" name=""/>
        <dsp:cNvSpPr/>
      </dsp:nvSpPr>
      <dsp:spPr>
        <a:xfrm>
          <a:off x="0" y="1020913"/>
          <a:ext cx="11670889" cy="1370187"/>
        </a:xfrm>
        <a:prstGeom prst="notched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397757-BE41-4FD9-93F6-4FA5A26469CE}">
      <dsp:nvSpPr>
        <dsp:cNvPr id="0" name=""/>
        <dsp:cNvSpPr/>
      </dsp:nvSpPr>
      <dsp:spPr>
        <a:xfrm>
          <a:off x="1303" y="0"/>
          <a:ext cx="1184754" cy="1370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a:lnSpc>
              <a:spcPct val="90000"/>
            </a:lnSpc>
            <a:spcBef>
              <a:spcPct val="0"/>
            </a:spcBef>
            <a:spcAft>
              <a:spcPct val="35000"/>
            </a:spcAft>
            <a:buNone/>
          </a:pPr>
          <a:r>
            <a:rPr lang="en-IN" sz="1600" b="1" kern="1200"/>
            <a:t>Silicon Wafer Preparation</a:t>
          </a:r>
        </a:p>
      </dsp:txBody>
      <dsp:txXfrm>
        <a:off x="1303" y="0"/>
        <a:ext cx="1184754" cy="1370187"/>
      </dsp:txXfrm>
    </dsp:sp>
    <dsp:sp modelId="{7822B88A-2720-4392-B1FB-E6C98A7DD991}">
      <dsp:nvSpPr>
        <dsp:cNvPr id="0" name=""/>
        <dsp:cNvSpPr/>
      </dsp:nvSpPr>
      <dsp:spPr>
        <a:xfrm>
          <a:off x="422407" y="1541461"/>
          <a:ext cx="342546" cy="342546"/>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D0B568-3B03-4952-A88F-7CF442A1B177}">
      <dsp:nvSpPr>
        <dsp:cNvPr id="0" name=""/>
        <dsp:cNvSpPr/>
      </dsp:nvSpPr>
      <dsp:spPr>
        <a:xfrm>
          <a:off x="1245296" y="2055281"/>
          <a:ext cx="1184754" cy="1370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IN" sz="1600" b="1" kern="1200"/>
            <a:t>Oxidation</a:t>
          </a:r>
          <a:endParaRPr lang="en-IN" sz="1600" b="1" kern="1200" dirty="0"/>
        </a:p>
      </dsp:txBody>
      <dsp:txXfrm>
        <a:off x="1245296" y="2055281"/>
        <a:ext cx="1184754" cy="1370187"/>
      </dsp:txXfrm>
    </dsp:sp>
    <dsp:sp modelId="{684CAC9E-18D6-4F95-B5B6-BE9EEA64D7DF}">
      <dsp:nvSpPr>
        <dsp:cNvPr id="0" name=""/>
        <dsp:cNvSpPr/>
      </dsp:nvSpPr>
      <dsp:spPr>
        <a:xfrm>
          <a:off x="1666400" y="1541461"/>
          <a:ext cx="342546" cy="342546"/>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2C5639-C405-4CF1-AB83-9B114535396C}">
      <dsp:nvSpPr>
        <dsp:cNvPr id="0" name=""/>
        <dsp:cNvSpPr/>
      </dsp:nvSpPr>
      <dsp:spPr>
        <a:xfrm>
          <a:off x="2489289" y="0"/>
          <a:ext cx="1184754" cy="1370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a:lnSpc>
              <a:spcPct val="90000"/>
            </a:lnSpc>
            <a:spcBef>
              <a:spcPct val="0"/>
            </a:spcBef>
            <a:spcAft>
              <a:spcPct val="35000"/>
            </a:spcAft>
            <a:buNone/>
          </a:pPr>
          <a:r>
            <a:rPr lang="en-IN" sz="1600" b="1" kern="1200"/>
            <a:t>Photolithography</a:t>
          </a:r>
        </a:p>
      </dsp:txBody>
      <dsp:txXfrm>
        <a:off x="2489289" y="0"/>
        <a:ext cx="1184754" cy="1370187"/>
      </dsp:txXfrm>
    </dsp:sp>
    <dsp:sp modelId="{8DBB38AB-8F31-456A-B6CF-7B4F7F5F744E}">
      <dsp:nvSpPr>
        <dsp:cNvPr id="0" name=""/>
        <dsp:cNvSpPr/>
      </dsp:nvSpPr>
      <dsp:spPr>
        <a:xfrm>
          <a:off x="2910393" y="1541461"/>
          <a:ext cx="342546" cy="342546"/>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D5DB07-8776-4706-837A-215CE4306AA6}">
      <dsp:nvSpPr>
        <dsp:cNvPr id="0" name=""/>
        <dsp:cNvSpPr/>
      </dsp:nvSpPr>
      <dsp:spPr>
        <a:xfrm>
          <a:off x="3733281" y="2055281"/>
          <a:ext cx="1184754" cy="1370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IN" sz="1600" b="1" kern="1200" dirty="0"/>
            <a:t>Etching</a:t>
          </a:r>
        </a:p>
      </dsp:txBody>
      <dsp:txXfrm>
        <a:off x="3733281" y="2055281"/>
        <a:ext cx="1184754" cy="1370187"/>
      </dsp:txXfrm>
    </dsp:sp>
    <dsp:sp modelId="{E5A84FFF-C7AD-4A66-96C3-5B9F08BD4132}">
      <dsp:nvSpPr>
        <dsp:cNvPr id="0" name=""/>
        <dsp:cNvSpPr/>
      </dsp:nvSpPr>
      <dsp:spPr>
        <a:xfrm>
          <a:off x="4154385" y="1541461"/>
          <a:ext cx="342546" cy="342546"/>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E5C751-1473-4C64-8CD2-749116669C4B}">
      <dsp:nvSpPr>
        <dsp:cNvPr id="0" name=""/>
        <dsp:cNvSpPr/>
      </dsp:nvSpPr>
      <dsp:spPr>
        <a:xfrm>
          <a:off x="4977274" y="0"/>
          <a:ext cx="1501771" cy="1370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a:lnSpc>
              <a:spcPct val="90000"/>
            </a:lnSpc>
            <a:spcBef>
              <a:spcPct val="0"/>
            </a:spcBef>
            <a:spcAft>
              <a:spcPct val="35000"/>
            </a:spcAft>
            <a:buNone/>
          </a:pPr>
          <a:r>
            <a:rPr lang="en-US" sz="1600" b="1" kern="1200" dirty="0"/>
            <a:t>Doping (Diffusion &amp; Ion implantation)</a:t>
          </a:r>
          <a:endParaRPr lang="en-IN" sz="1600" b="1" kern="1200" dirty="0"/>
        </a:p>
      </dsp:txBody>
      <dsp:txXfrm>
        <a:off x="4977274" y="0"/>
        <a:ext cx="1501771" cy="1370187"/>
      </dsp:txXfrm>
    </dsp:sp>
    <dsp:sp modelId="{EAC547ED-B841-430F-A7AE-60BF32F8356F}">
      <dsp:nvSpPr>
        <dsp:cNvPr id="0" name=""/>
        <dsp:cNvSpPr/>
      </dsp:nvSpPr>
      <dsp:spPr>
        <a:xfrm>
          <a:off x="5556886" y="1541461"/>
          <a:ext cx="342546" cy="342546"/>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2D1E01-E1BA-4EFD-9378-0B8610B346CC}">
      <dsp:nvSpPr>
        <dsp:cNvPr id="0" name=""/>
        <dsp:cNvSpPr/>
      </dsp:nvSpPr>
      <dsp:spPr>
        <a:xfrm>
          <a:off x="6538283" y="2055281"/>
          <a:ext cx="1184754" cy="1370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US" sz="1600" b="1" kern="1200"/>
            <a:t>Deposition</a:t>
          </a:r>
          <a:endParaRPr lang="en-IN" sz="1600" b="1" kern="1200" dirty="0"/>
        </a:p>
      </dsp:txBody>
      <dsp:txXfrm>
        <a:off x="6538283" y="2055281"/>
        <a:ext cx="1184754" cy="1370187"/>
      </dsp:txXfrm>
    </dsp:sp>
    <dsp:sp modelId="{0D5BA1DE-DF14-4BF5-9AE0-1DBE23E2DF1B}">
      <dsp:nvSpPr>
        <dsp:cNvPr id="0" name=""/>
        <dsp:cNvSpPr/>
      </dsp:nvSpPr>
      <dsp:spPr>
        <a:xfrm>
          <a:off x="6959387" y="1541461"/>
          <a:ext cx="342546" cy="342546"/>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64C1EF-A248-4B5B-B62F-C65733A4E20C}">
      <dsp:nvSpPr>
        <dsp:cNvPr id="0" name=""/>
        <dsp:cNvSpPr/>
      </dsp:nvSpPr>
      <dsp:spPr>
        <a:xfrm>
          <a:off x="7782276" y="0"/>
          <a:ext cx="1476228" cy="1370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a:lnSpc>
              <a:spcPct val="90000"/>
            </a:lnSpc>
            <a:spcBef>
              <a:spcPct val="0"/>
            </a:spcBef>
            <a:spcAft>
              <a:spcPct val="35000"/>
            </a:spcAft>
            <a:buNone/>
          </a:pPr>
          <a:r>
            <a:rPr lang="en-IN" sz="1600" b="1" kern="1200" dirty="0"/>
            <a:t>Metallization</a:t>
          </a:r>
        </a:p>
      </dsp:txBody>
      <dsp:txXfrm>
        <a:off x="7782276" y="0"/>
        <a:ext cx="1476228" cy="1370187"/>
      </dsp:txXfrm>
    </dsp:sp>
    <dsp:sp modelId="{C43DA7BD-77B2-4A7C-B52C-826A374E41EE}">
      <dsp:nvSpPr>
        <dsp:cNvPr id="0" name=""/>
        <dsp:cNvSpPr/>
      </dsp:nvSpPr>
      <dsp:spPr>
        <a:xfrm>
          <a:off x="8349117" y="1541461"/>
          <a:ext cx="342546" cy="342546"/>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D89AD2-5C3E-4B6C-8473-BDD2221804A6}">
      <dsp:nvSpPr>
        <dsp:cNvPr id="0" name=""/>
        <dsp:cNvSpPr/>
      </dsp:nvSpPr>
      <dsp:spPr>
        <a:xfrm>
          <a:off x="9317742" y="2055281"/>
          <a:ext cx="1184754" cy="1370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IN" sz="1600" b="1" kern="1200" dirty="0"/>
            <a:t>Packaging</a:t>
          </a:r>
        </a:p>
      </dsp:txBody>
      <dsp:txXfrm>
        <a:off x="9317742" y="2055281"/>
        <a:ext cx="1184754" cy="1370187"/>
      </dsp:txXfrm>
    </dsp:sp>
    <dsp:sp modelId="{7338594F-BEF5-4817-80AA-AB8C73BB49C3}">
      <dsp:nvSpPr>
        <dsp:cNvPr id="0" name=""/>
        <dsp:cNvSpPr/>
      </dsp:nvSpPr>
      <dsp:spPr>
        <a:xfrm>
          <a:off x="9738846" y="1541461"/>
          <a:ext cx="342546" cy="342546"/>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E1AB36-69E1-467F-8F3B-BD8CE5EF35C4}">
      <dsp:nvSpPr>
        <dsp:cNvPr id="0" name=""/>
        <dsp:cNvSpPr/>
      </dsp:nvSpPr>
      <dsp:spPr>
        <a:xfrm>
          <a:off x="377" y="2212904"/>
          <a:ext cx="1270232" cy="635116"/>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GB" sz="1300" b="1" i="0" kern="1200" baseline="0"/>
            <a:t>Op-amp Configurations</a:t>
          </a:r>
          <a:endParaRPr lang="en-IN" sz="1300" b="1" kern="1200"/>
        </a:p>
      </dsp:txBody>
      <dsp:txXfrm>
        <a:off x="18979" y="2231506"/>
        <a:ext cx="1233028" cy="597912"/>
      </dsp:txXfrm>
    </dsp:sp>
    <dsp:sp modelId="{C9A3CD74-ADC2-440A-BA83-F27336751609}">
      <dsp:nvSpPr>
        <dsp:cNvPr id="0" name=""/>
        <dsp:cNvSpPr/>
      </dsp:nvSpPr>
      <dsp:spPr>
        <a:xfrm rot="17945813">
          <a:off x="1002236" y="2061799"/>
          <a:ext cx="1044839" cy="24345"/>
        </a:xfrm>
        <a:custGeom>
          <a:avLst/>
          <a:gdLst/>
          <a:ahLst/>
          <a:cxnLst/>
          <a:rect l="0" t="0" r="0" b="0"/>
          <a:pathLst>
            <a:path>
              <a:moveTo>
                <a:pt x="0" y="12172"/>
              </a:moveTo>
              <a:lnTo>
                <a:pt x="1044839" y="1217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498535" y="2047851"/>
        <a:ext cx="52241" cy="52241"/>
      </dsp:txXfrm>
    </dsp:sp>
    <dsp:sp modelId="{F58C2ADF-D4C8-49AB-8581-1F685584E5E0}">
      <dsp:nvSpPr>
        <dsp:cNvPr id="0" name=""/>
        <dsp:cNvSpPr/>
      </dsp:nvSpPr>
      <dsp:spPr>
        <a:xfrm>
          <a:off x="1778703" y="1299924"/>
          <a:ext cx="1270232" cy="635116"/>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GB" sz="1300" b="1" i="0" kern="1200" baseline="0" dirty="0"/>
            <a:t>Open loop (no feedback)</a:t>
          </a:r>
          <a:endParaRPr lang="en-IN" sz="1300" b="1" kern="1200" dirty="0"/>
        </a:p>
      </dsp:txBody>
      <dsp:txXfrm>
        <a:off x="1797305" y="1318526"/>
        <a:ext cx="1233028" cy="597912"/>
      </dsp:txXfrm>
    </dsp:sp>
    <dsp:sp modelId="{64CA4B56-30C5-4723-8E63-C482E07DEACD}">
      <dsp:nvSpPr>
        <dsp:cNvPr id="0" name=""/>
        <dsp:cNvSpPr/>
      </dsp:nvSpPr>
      <dsp:spPr>
        <a:xfrm rot="18289469">
          <a:off x="2858117" y="1240118"/>
          <a:ext cx="889729" cy="24345"/>
        </a:xfrm>
        <a:custGeom>
          <a:avLst/>
          <a:gdLst/>
          <a:ahLst/>
          <a:cxnLst/>
          <a:rect l="0" t="0" r="0" b="0"/>
          <a:pathLst>
            <a:path>
              <a:moveTo>
                <a:pt x="0" y="12172"/>
              </a:moveTo>
              <a:lnTo>
                <a:pt x="889729" y="1217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280738" y="1230047"/>
        <a:ext cx="44486" cy="44486"/>
      </dsp:txXfrm>
    </dsp:sp>
    <dsp:sp modelId="{E51AF576-79E5-4B8A-8222-13CFEA112ABA}">
      <dsp:nvSpPr>
        <dsp:cNvPr id="0" name=""/>
        <dsp:cNvSpPr/>
      </dsp:nvSpPr>
      <dsp:spPr>
        <a:xfrm>
          <a:off x="3557028" y="569541"/>
          <a:ext cx="1270232" cy="63511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GB" sz="1300" b="1" i="0" kern="1200" baseline="0" dirty="0"/>
            <a:t>Single ended input</a:t>
          </a:r>
          <a:endParaRPr lang="en-IN" sz="1300" b="1" kern="1200" dirty="0"/>
        </a:p>
      </dsp:txBody>
      <dsp:txXfrm>
        <a:off x="3575630" y="588143"/>
        <a:ext cx="1233028" cy="597912"/>
      </dsp:txXfrm>
    </dsp:sp>
    <dsp:sp modelId="{C7685E4E-6196-4371-A2E3-089C8773EFE9}">
      <dsp:nvSpPr>
        <dsp:cNvPr id="0" name=""/>
        <dsp:cNvSpPr/>
      </dsp:nvSpPr>
      <dsp:spPr>
        <a:xfrm>
          <a:off x="3048935" y="1605309"/>
          <a:ext cx="508092" cy="24345"/>
        </a:xfrm>
        <a:custGeom>
          <a:avLst/>
          <a:gdLst/>
          <a:ahLst/>
          <a:cxnLst/>
          <a:rect l="0" t="0" r="0" b="0"/>
          <a:pathLst>
            <a:path>
              <a:moveTo>
                <a:pt x="0" y="12172"/>
              </a:moveTo>
              <a:lnTo>
                <a:pt x="508092" y="1217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290279" y="1604780"/>
        <a:ext cx="25404" cy="25404"/>
      </dsp:txXfrm>
    </dsp:sp>
    <dsp:sp modelId="{C19648EA-E12E-4DFE-8545-138A05DE68AB}">
      <dsp:nvSpPr>
        <dsp:cNvPr id="0" name=""/>
        <dsp:cNvSpPr/>
      </dsp:nvSpPr>
      <dsp:spPr>
        <a:xfrm>
          <a:off x="3557028" y="1299924"/>
          <a:ext cx="1270232" cy="63511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Font typeface="+mj-lt"/>
            <a:buNone/>
          </a:pPr>
          <a:r>
            <a:rPr lang="en-GB" sz="1300" b="1" kern="1200" dirty="0"/>
            <a:t>Double ended (Differential) input</a:t>
          </a:r>
          <a:endParaRPr lang="en-IN" sz="1300" b="1" kern="1200" dirty="0"/>
        </a:p>
      </dsp:txBody>
      <dsp:txXfrm>
        <a:off x="3575630" y="1318526"/>
        <a:ext cx="1233028" cy="597912"/>
      </dsp:txXfrm>
    </dsp:sp>
    <dsp:sp modelId="{F0691D68-3C3E-4F73-B8C4-963C718FD851}">
      <dsp:nvSpPr>
        <dsp:cNvPr id="0" name=""/>
        <dsp:cNvSpPr/>
      </dsp:nvSpPr>
      <dsp:spPr>
        <a:xfrm rot="3310531">
          <a:off x="2858117" y="1970501"/>
          <a:ext cx="889729" cy="24345"/>
        </a:xfrm>
        <a:custGeom>
          <a:avLst/>
          <a:gdLst/>
          <a:ahLst/>
          <a:cxnLst/>
          <a:rect l="0" t="0" r="0" b="0"/>
          <a:pathLst>
            <a:path>
              <a:moveTo>
                <a:pt x="0" y="12172"/>
              </a:moveTo>
              <a:lnTo>
                <a:pt x="889729" y="1217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280738" y="1960431"/>
        <a:ext cx="44486" cy="44486"/>
      </dsp:txXfrm>
    </dsp:sp>
    <dsp:sp modelId="{D2C6AC0E-B67F-456B-9960-6F6D9CE9092F}">
      <dsp:nvSpPr>
        <dsp:cNvPr id="0" name=""/>
        <dsp:cNvSpPr/>
      </dsp:nvSpPr>
      <dsp:spPr>
        <a:xfrm>
          <a:off x="3557028" y="2030308"/>
          <a:ext cx="1270232" cy="63511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Font typeface="+mj-lt"/>
            <a:buNone/>
          </a:pPr>
          <a:r>
            <a:rPr lang="en-GB" sz="1300" b="1" kern="1200" dirty="0"/>
            <a:t>Common mode operation</a:t>
          </a:r>
          <a:endParaRPr lang="en-IN" sz="1300" b="1" kern="1200" dirty="0"/>
        </a:p>
      </dsp:txBody>
      <dsp:txXfrm>
        <a:off x="3575630" y="2048910"/>
        <a:ext cx="1233028" cy="597912"/>
      </dsp:txXfrm>
    </dsp:sp>
    <dsp:sp modelId="{C55F4E32-0ED2-4623-9B56-29F55AB119F1}">
      <dsp:nvSpPr>
        <dsp:cNvPr id="0" name=""/>
        <dsp:cNvSpPr/>
      </dsp:nvSpPr>
      <dsp:spPr>
        <a:xfrm rot="3654187">
          <a:off x="1002236" y="2974779"/>
          <a:ext cx="1044839" cy="24345"/>
        </a:xfrm>
        <a:custGeom>
          <a:avLst/>
          <a:gdLst/>
          <a:ahLst/>
          <a:cxnLst/>
          <a:rect l="0" t="0" r="0" b="0"/>
          <a:pathLst>
            <a:path>
              <a:moveTo>
                <a:pt x="0" y="12172"/>
              </a:moveTo>
              <a:lnTo>
                <a:pt x="1044839" y="1217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498535" y="2960831"/>
        <a:ext cx="52241" cy="52241"/>
      </dsp:txXfrm>
    </dsp:sp>
    <dsp:sp modelId="{BA918947-2191-4355-AEED-2496EFB049EF}">
      <dsp:nvSpPr>
        <dsp:cNvPr id="0" name=""/>
        <dsp:cNvSpPr/>
      </dsp:nvSpPr>
      <dsp:spPr>
        <a:xfrm>
          <a:off x="1778703" y="3125883"/>
          <a:ext cx="1270232" cy="635116"/>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GB" sz="1300" b="1" i="0" kern="1200" baseline="0" dirty="0"/>
            <a:t>Closed loop (with feedback):</a:t>
          </a:r>
          <a:endParaRPr lang="en-IN" sz="1300" b="1" kern="1200" dirty="0"/>
        </a:p>
      </dsp:txBody>
      <dsp:txXfrm>
        <a:off x="1797305" y="3144485"/>
        <a:ext cx="1233028" cy="597912"/>
      </dsp:txXfrm>
    </dsp:sp>
    <dsp:sp modelId="{613B484D-67DB-47A8-BCEB-6840D7FEA6E0}">
      <dsp:nvSpPr>
        <dsp:cNvPr id="0" name=""/>
        <dsp:cNvSpPr/>
      </dsp:nvSpPr>
      <dsp:spPr>
        <a:xfrm rot="19457599">
          <a:off x="2990123" y="3248673"/>
          <a:ext cx="625718" cy="24345"/>
        </a:xfrm>
        <a:custGeom>
          <a:avLst/>
          <a:gdLst/>
          <a:ahLst/>
          <a:cxnLst/>
          <a:rect l="0" t="0" r="0" b="0"/>
          <a:pathLst>
            <a:path>
              <a:moveTo>
                <a:pt x="0" y="12172"/>
              </a:moveTo>
              <a:lnTo>
                <a:pt x="625718" y="1217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287339" y="3245203"/>
        <a:ext cx="31285" cy="31285"/>
      </dsp:txXfrm>
    </dsp:sp>
    <dsp:sp modelId="{045FF291-A0CC-4EE3-8579-A21427BF7900}">
      <dsp:nvSpPr>
        <dsp:cNvPr id="0" name=""/>
        <dsp:cNvSpPr/>
      </dsp:nvSpPr>
      <dsp:spPr>
        <a:xfrm>
          <a:off x="3557028" y="2760692"/>
          <a:ext cx="1270232" cy="63511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kern="1200" dirty="0"/>
            <a:t>Inverting </a:t>
          </a:r>
          <a:endParaRPr lang="en-IN" sz="1300" b="1" kern="1200" dirty="0"/>
        </a:p>
      </dsp:txBody>
      <dsp:txXfrm>
        <a:off x="3575630" y="2779294"/>
        <a:ext cx="1233028" cy="597912"/>
      </dsp:txXfrm>
    </dsp:sp>
    <dsp:sp modelId="{618EAAD6-FE47-485A-9A7E-2572624783A2}">
      <dsp:nvSpPr>
        <dsp:cNvPr id="0" name=""/>
        <dsp:cNvSpPr/>
      </dsp:nvSpPr>
      <dsp:spPr>
        <a:xfrm rot="2142401">
          <a:off x="2990123" y="3613865"/>
          <a:ext cx="625718" cy="24345"/>
        </a:xfrm>
        <a:custGeom>
          <a:avLst/>
          <a:gdLst/>
          <a:ahLst/>
          <a:cxnLst/>
          <a:rect l="0" t="0" r="0" b="0"/>
          <a:pathLst>
            <a:path>
              <a:moveTo>
                <a:pt x="0" y="12172"/>
              </a:moveTo>
              <a:lnTo>
                <a:pt x="625718" y="1217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287339" y="3610394"/>
        <a:ext cx="31285" cy="31285"/>
      </dsp:txXfrm>
    </dsp:sp>
    <dsp:sp modelId="{85E3AC05-5698-4141-8591-48D46FCB9299}">
      <dsp:nvSpPr>
        <dsp:cNvPr id="0" name=""/>
        <dsp:cNvSpPr/>
      </dsp:nvSpPr>
      <dsp:spPr>
        <a:xfrm>
          <a:off x="3557028" y="3491075"/>
          <a:ext cx="1270232" cy="63511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b="1" kern="1200" dirty="0"/>
            <a:t>Non inverting</a:t>
          </a:r>
          <a:endParaRPr lang="en-IN" sz="1300" b="1" kern="1200" dirty="0"/>
        </a:p>
      </dsp:txBody>
      <dsp:txXfrm>
        <a:off x="3575630" y="3509677"/>
        <a:ext cx="1233028" cy="5979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1DB9F3-1394-4357-B5C0-B2F01AE6BF89}">
      <dsp:nvSpPr>
        <dsp:cNvPr id="0" name=""/>
        <dsp:cNvSpPr/>
      </dsp:nvSpPr>
      <dsp:spPr>
        <a:xfrm>
          <a:off x="0" y="2342"/>
          <a:ext cx="6843253"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6D2AD1-787C-485A-92AE-F04712262ECB}">
      <dsp:nvSpPr>
        <dsp:cNvPr id="0" name=""/>
        <dsp:cNvSpPr/>
      </dsp:nvSpPr>
      <dsp:spPr>
        <a:xfrm>
          <a:off x="0" y="2342"/>
          <a:ext cx="6843253" cy="15978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just"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The basic 555 timer gets its name from the fact that there are three internally connected 5kΩ resistors which it uses to generate the two comparators reference voltages. The 555 timer IC is a very cheap, popular and useful precision timing device which can act as either a simple timer to generate single pulses or long-time delays.</a:t>
          </a:r>
          <a:endParaRPr lang="en-IN" sz="1600" b="1" kern="1200" dirty="0">
            <a:latin typeface="Times New Roman" panose="02020603050405020304" pitchFamily="18" charset="0"/>
            <a:cs typeface="Times New Roman" panose="02020603050405020304" pitchFamily="18" charset="0"/>
          </a:endParaRPr>
        </a:p>
      </dsp:txBody>
      <dsp:txXfrm>
        <a:off x="0" y="2342"/>
        <a:ext cx="6843253" cy="1597819"/>
      </dsp:txXfrm>
    </dsp:sp>
    <dsp:sp modelId="{517DEE7B-8DE9-4C6C-9483-DD3A09D363FF}">
      <dsp:nvSpPr>
        <dsp:cNvPr id="0" name=""/>
        <dsp:cNvSpPr/>
      </dsp:nvSpPr>
      <dsp:spPr>
        <a:xfrm>
          <a:off x="0" y="1600161"/>
          <a:ext cx="6843253"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6758D9-E0DD-47B0-B67C-36631CD5DD4E}">
      <dsp:nvSpPr>
        <dsp:cNvPr id="0" name=""/>
        <dsp:cNvSpPr/>
      </dsp:nvSpPr>
      <dsp:spPr>
        <a:xfrm>
          <a:off x="0" y="1600161"/>
          <a:ext cx="6843253" cy="15978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just" defTabSz="711200">
            <a:lnSpc>
              <a:spcPct val="90000"/>
            </a:lnSpc>
            <a:spcBef>
              <a:spcPct val="0"/>
            </a:spcBef>
            <a:spcAft>
              <a:spcPct val="35000"/>
            </a:spcAft>
            <a:buNone/>
          </a:pPr>
          <a:r>
            <a:rPr lang="en-US" sz="1600" b="1" kern="1200">
              <a:latin typeface="Times New Roman" panose="02020603050405020304" pitchFamily="18" charset="0"/>
              <a:cs typeface="Times New Roman" panose="02020603050405020304" pitchFamily="18" charset="0"/>
            </a:rPr>
            <a:t>The 555 timer IC is an integral part of electronics especially projects, be it a simple    project involving a single 8-bit Micro-controller and some peripherals or a complex one involving system on chips (SoCs), its working is involved.</a:t>
          </a:r>
          <a:endParaRPr lang="en-IN" sz="1600" b="1" kern="1200">
            <a:latin typeface="Times New Roman" panose="02020603050405020304" pitchFamily="18" charset="0"/>
            <a:cs typeface="Times New Roman" panose="02020603050405020304" pitchFamily="18" charset="0"/>
          </a:endParaRPr>
        </a:p>
      </dsp:txBody>
      <dsp:txXfrm>
        <a:off x="0" y="1600161"/>
        <a:ext cx="6843253" cy="1597819"/>
      </dsp:txXfrm>
    </dsp:sp>
    <dsp:sp modelId="{0E20829C-6E42-4508-A134-4F912898472B}">
      <dsp:nvSpPr>
        <dsp:cNvPr id="0" name=""/>
        <dsp:cNvSpPr/>
      </dsp:nvSpPr>
      <dsp:spPr>
        <a:xfrm>
          <a:off x="0" y="3197981"/>
          <a:ext cx="6843253"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6223E1-5401-43F0-B592-49AFEBA1801A}">
      <dsp:nvSpPr>
        <dsp:cNvPr id="0" name=""/>
        <dsp:cNvSpPr/>
      </dsp:nvSpPr>
      <dsp:spPr>
        <a:xfrm>
          <a:off x="0" y="3197981"/>
          <a:ext cx="6843253" cy="15978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just"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It was introduced in 1971 by the American company </a:t>
          </a:r>
          <a:r>
            <a:rPr lang="en-US" sz="1600" b="1" kern="1200" dirty="0" err="1">
              <a:latin typeface="Times New Roman" panose="02020603050405020304" pitchFamily="18" charset="0"/>
              <a:cs typeface="Times New Roman" panose="02020603050405020304" pitchFamily="18" charset="0"/>
            </a:rPr>
            <a:t>Signetics</a:t>
          </a:r>
          <a:r>
            <a:rPr lang="en-US" sz="1600" b="1" kern="1200" dirty="0">
              <a:latin typeface="Times New Roman" panose="02020603050405020304" pitchFamily="18" charset="0"/>
              <a:cs typeface="Times New Roman" panose="02020603050405020304" pitchFamily="18" charset="0"/>
            </a:rPr>
            <a:t> in the original bipolar and low-power CMOS types. The widespread use of this timer is due to its low price, ease of use and stability.</a:t>
          </a:r>
          <a:endParaRPr lang="en-IN" sz="1600" b="1" kern="1200" dirty="0">
            <a:latin typeface="Times New Roman" panose="02020603050405020304" pitchFamily="18" charset="0"/>
            <a:cs typeface="Times New Roman" panose="02020603050405020304" pitchFamily="18" charset="0"/>
          </a:endParaRPr>
        </a:p>
      </dsp:txBody>
      <dsp:txXfrm>
        <a:off x="0" y="3197981"/>
        <a:ext cx="6843253" cy="159781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80669E-25D2-46F6-8987-350BCB6ED738}">
      <dsp:nvSpPr>
        <dsp:cNvPr id="0" name=""/>
        <dsp:cNvSpPr/>
      </dsp:nvSpPr>
      <dsp:spPr>
        <a:xfrm>
          <a:off x="5327854" y="1324721"/>
          <a:ext cx="1601445" cy="555873"/>
        </a:xfrm>
        <a:custGeom>
          <a:avLst/>
          <a:gdLst/>
          <a:ahLst/>
          <a:cxnLst/>
          <a:rect l="0" t="0" r="0" b="0"/>
          <a:pathLst>
            <a:path>
              <a:moveTo>
                <a:pt x="0" y="0"/>
              </a:moveTo>
              <a:lnTo>
                <a:pt x="0" y="277936"/>
              </a:lnTo>
              <a:lnTo>
                <a:pt x="1601445" y="277936"/>
              </a:lnTo>
              <a:lnTo>
                <a:pt x="1601445" y="55587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8EC9CD1-9DD7-4270-AB64-F3ED47FCE102}">
      <dsp:nvSpPr>
        <dsp:cNvPr id="0" name=""/>
        <dsp:cNvSpPr/>
      </dsp:nvSpPr>
      <dsp:spPr>
        <a:xfrm>
          <a:off x="3726408" y="1324721"/>
          <a:ext cx="1601445" cy="555873"/>
        </a:xfrm>
        <a:custGeom>
          <a:avLst/>
          <a:gdLst/>
          <a:ahLst/>
          <a:cxnLst/>
          <a:rect l="0" t="0" r="0" b="0"/>
          <a:pathLst>
            <a:path>
              <a:moveTo>
                <a:pt x="1601445" y="0"/>
              </a:moveTo>
              <a:lnTo>
                <a:pt x="1601445" y="277936"/>
              </a:lnTo>
              <a:lnTo>
                <a:pt x="0" y="277936"/>
              </a:lnTo>
              <a:lnTo>
                <a:pt x="0" y="55587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ACF972-33C1-4013-A157-82F59442EC3A}">
      <dsp:nvSpPr>
        <dsp:cNvPr id="0" name=""/>
        <dsp:cNvSpPr/>
      </dsp:nvSpPr>
      <dsp:spPr>
        <a:xfrm>
          <a:off x="4004345" y="1212"/>
          <a:ext cx="2647017" cy="132350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a:t>IC- 555(Timer) has the following operating modes:</a:t>
          </a:r>
          <a:endParaRPr lang="en-IN" sz="1600" b="1" kern="1200"/>
        </a:p>
      </dsp:txBody>
      <dsp:txXfrm>
        <a:off x="4004345" y="1212"/>
        <a:ext cx="2647017" cy="1323508"/>
      </dsp:txXfrm>
    </dsp:sp>
    <dsp:sp modelId="{C8DB54AE-3EE3-436A-A675-E4C1E601C1B8}">
      <dsp:nvSpPr>
        <dsp:cNvPr id="0" name=""/>
        <dsp:cNvSpPr/>
      </dsp:nvSpPr>
      <dsp:spPr>
        <a:xfrm>
          <a:off x="2402900" y="1880594"/>
          <a:ext cx="2647017" cy="132350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t>Monostable (one-shot) mode</a:t>
          </a:r>
          <a:endParaRPr lang="en-IN" sz="1600" b="1" kern="1200" dirty="0"/>
        </a:p>
      </dsp:txBody>
      <dsp:txXfrm>
        <a:off x="2402900" y="1880594"/>
        <a:ext cx="2647017" cy="1323508"/>
      </dsp:txXfrm>
    </dsp:sp>
    <dsp:sp modelId="{F8BA776B-A8F9-4DA0-89DA-E63EEB3657AB}">
      <dsp:nvSpPr>
        <dsp:cNvPr id="0" name=""/>
        <dsp:cNvSpPr/>
      </dsp:nvSpPr>
      <dsp:spPr>
        <a:xfrm>
          <a:off x="5605791" y="1880594"/>
          <a:ext cx="2647017" cy="132350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1" kern="1200" dirty="0"/>
            <a:t>Astable (free-running) mode</a:t>
          </a:r>
          <a:endParaRPr lang="en-IN" sz="1600" b="1" kern="1200" dirty="0"/>
        </a:p>
      </dsp:txBody>
      <dsp:txXfrm>
        <a:off x="5605791" y="1880594"/>
        <a:ext cx="2647017" cy="132350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4DA9C9-9AC4-45E0-ACF7-3EA252F38862}">
      <dsp:nvSpPr>
        <dsp:cNvPr id="0" name=""/>
        <dsp:cNvSpPr/>
      </dsp:nvSpPr>
      <dsp:spPr>
        <a:xfrm>
          <a:off x="1189647" y="0"/>
          <a:ext cx="1163531" cy="11635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453CF5-7BAA-4179-AA50-A5F8FE6EFEF0}">
      <dsp:nvSpPr>
        <dsp:cNvPr id="0" name=""/>
        <dsp:cNvSpPr/>
      </dsp:nvSpPr>
      <dsp:spPr>
        <a:xfrm>
          <a:off x="5207" y="1693219"/>
          <a:ext cx="3324374" cy="560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b="1" kern="1200" dirty="0">
              <a:solidFill>
                <a:schemeClr val="tx1"/>
              </a:solidFill>
              <a:latin typeface="Times New Roman" panose="02020603050405020304" pitchFamily="18" charset="0"/>
              <a:cs typeface="Times New Roman" panose="02020603050405020304" pitchFamily="18" charset="0"/>
            </a:rPr>
            <a:t>5G and Beyond</a:t>
          </a:r>
          <a:endParaRPr lang="en-IN" sz="2000" kern="1200" dirty="0">
            <a:solidFill>
              <a:schemeClr val="tx1"/>
            </a:solidFill>
            <a:latin typeface="Times New Roman" panose="02020603050405020304" pitchFamily="18" charset="0"/>
            <a:cs typeface="Times New Roman" panose="02020603050405020304" pitchFamily="18" charset="0"/>
          </a:endParaRPr>
        </a:p>
      </dsp:txBody>
      <dsp:txXfrm>
        <a:off x="5207" y="1693219"/>
        <a:ext cx="3324374" cy="560988"/>
      </dsp:txXfrm>
    </dsp:sp>
    <dsp:sp modelId="{2A0C2805-36C1-4427-94E4-0A76E1B7F9BD}">
      <dsp:nvSpPr>
        <dsp:cNvPr id="0" name=""/>
        <dsp:cNvSpPr/>
      </dsp:nvSpPr>
      <dsp:spPr>
        <a:xfrm>
          <a:off x="5207" y="2338019"/>
          <a:ext cx="3324374" cy="2202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pPr>
          <a:r>
            <a:rPr lang="en-US" sz="1800" kern="1200" dirty="0">
              <a:solidFill>
                <a:schemeClr val="tx1"/>
              </a:solidFill>
              <a:latin typeface="Times New Roman" panose="02020603050405020304" pitchFamily="18" charset="0"/>
              <a:cs typeface="Times New Roman" panose="02020603050405020304" pitchFamily="18" charset="0"/>
            </a:rPr>
            <a:t>Research is already underway, focusing on higher frequency bands (terahertz), advanced AI integration, and holographic communications.</a:t>
          </a:r>
          <a:endParaRPr lang="en-IN" sz="1800" kern="1200" dirty="0">
            <a:solidFill>
              <a:schemeClr val="tx1"/>
            </a:solidFill>
            <a:latin typeface="Times New Roman" panose="02020603050405020304" pitchFamily="18" charset="0"/>
            <a:cs typeface="Times New Roman" panose="02020603050405020304" pitchFamily="18" charset="0"/>
          </a:endParaRPr>
        </a:p>
      </dsp:txBody>
      <dsp:txXfrm>
        <a:off x="5207" y="2338019"/>
        <a:ext cx="3324374" cy="2202087"/>
      </dsp:txXfrm>
    </dsp:sp>
    <dsp:sp modelId="{AEC0B38A-2C38-4566-87EC-52C27E655ABE}">
      <dsp:nvSpPr>
        <dsp:cNvPr id="0" name=""/>
        <dsp:cNvSpPr/>
      </dsp:nvSpPr>
      <dsp:spPr>
        <a:xfrm>
          <a:off x="4855205" y="131399"/>
          <a:ext cx="1163531" cy="11635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AEBCEE-1A83-4C5F-B642-1396FAA1AF70}">
      <dsp:nvSpPr>
        <dsp:cNvPr id="0" name=""/>
        <dsp:cNvSpPr/>
      </dsp:nvSpPr>
      <dsp:spPr>
        <a:xfrm>
          <a:off x="3966632" y="1581582"/>
          <a:ext cx="3324374" cy="560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b="1" kern="1200" dirty="0">
              <a:solidFill>
                <a:schemeClr val="tx1"/>
              </a:solidFill>
              <a:latin typeface="Times New Roman" panose="02020603050405020304" pitchFamily="18" charset="0"/>
              <a:cs typeface="Times New Roman" panose="02020603050405020304" pitchFamily="18" charset="0"/>
            </a:rPr>
            <a:t> Internet of Things (IoT)</a:t>
          </a:r>
          <a:endParaRPr lang="en-IN" sz="2000" kern="1200" dirty="0">
            <a:solidFill>
              <a:schemeClr val="tx1"/>
            </a:solidFill>
            <a:latin typeface="Times New Roman" panose="02020603050405020304" pitchFamily="18" charset="0"/>
            <a:cs typeface="Times New Roman" panose="02020603050405020304" pitchFamily="18" charset="0"/>
          </a:endParaRPr>
        </a:p>
      </dsp:txBody>
      <dsp:txXfrm>
        <a:off x="3966632" y="1581582"/>
        <a:ext cx="3324374" cy="560988"/>
      </dsp:txXfrm>
    </dsp:sp>
    <dsp:sp modelId="{72643BF2-7899-4E51-930C-2468C8CF2BFB}">
      <dsp:nvSpPr>
        <dsp:cNvPr id="0" name=""/>
        <dsp:cNvSpPr/>
      </dsp:nvSpPr>
      <dsp:spPr>
        <a:xfrm>
          <a:off x="3911348" y="2338019"/>
          <a:ext cx="3324374" cy="2202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IoT Devices</a:t>
          </a:r>
          <a:r>
            <a:rPr lang="en-US" sz="1800" kern="1200" dirty="0">
              <a:solidFill>
                <a:schemeClr val="tx1"/>
              </a:solidFill>
              <a:latin typeface="Times New Roman" panose="02020603050405020304" pitchFamily="18" charset="0"/>
              <a:cs typeface="Times New Roman" panose="02020603050405020304" pitchFamily="18" charset="0"/>
            </a:rPr>
            <a:t>: Growing number of connected devices, leading to smart homes, cities, and industries.</a:t>
          </a:r>
          <a:endParaRPr lang="en-IN" sz="1800" kern="1200" dirty="0">
            <a:solidFill>
              <a:schemeClr val="tx1"/>
            </a:solidFill>
            <a:latin typeface="Times New Roman" panose="02020603050405020304" pitchFamily="18" charset="0"/>
            <a:cs typeface="Times New Roman" panose="02020603050405020304" pitchFamily="18" charset="0"/>
          </a:endParaRPr>
        </a:p>
        <a:p>
          <a:pPr marL="0" lvl="0" indent="0" algn="l" defTabSz="800100">
            <a:lnSpc>
              <a:spcPct val="10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Low-Power Wide-Area Networks (LPWAN)</a:t>
          </a:r>
          <a:r>
            <a:rPr lang="en-US" sz="1800" kern="1200" dirty="0">
              <a:solidFill>
                <a:schemeClr val="tx1"/>
              </a:solidFill>
              <a:latin typeface="Times New Roman" panose="02020603050405020304" pitchFamily="18" charset="0"/>
              <a:cs typeface="Times New Roman" panose="02020603050405020304" pitchFamily="18" charset="0"/>
            </a:rPr>
            <a:t>: Technologies like </a:t>
          </a:r>
          <a:r>
            <a:rPr lang="en-US" sz="1800" kern="1200" dirty="0" err="1">
              <a:solidFill>
                <a:schemeClr val="tx1"/>
              </a:solidFill>
              <a:latin typeface="Times New Roman" panose="02020603050405020304" pitchFamily="18" charset="0"/>
              <a:cs typeface="Times New Roman" panose="02020603050405020304" pitchFamily="18" charset="0"/>
            </a:rPr>
            <a:t>LoRaWAN</a:t>
          </a:r>
          <a:r>
            <a:rPr lang="en-US" sz="1800" kern="1200" dirty="0">
              <a:solidFill>
                <a:schemeClr val="tx1"/>
              </a:solidFill>
              <a:latin typeface="Times New Roman" panose="02020603050405020304" pitchFamily="18" charset="0"/>
              <a:cs typeface="Times New Roman" panose="02020603050405020304" pitchFamily="18" charset="0"/>
            </a:rPr>
            <a:t> and NB-IoT enable long-range connectivity with low power consumption.</a:t>
          </a:r>
          <a:endParaRPr lang="en-IN" sz="1800" kern="1200" dirty="0">
            <a:solidFill>
              <a:schemeClr val="tx1"/>
            </a:solidFill>
            <a:latin typeface="Times New Roman" panose="02020603050405020304" pitchFamily="18" charset="0"/>
            <a:cs typeface="Times New Roman" panose="02020603050405020304" pitchFamily="18" charset="0"/>
          </a:endParaRPr>
        </a:p>
      </dsp:txBody>
      <dsp:txXfrm>
        <a:off x="3911348" y="2338019"/>
        <a:ext cx="3324374" cy="2202087"/>
      </dsp:txXfrm>
    </dsp:sp>
    <dsp:sp modelId="{B50998E4-F7AD-40CC-82FD-B441FD11AA50}">
      <dsp:nvSpPr>
        <dsp:cNvPr id="0" name=""/>
        <dsp:cNvSpPr/>
      </dsp:nvSpPr>
      <dsp:spPr>
        <a:xfrm>
          <a:off x="9020440" y="103997"/>
          <a:ext cx="1163531" cy="11635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A3E749-C1F6-4AFC-9F60-7856911AC598}">
      <dsp:nvSpPr>
        <dsp:cNvPr id="0" name=""/>
        <dsp:cNvSpPr/>
      </dsp:nvSpPr>
      <dsp:spPr>
        <a:xfrm>
          <a:off x="7817489" y="1581582"/>
          <a:ext cx="3324374" cy="5609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44550">
            <a:lnSpc>
              <a:spcPct val="100000"/>
            </a:lnSpc>
            <a:spcBef>
              <a:spcPct val="0"/>
            </a:spcBef>
            <a:spcAft>
              <a:spcPct val="35000"/>
            </a:spcAft>
            <a:buNone/>
            <a:defRPr b="1"/>
          </a:pPr>
          <a:r>
            <a:rPr lang="en-US" sz="1900" b="1" kern="1200" dirty="0">
              <a:solidFill>
                <a:schemeClr val="tx1"/>
              </a:solidFill>
              <a:latin typeface="Times New Roman" panose="02020603050405020304" pitchFamily="18" charset="0"/>
              <a:cs typeface="Times New Roman" panose="02020603050405020304" pitchFamily="18" charset="0"/>
            </a:rPr>
            <a:t>Artificial Intelligence and Machine Learning</a:t>
          </a:r>
          <a:endParaRPr lang="en-IN" sz="1900" kern="1200" dirty="0">
            <a:solidFill>
              <a:schemeClr val="tx1"/>
            </a:solidFill>
            <a:latin typeface="Times New Roman" panose="02020603050405020304" pitchFamily="18" charset="0"/>
            <a:cs typeface="Times New Roman" panose="02020603050405020304" pitchFamily="18" charset="0"/>
          </a:endParaRPr>
        </a:p>
      </dsp:txBody>
      <dsp:txXfrm>
        <a:off x="7817489" y="1581582"/>
        <a:ext cx="3324374" cy="560988"/>
      </dsp:txXfrm>
    </dsp:sp>
    <dsp:sp modelId="{9031F889-1270-42D3-B2C1-70DD400F527C}">
      <dsp:nvSpPr>
        <dsp:cNvPr id="0" name=""/>
        <dsp:cNvSpPr/>
      </dsp:nvSpPr>
      <dsp:spPr>
        <a:xfrm>
          <a:off x="7817489" y="2338019"/>
          <a:ext cx="3324374" cy="2202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AI for Network Management</a:t>
          </a:r>
          <a:r>
            <a:rPr lang="en-US" sz="1800" kern="1200" dirty="0">
              <a:solidFill>
                <a:schemeClr val="tx1"/>
              </a:solidFill>
              <a:latin typeface="Times New Roman" panose="02020603050405020304" pitchFamily="18" charset="0"/>
              <a:cs typeface="Times New Roman" panose="02020603050405020304" pitchFamily="18" charset="0"/>
            </a:rPr>
            <a:t>: Optimization and automation of networks for improved efficiency and performance.</a:t>
          </a:r>
          <a:endParaRPr lang="en-IN" sz="1800" kern="1200" dirty="0">
            <a:solidFill>
              <a:schemeClr val="tx1"/>
            </a:solidFill>
            <a:latin typeface="Times New Roman" panose="02020603050405020304" pitchFamily="18" charset="0"/>
            <a:cs typeface="Times New Roman" panose="02020603050405020304" pitchFamily="18" charset="0"/>
          </a:endParaRPr>
        </a:p>
        <a:p>
          <a:pPr marL="0" lvl="0" indent="0" algn="l" defTabSz="800100">
            <a:lnSpc>
              <a:spcPct val="100000"/>
            </a:lnSpc>
            <a:spcBef>
              <a:spcPct val="0"/>
            </a:spcBef>
            <a:spcAft>
              <a:spcPct val="35000"/>
            </a:spcAft>
            <a:buNone/>
          </a:pPr>
          <a:r>
            <a:rPr lang="en-US" sz="1800" b="1" kern="1200" dirty="0">
              <a:solidFill>
                <a:schemeClr val="tx1"/>
              </a:solidFill>
              <a:latin typeface="Times New Roman" panose="02020603050405020304" pitchFamily="18" charset="0"/>
              <a:cs typeface="Times New Roman" panose="02020603050405020304" pitchFamily="18" charset="0"/>
            </a:rPr>
            <a:t>Machine Learning in Signal Processing</a:t>
          </a:r>
          <a:r>
            <a:rPr lang="en-US" sz="1800" kern="1200" dirty="0">
              <a:solidFill>
                <a:schemeClr val="tx1"/>
              </a:solidFill>
              <a:latin typeface="Times New Roman" panose="02020603050405020304" pitchFamily="18" charset="0"/>
              <a:cs typeface="Times New Roman" panose="02020603050405020304" pitchFamily="18" charset="0"/>
            </a:rPr>
            <a:t>: Enhanced algorithms for noise reduction, signal compression, and error correction.</a:t>
          </a:r>
          <a:endParaRPr lang="en-IN" sz="1800" kern="1200" dirty="0">
            <a:solidFill>
              <a:schemeClr val="tx1"/>
            </a:solidFill>
            <a:latin typeface="Times New Roman" panose="02020603050405020304" pitchFamily="18" charset="0"/>
            <a:cs typeface="Times New Roman" panose="02020603050405020304" pitchFamily="18" charset="0"/>
          </a:endParaRPr>
        </a:p>
      </dsp:txBody>
      <dsp:txXfrm>
        <a:off x="7817489" y="2338019"/>
        <a:ext cx="3324374" cy="220208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63EF29-FF04-49E9-B2E4-8D72031E5BCA}">
      <dsp:nvSpPr>
        <dsp:cNvPr id="0" name=""/>
        <dsp:cNvSpPr/>
      </dsp:nvSpPr>
      <dsp:spPr>
        <a:xfrm>
          <a:off x="1295055" y="0"/>
          <a:ext cx="1128093" cy="11280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1422B4-464D-4576-8DBB-A784FA8C4BF0}">
      <dsp:nvSpPr>
        <dsp:cNvPr id="0" name=""/>
        <dsp:cNvSpPr/>
      </dsp:nvSpPr>
      <dsp:spPr>
        <a:xfrm>
          <a:off x="579" y="1603603"/>
          <a:ext cx="3223125" cy="498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b="1" kern="1200" dirty="0"/>
            <a:t>Massive MIMO and Beamforming</a:t>
          </a:r>
          <a:endParaRPr lang="en-US" sz="1800" kern="1200" dirty="0"/>
        </a:p>
      </dsp:txBody>
      <dsp:txXfrm>
        <a:off x="579" y="1603603"/>
        <a:ext cx="3223125" cy="498577"/>
      </dsp:txXfrm>
    </dsp:sp>
    <dsp:sp modelId="{46638C11-97E4-4CB3-AD6E-65634E037D63}">
      <dsp:nvSpPr>
        <dsp:cNvPr id="0" name=""/>
        <dsp:cNvSpPr/>
      </dsp:nvSpPr>
      <dsp:spPr>
        <a:xfrm>
          <a:off x="579" y="2174778"/>
          <a:ext cx="3223125" cy="1774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pPr>
          <a:r>
            <a:rPr lang="en-US" sz="1800" b="1" kern="1200" dirty="0"/>
            <a:t>Massive MIMO</a:t>
          </a:r>
          <a:r>
            <a:rPr lang="en-US" sz="1800" kern="1200" dirty="0"/>
            <a:t>: Using a large number of antennas to improve spectral efficiency and capacity.</a:t>
          </a:r>
        </a:p>
        <a:p>
          <a:pPr marL="0" lvl="0" indent="0" algn="l" defTabSz="800100">
            <a:lnSpc>
              <a:spcPct val="100000"/>
            </a:lnSpc>
            <a:spcBef>
              <a:spcPct val="0"/>
            </a:spcBef>
            <a:spcAft>
              <a:spcPct val="35000"/>
            </a:spcAft>
            <a:buNone/>
          </a:pPr>
          <a:r>
            <a:rPr lang="en-US" sz="1800" b="1" kern="1200" dirty="0"/>
            <a:t>Beamforming</a:t>
          </a:r>
          <a:r>
            <a:rPr lang="en-US" sz="1800" kern="1200" dirty="0"/>
            <a:t>: Directing signals to specific users, enhancing signal quality and reducing interference.</a:t>
          </a:r>
        </a:p>
      </dsp:txBody>
      <dsp:txXfrm>
        <a:off x="579" y="2174778"/>
        <a:ext cx="3223125" cy="1774527"/>
      </dsp:txXfrm>
    </dsp:sp>
    <dsp:sp modelId="{35723A08-F1BE-4138-82C5-652521A1186F}">
      <dsp:nvSpPr>
        <dsp:cNvPr id="0" name=""/>
        <dsp:cNvSpPr/>
      </dsp:nvSpPr>
      <dsp:spPr>
        <a:xfrm>
          <a:off x="4641312" y="0"/>
          <a:ext cx="1128093" cy="11280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003D8C-5D7C-4375-9847-74ED88BA3714}">
      <dsp:nvSpPr>
        <dsp:cNvPr id="0" name=""/>
        <dsp:cNvSpPr/>
      </dsp:nvSpPr>
      <dsp:spPr>
        <a:xfrm>
          <a:off x="3787751" y="1603603"/>
          <a:ext cx="3223125" cy="498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b="1" kern="1200" dirty="0"/>
            <a:t>Terahertz Communication</a:t>
          </a:r>
          <a:endParaRPr lang="en-US" sz="2000" kern="1200" dirty="0"/>
        </a:p>
      </dsp:txBody>
      <dsp:txXfrm>
        <a:off x="3787751" y="1603603"/>
        <a:ext cx="3223125" cy="498577"/>
      </dsp:txXfrm>
    </dsp:sp>
    <dsp:sp modelId="{E71856D0-B92E-4623-8067-0B370BDBED6D}">
      <dsp:nvSpPr>
        <dsp:cNvPr id="0" name=""/>
        <dsp:cNvSpPr/>
      </dsp:nvSpPr>
      <dsp:spPr>
        <a:xfrm>
          <a:off x="3787751" y="2174778"/>
          <a:ext cx="3223125" cy="1774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pPr>
          <a:r>
            <a:rPr lang="en-US" sz="1800" b="1" kern="1200" dirty="0"/>
            <a:t>High-Frequency Bands</a:t>
          </a:r>
          <a:r>
            <a:rPr lang="en-US" sz="1800" kern="1200" dirty="0"/>
            <a:t>: Utilization of terahertz frequencies for ultra-high-speed data transfer.</a:t>
          </a:r>
        </a:p>
      </dsp:txBody>
      <dsp:txXfrm>
        <a:off x="3787751" y="2174778"/>
        <a:ext cx="3223125" cy="1774527"/>
      </dsp:txXfrm>
    </dsp:sp>
    <dsp:sp modelId="{5FBEF9BF-793D-484E-9156-BE27DECFDD3D}">
      <dsp:nvSpPr>
        <dsp:cNvPr id="0" name=""/>
        <dsp:cNvSpPr/>
      </dsp:nvSpPr>
      <dsp:spPr>
        <a:xfrm>
          <a:off x="8304055" y="0"/>
          <a:ext cx="1128093" cy="11280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CF95A50-23E1-455C-9738-87CB3D657671}">
      <dsp:nvSpPr>
        <dsp:cNvPr id="0" name=""/>
        <dsp:cNvSpPr/>
      </dsp:nvSpPr>
      <dsp:spPr>
        <a:xfrm>
          <a:off x="7574923" y="1603603"/>
          <a:ext cx="3223125" cy="498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defRPr b="1"/>
          </a:pPr>
          <a:r>
            <a:rPr lang="en-US" sz="1600" b="1" kern="1200" dirty="0"/>
            <a:t>Blockchain for Communication Networks</a:t>
          </a:r>
          <a:endParaRPr lang="en-US" sz="1600" kern="1200" dirty="0"/>
        </a:p>
      </dsp:txBody>
      <dsp:txXfrm>
        <a:off x="7574923" y="1603603"/>
        <a:ext cx="3223125" cy="498577"/>
      </dsp:txXfrm>
    </dsp:sp>
    <dsp:sp modelId="{C5EC4CBE-BC5A-4C00-ACFB-61DF01FEB8B0}">
      <dsp:nvSpPr>
        <dsp:cNvPr id="0" name=""/>
        <dsp:cNvSpPr/>
      </dsp:nvSpPr>
      <dsp:spPr>
        <a:xfrm>
          <a:off x="7574923" y="2174778"/>
          <a:ext cx="3223125" cy="1774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pPr>
          <a:r>
            <a:rPr lang="en-US" sz="1800" b="1" kern="1200" dirty="0"/>
            <a:t>Decentralization</a:t>
          </a:r>
          <a:r>
            <a:rPr lang="en-US" sz="1800" kern="1200" dirty="0"/>
            <a:t>: Ensuring secure and transparent transactions and data management.</a:t>
          </a:r>
        </a:p>
      </dsp:txBody>
      <dsp:txXfrm>
        <a:off x="7574923" y="2174778"/>
        <a:ext cx="3223125" cy="177452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DD2DEB-463A-4F27-869B-6449A7B42050}">
      <dsp:nvSpPr>
        <dsp:cNvPr id="0" name=""/>
        <dsp:cNvSpPr/>
      </dsp:nvSpPr>
      <dsp:spPr>
        <a:xfrm>
          <a:off x="11724" y="244058"/>
          <a:ext cx="639577" cy="63957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7C45D6-CAA6-4512-8BE7-54254D191371}">
      <dsp:nvSpPr>
        <dsp:cNvPr id="0" name=""/>
        <dsp:cNvSpPr/>
      </dsp:nvSpPr>
      <dsp:spPr>
        <a:xfrm>
          <a:off x="0" y="442877"/>
          <a:ext cx="1827363" cy="1714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defTabSz="800100">
            <a:lnSpc>
              <a:spcPct val="100000"/>
            </a:lnSpc>
            <a:spcBef>
              <a:spcPct val="0"/>
            </a:spcBef>
            <a:spcAft>
              <a:spcPct val="35000"/>
            </a:spcAft>
            <a:buNone/>
            <a:defRPr b="1"/>
          </a:pPr>
          <a:endParaRPr lang="en-US" sz="1800" b="1" i="0" kern="1200" dirty="0">
            <a:solidFill>
              <a:schemeClr val="tx1"/>
            </a:solidFill>
          </a:endParaRPr>
        </a:p>
        <a:p>
          <a:pPr marL="0" lvl="0" indent="0" defTabSz="800100">
            <a:lnSpc>
              <a:spcPct val="100000"/>
            </a:lnSpc>
            <a:spcBef>
              <a:spcPct val="0"/>
            </a:spcBef>
            <a:spcAft>
              <a:spcPct val="35000"/>
            </a:spcAft>
            <a:buNone/>
            <a:defRPr b="1"/>
          </a:pPr>
          <a:r>
            <a:rPr lang="en-US" sz="1800" b="1" i="0" kern="1200" dirty="0">
              <a:solidFill>
                <a:schemeClr val="tx1"/>
              </a:solidFill>
            </a:rPr>
            <a:t>Information Source</a:t>
          </a:r>
          <a:r>
            <a:rPr lang="en-US" sz="1800" b="0" i="0" kern="1200" dirty="0">
              <a:solidFill>
                <a:schemeClr val="tx1"/>
              </a:solidFill>
            </a:rPr>
            <a:t>:</a:t>
          </a:r>
        </a:p>
        <a:p>
          <a:pPr marL="0" lvl="0" indent="0" defTabSz="800100">
            <a:lnSpc>
              <a:spcPct val="100000"/>
            </a:lnSpc>
            <a:spcBef>
              <a:spcPct val="0"/>
            </a:spcBef>
            <a:spcAft>
              <a:spcPct val="35000"/>
            </a:spcAft>
            <a:buNone/>
            <a:defRPr b="1"/>
          </a:pPr>
          <a:endParaRPr lang="en-US" sz="1800" b="0" i="0" kern="1200" dirty="0">
            <a:solidFill>
              <a:schemeClr val="tx1"/>
            </a:solidFill>
          </a:endParaRPr>
        </a:p>
        <a:p>
          <a:pPr marL="0" lvl="0" indent="0" algn="ctr" defTabSz="800100">
            <a:spcBef>
              <a:spcPct val="0"/>
            </a:spcBef>
            <a:spcAft>
              <a:spcPct val="35000"/>
            </a:spcAft>
            <a:buNone/>
            <a:defRPr b="1"/>
          </a:pPr>
          <a:endParaRPr lang="en-US" sz="1800" kern="1200" dirty="0">
            <a:solidFill>
              <a:schemeClr val="tx1"/>
            </a:solidFill>
          </a:endParaRPr>
        </a:p>
      </dsp:txBody>
      <dsp:txXfrm>
        <a:off x="0" y="442877"/>
        <a:ext cx="1827363" cy="1714827"/>
      </dsp:txXfrm>
    </dsp:sp>
    <dsp:sp modelId="{9CE82048-3DD1-48EE-A0A3-AE88CF8E8F9C}">
      <dsp:nvSpPr>
        <dsp:cNvPr id="0" name=""/>
        <dsp:cNvSpPr/>
      </dsp:nvSpPr>
      <dsp:spPr>
        <a:xfrm>
          <a:off x="43904" y="2296749"/>
          <a:ext cx="1827363" cy="1737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pPr>
          <a:r>
            <a:rPr lang="en-US" sz="1800" b="0" i="0" kern="1200" dirty="0">
              <a:solidFill>
                <a:schemeClr val="tx1"/>
              </a:solidFill>
            </a:rPr>
            <a:t>The origin of the message or data, which can be analog (voice, video) or digital (text, binary data).</a:t>
          </a:r>
          <a:endParaRPr lang="en-US" sz="1800" kern="1200" dirty="0">
            <a:solidFill>
              <a:schemeClr val="tx1"/>
            </a:solidFill>
          </a:endParaRPr>
        </a:p>
      </dsp:txBody>
      <dsp:txXfrm>
        <a:off x="43904" y="2296749"/>
        <a:ext cx="1827363" cy="1737384"/>
      </dsp:txXfrm>
    </dsp:sp>
    <dsp:sp modelId="{FB006D98-5F50-4383-B11D-FF190916ECFC}">
      <dsp:nvSpPr>
        <dsp:cNvPr id="0" name=""/>
        <dsp:cNvSpPr/>
      </dsp:nvSpPr>
      <dsp:spPr>
        <a:xfrm>
          <a:off x="2168926" y="3574"/>
          <a:ext cx="639577" cy="63957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8D027F-5E1A-403B-BFDB-467E3AD7572A}">
      <dsp:nvSpPr>
        <dsp:cNvPr id="0" name=""/>
        <dsp:cNvSpPr/>
      </dsp:nvSpPr>
      <dsp:spPr>
        <a:xfrm>
          <a:off x="2168926" y="830928"/>
          <a:ext cx="1827363" cy="1714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b="1" i="0" kern="1200" dirty="0">
              <a:solidFill>
                <a:schemeClr val="tx1"/>
              </a:solidFill>
            </a:rPr>
            <a:t>Transmitter</a:t>
          </a:r>
          <a:r>
            <a:rPr lang="en-US" sz="2000" b="0" i="0" kern="1200" dirty="0">
              <a:solidFill>
                <a:schemeClr val="tx1"/>
              </a:solidFill>
            </a:rPr>
            <a:t>:</a:t>
          </a:r>
          <a:endParaRPr lang="en-US" sz="2000" kern="1200" dirty="0">
            <a:solidFill>
              <a:schemeClr val="tx1"/>
            </a:solidFill>
          </a:endParaRPr>
        </a:p>
      </dsp:txBody>
      <dsp:txXfrm>
        <a:off x="2168926" y="830928"/>
        <a:ext cx="1827363" cy="1714827"/>
      </dsp:txXfrm>
    </dsp:sp>
    <dsp:sp modelId="{7355BDA2-69D5-4039-9876-6905CA3CDA37}">
      <dsp:nvSpPr>
        <dsp:cNvPr id="0" name=""/>
        <dsp:cNvSpPr/>
      </dsp:nvSpPr>
      <dsp:spPr>
        <a:xfrm>
          <a:off x="2149099" y="1890175"/>
          <a:ext cx="1847464" cy="26993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1" i="0" kern="1200" dirty="0">
              <a:solidFill>
                <a:schemeClr val="tx1"/>
              </a:solidFill>
            </a:rPr>
            <a:t>Modulation</a:t>
          </a:r>
          <a:r>
            <a:rPr lang="en-US" sz="1600" b="0" i="0" kern="1200" dirty="0">
              <a:solidFill>
                <a:schemeClr val="tx1"/>
              </a:solidFill>
            </a:rPr>
            <a:t>: Converts the message signal into a form suitable for transmission. This includes converting the message to an electrical signal and modulating it to fit the transmission medium.</a:t>
          </a:r>
          <a:endParaRPr lang="en-US" sz="1600" kern="1200" dirty="0">
            <a:solidFill>
              <a:schemeClr val="tx1"/>
            </a:solidFill>
          </a:endParaRPr>
        </a:p>
      </dsp:txBody>
      <dsp:txXfrm>
        <a:off x="2149099" y="1890175"/>
        <a:ext cx="1847464" cy="2699323"/>
      </dsp:txXfrm>
    </dsp:sp>
    <dsp:sp modelId="{0DD3392B-457C-404C-A25D-A36FE712B5A6}">
      <dsp:nvSpPr>
        <dsp:cNvPr id="0" name=""/>
        <dsp:cNvSpPr/>
      </dsp:nvSpPr>
      <dsp:spPr>
        <a:xfrm>
          <a:off x="4547221" y="39997"/>
          <a:ext cx="639577" cy="63957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F4E290-A971-4DFE-8C63-56DDC5899581}">
      <dsp:nvSpPr>
        <dsp:cNvPr id="0" name=""/>
        <dsp:cNvSpPr/>
      </dsp:nvSpPr>
      <dsp:spPr>
        <a:xfrm>
          <a:off x="4169962" y="741911"/>
          <a:ext cx="2269548" cy="1714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US" sz="1800" b="1" i="0" kern="1200" dirty="0">
              <a:solidFill>
                <a:schemeClr val="tx1"/>
              </a:solidFill>
            </a:rPr>
            <a:t>Transmission Medium (Channel)</a:t>
          </a:r>
          <a:r>
            <a:rPr lang="en-US" sz="1800" b="0" i="0" kern="1200" dirty="0">
              <a:solidFill>
                <a:schemeClr val="tx1"/>
              </a:solidFill>
            </a:rPr>
            <a:t>:</a:t>
          </a:r>
          <a:endParaRPr lang="en-US" sz="1800" kern="1200" dirty="0">
            <a:solidFill>
              <a:schemeClr val="tx1"/>
            </a:solidFill>
          </a:endParaRPr>
        </a:p>
      </dsp:txBody>
      <dsp:txXfrm>
        <a:off x="4169962" y="741911"/>
        <a:ext cx="2269548" cy="1714827"/>
      </dsp:txXfrm>
    </dsp:sp>
    <dsp:sp modelId="{17C49CBF-2E41-4768-8FF5-D9F4CC2AD3F0}">
      <dsp:nvSpPr>
        <dsp:cNvPr id="0" name=""/>
        <dsp:cNvSpPr/>
      </dsp:nvSpPr>
      <dsp:spPr>
        <a:xfrm>
          <a:off x="4484926" y="1976441"/>
          <a:ext cx="1934994" cy="25536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1" i="0" kern="1200" dirty="0">
              <a:solidFill>
                <a:schemeClr val="tx1"/>
              </a:solidFill>
            </a:rPr>
            <a:t>Wired</a:t>
          </a:r>
          <a:r>
            <a:rPr lang="en-US" sz="1600" b="0" i="0" kern="1200" dirty="0">
              <a:solidFill>
                <a:schemeClr val="tx1"/>
              </a:solidFill>
            </a:rPr>
            <a:t>: Copper cables, fiber optics, and other physical mediums.</a:t>
          </a:r>
          <a:endParaRPr lang="en-US" sz="1600" kern="1200" dirty="0">
            <a:solidFill>
              <a:schemeClr val="tx1"/>
            </a:solidFill>
          </a:endParaRPr>
        </a:p>
        <a:p>
          <a:pPr marL="0" lvl="0" indent="0" algn="l" defTabSz="711200">
            <a:lnSpc>
              <a:spcPct val="100000"/>
            </a:lnSpc>
            <a:spcBef>
              <a:spcPct val="0"/>
            </a:spcBef>
            <a:spcAft>
              <a:spcPct val="35000"/>
            </a:spcAft>
            <a:buNone/>
          </a:pPr>
          <a:r>
            <a:rPr lang="en-US" sz="1600" b="1" i="0" kern="1200" dirty="0">
              <a:solidFill>
                <a:schemeClr val="tx1"/>
              </a:solidFill>
            </a:rPr>
            <a:t>Wireless</a:t>
          </a:r>
          <a:r>
            <a:rPr lang="en-US" sz="1600" b="0" i="0" kern="1200" dirty="0">
              <a:solidFill>
                <a:schemeClr val="tx1"/>
              </a:solidFill>
            </a:rPr>
            <a:t>: Radio waves, microwaves, infrared, and other non-physical mediums.</a:t>
          </a:r>
          <a:endParaRPr lang="en-US" sz="1600" kern="1200" dirty="0">
            <a:solidFill>
              <a:schemeClr val="tx1"/>
            </a:solidFill>
          </a:endParaRPr>
        </a:p>
      </dsp:txBody>
      <dsp:txXfrm>
        <a:off x="4484926" y="1976441"/>
        <a:ext cx="1934994" cy="2553631"/>
      </dsp:txXfrm>
    </dsp:sp>
    <dsp:sp modelId="{B1B6EBB2-4FE8-4746-9358-C1ADD1F224D6}">
      <dsp:nvSpPr>
        <dsp:cNvPr id="0" name=""/>
        <dsp:cNvSpPr/>
      </dsp:nvSpPr>
      <dsp:spPr>
        <a:xfrm>
          <a:off x="6996692" y="100377"/>
          <a:ext cx="639577" cy="63957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850475-F84F-4297-8D3D-D4AFE666096B}">
      <dsp:nvSpPr>
        <dsp:cNvPr id="0" name=""/>
        <dsp:cNvSpPr/>
      </dsp:nvSpPr>
      <dsp:spPr>
        <a:xfrm>
          <a:off x="6996692" y="927731"/>
          <a:ext cx="1827363" cy="1714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b="1" i="0" kern="1200">
              <a:solidFill>
                <a:schemeClr val="tx1"/>
              </a:solidFill>
            </a:rPr>
            <a:t>Receiver</a:t>
          </a:r>
          <a:r>
            <a:rPr lang="en-US" sz="2000" b="0" i="0" kern="1200">
              <a:solidFill>
                <a:schemeClr val="tx1"/>
              </a:solidFill>
            </a:rPr>
            <a:t>:</a:t>
          </a:r>
          <a:endParaRPr lang="en-US" sz="2000" kern="1200">
            <a:solidFill>
              <a:schemeClr val="tx1"/>
            </a:solidFill>
          </a:endParaRPr>
        </a:p>
      </dsp:txBody>
      <dsp:txXfrm>
        <a:off x="6996692" y="927731"/>
        <a:ext cx="1827363" cy="1714827"/>
      </dsp:txXfrm>
    </dsp:sp>
    <dsp:sp modelId="{CE6462AE-FFE0-4E5D-83D3-AD4FB6356D37}">
      <dsp:nvSpPr>
        <dsp:cNvPr id="0" name=""/>
        <dsp:cNvSpPr/>
      </dsp:nvSpPr>
      <dsp:spPr>
        <a:xfrm>
          <a:off x="6882811" y="2005476"/>
          <a:ext cx="1989815" cy="2312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1" i="0" kern="1200" dirty="0">
              <a:solidFill>
                <a:schemeClr val="tx1"/>
              </a:solidFill>
            </a:rPr>
            <a:t>Demodulation</a:t>
          </a:r>
          <a:r>
            <a:rPr lang="en-US" sz="1600" b="0" i="0" kern="1200" dirty="0">
              <a:solidFill>
                <a:schemeClr val="tx1"/>
              </a:solidFill>
            </a:rPr>
            <a:t>: Extracts the original message signal from the received modulated signal to retrieve the original data.</a:t>
          </a:r>
          <a:endParaRPr lang="en-US" sz="1600" kern="1200" dirty="0">
            <a:solidFill>
              <a:schemeClr val="tx1"/>
            </a:solidFill>
          </a:endParaRPr>
        </a:p>
      </dsp:txBody>
      <dsp:txXfrm>
        <a:off x="6882811" y="2005476"/>
        <a:ext cx="1989815" cy="2312111"/>
      </dsp:txXfrm>
    </dsp:sp>
    <dsp:sp modelId="{099EC59B-6887-4311-9951-88A7874F3B82}">
      <dsp:nvSpPr>
        <dsp:cNvPr id="0" name=""/>
        <dsp:cNvSpPr/>
      </dsp:nvSpPr>
      <dsp:spPr>
        <a:xfrm>
          <a:off x="9225070" y="244058"/>
          <a:ext cx="639577" cy="63957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3A0479-8703-4AB2-B43D-065C23AAC35E}">
      <dsp:nvSpPr>
        <dsp:cNvPr id="0" name=""/>
        <dsp:cNvSpPr/>
      </dsp:nvSpPr>
      <dsp:spPr>
        <a:xfrm>
          <a:off x="9225070" y="1071412"/>
          <a:ext cx="1827363" cy="1714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b="1" i="0" kern="1200">
              <a:solidFill>
                <a:schemeClr val="tx1"/>
              </a:solidFill>
            </a:rPr>
            <a:t>Destination</a:t>
          </a:r>
          <a:r>
            <a:rPr lang="en-US" sz="2000" b="0" i="0" kern="1200">
              <a:solidFill>
                <a:schemeClr val="tx1"/>
              </a:solidFill>
            </a:rPr>
            <a:t>:</a:t>
          </a:r>
          <a:endParaRPr lang="en-US" sz="2000" kern="1200">
            <a:solidFill>
              <a:schemeClr val="tx1"/>
            </a:solidFill>
          </a:endParaRPr>
        </a:p>
      </dsp:txBody>
      <dsp:txXfrm>
        <a:off x="9225070" y="1071412"/>
        <a:ext cx="1827363" cy="1714827"/>
      </dsp:txXfrm>
    </dsp:sp>
    <dsp:sp modelId="{391BC88C-8631-41BA-9D49-FF8A5AD435C6}">
      <dsp:nvSpPr>
        <dsp:cNvPr id="0" name=""/>
        <dsp:cNvSpPr/>
      </dsp:nvSpPr>
      <dsp:spPr>
        <a:xfrm>
          <a:off x="9236794" y="2253714"/>
          <a:ext cx="1827363" cy="1737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100000"/>
            </a:lnSpc>
            <a:spcBef>
              <a:spcPct val="0"/>
            </a:spcBef>
            <a:spcAft>
              <a:spcPct val="35000"/>
            </a:spcAft>
            <a:buNone/>
          </a:pPr>
          <a:r>
            <a:rPr lang="en-US" sz="1600" b="1" i="0" kern="1200" dirty="0">
              <a:solidFill>
                <a:schemeClr val="tx1"/>
              </a:solidFill>
            </a:rPr>
            <a:t>End User Device</a:t>
          </a:r>
          <a:r>
            <a:rPr lang="en-US" sz="1600" b="0" i="0" kern="1200" dirty="0">
              <a:solidFill>
                <a:schemeClr val="tx1"/>
              </a:solidFill>
            </a:rPr>
            <a:t>: The destination where the message or data is intended to be received, such as a computer, mobile phone, television, etc.</a:t>
          </a:r>
          <a:endParaRPr lang="en-US" sz="1600" kern="1200" dirty="0">
            <a:solidFill>
              <a:schemeClr val="tx1"/>
            </a:solidFill>
          </a:endParaRPr>
        </a:p>
      </dsp:txBody>
      <dsp:txXfrm>
        <a:off x="9236794" y="2253714"/>
        <a:ext cx="1827363" cy="173738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849523-DA52-44E2-96D6-EF1A696B9B53}">
      <dsp:nvSpPr>
        <dsp:cNvPr id="0" name=""/>
        <dsp:cNvSpPr/>
      </dsp:nvSpPr>
      <dsp:spPr>
        <a:xfrm>
          <a:off x="0" y="4111"/>
          <a:ext cx="10678886" cy="875792"/>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B4D10E-C09A-425A-846E-F19FEFBD406D}">
      <dsp:nvSpPr>
        <dsp:cNvPr id="0" name=""/>
        <dsp:cNvSpPr/>
      </dsp:nvSpPr>
      <dsp:spPr>
        <a:xfrm>
          <a:off x="264927" y="201165"/>
          <a:ext cx="481685" cy="4816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B7EEDE-A877-4725-996B-390148832B83}">
      <dsp:nvSpPr>
        <dsp:cNvPr id="0" name=""/>
        <dsp:cNvSpPr/>
      </dsp:nvSpPr>
      <dsp:spPr>
        <a:xfrm>
          <a:off x="1011540" y="4111"/>
          <a:ext cx="9667345" cy="8757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688" tIns="92688" rIns="92688" bIns="92688" numCol="1" spcCol="1270" anchor="ctr" anchorCtr="0">
          <a:noAutofit/>
        </a:bodyPr>
        <a:lstStyle/>
        <a:p>
          <a:pPr marL="0" lvl="0" indent="0" algn="l" defTabSz="844550">
            <a:lnSpc>
              <a:spcPct val="100000"/>
            </a:lnSpc>
            <a:spcBef>
              <a:spcPct val="0"/>
            </a:spcBef>
            <a:spcAft>
              <a:spcPct val="35000"/>
            </a:spcAft>
            <a:buNone/>
          </a:pPr>
          <a:r>
            <a:rPr lang="en-US" sz="1900" b="1" i="0" kern="1200"/>
            <a:t>Source</a:t>
          </a:r>
          <a:r>
            <a:rPr lang="en-US" sz="1900" b="0" i="0" kern="1200"/>
            <a:t>: A microphone converts sound (analog signal) into an electrical signal.</a:t>
          </a:r>
          <a:endParaRPr lang="en-US" sz="1900" kern="1200"/>
        </a:p>
      </dsp:txBody>
      <dsp:txXfrm>
        <a:off x="1011540" y="4111"/>
        <a:ext cx="9667345" cy="875792"/>
      </dsp:txXfrm>
    </dsp:sp>
    <dsp:sp modelId="{BEDDECC8-76ED-4C5F-9D84-09D2B0FA1AED}">
      <dsp:nvSpPr>
        <dsp:cNvPr id="0" name=""/>
        <dsp:cNvSpPr/>
      </dsp:nvSpPr>
      <dsp:spPr>
        <a:xfrm>
          <a:off x="0" y="1098852"/>
          <a:ext cx="10678886" cy="875792"/>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63C5EF-3744-485D-A7F4-6F9593A92949}">
      <dsp:nvSpPr>
        <dsp:cNvPr id="0" name=""/>
        <dsp:cNvSpPr/>
      </dsp:nvSpPr>
      <dsp:spPr>
        <a:xfrm>
          <a:off x="264927" y="1295905"/>
          <a:ext cx="481685" cy="4816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B7D226-A150-47D8-BD49-CE8F6A46AAC5}">
      <dsp:nvSpPr>
        <dsp:cNvPr id="0" name=""/>
        <dsp:cNvSpPr/>
      </dsp:nvSpPr>
      <dsp:spPr>
        <a:xfrm>
          <a:off x="1011540" y="1098852"/>
          <a:ext cx="9667345" cy="8757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688" tIns="92688" rIns="92688" bIns="92688" numCol="1" spcCol="1270" anchor="ctr" anchorCtr="0">
          <a:noAutofit/>
        </a:bodyPr>
        <a:lstStyle/>
        <a:p>
          <a:pPr marL="0" lvl="0" indent="0" algn="l" defTabSz="844550">
            <a:lnSpc>
              <a:spcPct val="100000"/>
            </a:lnSpc>
            <a:spcBef>
              <a:spcPct val="0"/>
            </a:spcBef>
            <a:spcAft>
              <a:spcPct val="35000"/>
            </a:spcAft>
            <a:buNone/>
          </a:pPr>
          <a:r>
            <a:rPr lang="en-US" sz="1900" b="1" i="0" kern="1200" dirty="0"/>
            <a:t>Transmitter</a:t>
          </a:r>
          <a:r>
            <a:rPr lang="en-US" sz="1900" b="0" i="0" kern="1200" dirty="0"/>
            <a:t>: The transmitting antenna sends the electrical signal which is modulated onto a carrier frequency.</a:t>
          </a:r>
          <a:endParaRPr lang="en-US" sz="1900" kern="1200" dirty="0"/>
        </a:p>
      </dsp:txBody>
      <dsp:txXfrm>
        <a:off x="1011540" y="1098852"/>
        <a:ext cx="9667345" cy="875792"/>
      </dsp:txXfrm>
    </dsp:sp>
    <dsp:sp modelId="{ED03AF33-64FC-4C37-9882-EE25490742B3}">
      <dsp:nvSpPr>
        <dsp:cNvPr id="0" name=""/>
        <dsp:cNvSpPr/>
      </dsp:nvSpPr>
      <dsp:spPr>
        <a:xfrm>
          <a:off x="0" y="2193593"/>
          <a:ext cx="10678886" cy="875792"/>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433C2A-990B-498C-B03C-5C32B16A3EA9}">
      <dsp:nvSpPr>
        <dsp:cNvPr id="0" name=""/>
        <dsp:cNvSpPr/>
      </dsp:nvSpPr>
      <dsp:spPr>
        <a:xfrm>
          <a:off x="264927" y="2390646"/>
          <a:ext cx="481685" cy="48168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5F06A4-3062-4865-9B0F-86C14E23D1A8}">
      <dsp:nvSpPr>
        <dsp:cNvPr id="0" name=""/>
        <dsp:cNvSpPr/>
      </dsp:nvSpPr>
      <dsp:spPr>
        <a:xfrm>
          <a:off x="1011540" y="2193593"/>
          <a:ext cx="9667345" cy="8757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688" tIns="92688" rIns="92688" bIns="92688" numCol="1" spcCol="1270" anchor="ctr" anchorCtr="0">
          <a:noAutofit/>
        </a:bodyPr>
        <a:lstStyle/>
        <a:p>
          <a:pPr marL="0" lvl="0" indent="0" algn="l" defTabSz="844550">
            <a:lnSpc>
              <a:spcPct val="100000"/>
            </a:lnSpc>
            <a:spcBef>
              <a:spcPct val="0"/>
            </a:spcBef>
            <a:spcAft>
              <a:spcPct val="35000"/>
            </a:spcAft>
            <a:buNone/>
          </a:pPr>
          <a:r>
            <a:rPr lang="en-US" sz="1900" b="1" i="0" kern="1200" dirty="0"/>
            <a:t>Transmission Medium</a:t>
          </a:r>
          <a:r>
            <a:rPr lang="en-US" sz="1900" b="0" i="0" kern="1200" dirty="0"/>
            <a:t>: The modulated signal is transmitted through the air as radio waves.</a:t>
          </a:r>
          <a:endParaRPr lang="en-US" sz="1900" kern="1200" dirty="0"/>
        </a:p>
      </dsp:txBody>
      <dsp:txXfrm>
        <a:off x="1011540" y="2193593"/>
        <a:ext cx="9667345" cy="875792"/>
      </dsp:txXfrm>
    </dsp:sp>
    <dsp:sp modelId="{CB520422-18C2-4207-9BA3-4BE985D7837F}">
      <dsp:nvSpPr>
        <dsp:cNvPr id="0" name=""/>
        <dsp:cNvSpPr/>
      </dsp:nvSpPr>
      <dsp:spPr>
        <a:xfrm>
          <a:off x="0" y="3288333"/>
          <a:ext cx="10678886" cy="875792"/>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7B058F-D067-4356-BFD1-EE8B8DBDC3B6}">
      <dsp:nvSpPr>
        <dsp:cNvPr id="0" name=""/>
        <dsp:cNvSpPr/>
      </dsp:nvSpPr>
      <dsp:spPr>
        <a:xfrm>
          <a:off x="264927" y="3485387"/>
          <a:ext cx="481685" cy="48168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E262FD-4878-4F36-A875-4AB9BDC9E6CB}">
      <dsp:nvSpPr>
        <dsp:cNvPr id="0" name=""/>
        <dsp:cNvSpPr/>
      </dsp:nvSpPr>
      <dsp:spPr>
        <a:xfrm>
          <a:off x="1011540" y="3288333"/>
          <a:ext cx="9667345" cy="8757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688" tIns="92688" rIns="92688" bIns="92688" numCol="1" spcCol="1270" anchor="ctr" anchorCtr="0">
          <a:noAutofit/>
        </a:bodyPr>
        <a:lstStyle/>
        <a:p>
          <a:pPr marL="0" lvl="0" indent="0" algn="l" defTabSz="844550">
            <a:lnSpc>
              <a:spcPct val="100000"/>
            </a:lnSpc>
            <a:spcBef>
              <a:spcPct val="0"/>
            </a:spcBef>
            <a:spcAft>
              <a:spcPct val="35000"/>
            </a:spcAft>
            <a:buNone/>
          </a:pPr>
          <a:r>
            <a:rPr lang="en-US" sz="1900" b="1" i="0" kern="1200"/>
            <a:t>Receiver</a:t>
          </a:r>
          <a:r>
            <a:rPr lang="en-US" sz="1900" b="0" i="0" kern="1200"/>
            <a:t>: An antenna receives the radio waves, and the receiver demodulates the signal to retrieve the original audio.</a:t>
          </a:r>
          <a:endParaRPr lang="en-US" sz="1900" kern="1200"/>
        </a:p>
      </dsp:txBody>
      <dsp:txXfrm>
        <a:off x="1011540" y="3288333"/>
        <a:ext cx="9667345" cy="875792"/>
      </dsp:txXfrm>
    </dsp:sp>
    <dsp:sp modelId="{842E7868-05B1-4018-9B26-2B46DBDD06C4}">
      <dsp:nvSpPr>
        <dsp:cNvPr id="0" name=""/>
        <dsp:cNvSpPr/>
      </dsp:nvSpPr>
      <dsp:spPr>
        <a:xfrm>
          <a:off x="0" y="4383074"/>
          <a:ext cx="10678886" cy="875792"/>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DE2E2C-9FBD-4C64-815B-F4AF08080870}">
      <dsp:nvSpPr>
        <dsp:cNvPr id="0" name=""/>
        <dsp:cNvSpPr/>
      </dsp:nvSpPr>
      <dsp:spPr>
        <a:xfrm>
          <a:off x="264927" y="4580128"/>
          <a:ext cx="481685" cy="48168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762E20-8ECF-4A97-8884-B1431A1158AA}">
      <dsp:nvSpPr>
        <dsp:cNvPr id="0" name=""/>
        <dsp:cNvSpPr/>
      </dsp:nvSpPr>
      <dsp:spPr>
        <a:xfrm>
          <a:off x="1011540" y="4383074"/>
          <a:ext cx="9667345" cy="8757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688" tIns="92688" rIns="92688" bIns="92688" numCol="1" spcCol="1270" anchor="ctr" anchorCtr="0">
          <a:noAutofit/>
        </a:bodyPr>
        <a:lstStyle/>
        <a:p>
          <a:pPr marL="0" lvl="0" indent="0" algn="l" defTabSz="844550">
            <a:lnSpc>
              <a:spcPct val="100000"/>
            </a:lnSpc>
            <a:spcBef>
              <a:spcPct val="0"/>
            </a:spcBef>
            <a:spcAft>
              <a:spcPct val="35000"/>
            </a:spcAft>
            <a:buNone/>
          </a:pPr>
          <a:r>
            <a:rPr lang="en-US" sz="1900" b="1" i="0" kern="1200"/>
            <a:t>Destination</a:t>
          </a:r>
          <a:r>
            <a:rPr lang="en-US" sz="1900" b="0" i="0" kern="1200"/>
            <a:t>: The demodulated electrical signal is converted back to sound by a speaker.</a:t>
          </a:r>
          <a:endParaRPr lang="en-US" sz="1900" kern="1200"/>
        </a:p>
      </dsp:txBody>
      <dsp:txXfrm>
        <a:off x="1011540" y="4383074"/>
        <a:ext cx="9667345" cy="87579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4D6D89-DCD3-45DC-9C96-2CE9272AECEF}">
      <dsp:nvSpPr>
        <dsp:cNvPr id="0" name=""/>
        <dsp:cNvSpPr/>
      </dsp:nvSpPr>
      <dsp:spPr>
        <a:xfrm>
          <a:off x="0" y="208994"/>
          <a:ext cx="11330607" cy="121680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US" sz="2000" b="0" i="0" kern="1200" dirty="0"/>
            <a:t>Modulation is defined as the process of superimposing a low-frequency signal on a high-frequency carrier signal</a:t>
          </a:r>
          <a:r>
            <a:rPr lang="en-US" sz="2000" b="0" i="0" kern="1200"/>
            <a:t>. The process of varying the RF carrier wave (high frequency signal) in accordance with the information in a low-frequency signal.</a:t>
          </a:r>
          <a:endParaRPr lang="en-IN" sz="2000" b="0" kern="1200" dirty="0"/>
        </a:p>
      </dsp:txBody>
      <dsp:txXfrm>
        <a:off x="59399" y="268393"/>
        <a:ext cx="11211809" cy="1098002"/>
      </dsp:txXfrm>
    </dsp:sp>
    <dsp:sp modelId="{179581AA-A4A6-4715-B138-B0AC610F0194}">
      <dsp:nvSpPr>
        <dsp:cNvPr id="0" name=""/>
        <dsp:cNvSpPr/>
      </dsp:nvSpPr>
      <dsp:spPr>
        <a:xfrm>
          <a:off x="0" y="1612995"/>
          <a:ext cx="11330607" cy="1216800"/>
        </a:xfrm>
        <a:prstGeom prst="roundRect">
          <a:avLst/>
        </a:prstGeom>
        <a:gradFill rotWithShape="0">
          <a:gsLst>
            <a:gs pos="0">
              <a:schemeClr val="accent2">
                <a:hueOff val="-727682"/>
                <a:satOff val="-41964"/>
                <a:lumOff val="4314"/>
                <a:alphaOff val="0"/>
                <a:lumMod val="110000"/>
                <a:satMod val="105000"/>
                <a:tint val="67000"/>
              </a:schemeClr>
            </a:gs>
            <a:gs pos="50000">
              <a:schemeClr val="accent2">
                <a:hueOff val="-727682"/>
                <a:satOff val="-41964"/>
                <a:lumOff val="4314"/>
                <a:alphaOff val="0"/>
                <a:lumMod val="105000"/>
                <a:satMod val="103000"/>
                <a:tint val="73000"/>
              </a:schemeClr>
            </a:gs>
            <a:gs pos="100000">
              <a:schemeClr val="accent2">
                <a:hueOff val="-727682"/>
                <a:satOff val="-41964"/>
                <a:lumOff val="431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US" sz="2000" b="0" kern="1200" dirty="0"/>
            <a:t>Modulation is the process of encoding information in a transmitted signal, while demodulation is the process of extracting information from the transmitted signal.</a:t>
          </a:r>
          <a:endParaRPr lang="en-IN" sz="2000" b="0" kern="1200" dirty="0"/>
        </a:p>
      </dsp:txBody>
      <dsp:txXfrm>
        <a:off x="59399" y="1672394"/>
        <a:ext cx="11211809" cy="1098002"/>
      </dsp:txXfrm>
    </dsp:sp>
    <dsp:sp modelId="{A928AC09-C4D3-43C6-8B83-258968A746D8}">
      <dsp:nvSpPr>
        <dsp:cNvPr id="0" name=""/>
        <dsp:cNvSpPr/>
      </dsp:nvSpPr>
      <dsp:spPr>
        <a:xfrm>
          <a:off x="0" y="3016995"/>
          <a:ext cx="11330607" cy="1216800"/>
        </a:xfrm>
        <a:prstGeom prst="roundRect">
          <a:avLst/>
        </a:prstGeom>
        <a:gradFill rotWithShape="0">
          <a:gsLst>
            <a:gs pos="0">
              <a:schemeClr val="accent2">
                <a:hueOff val="-1455363"/>
                <a:satOff val="-83928"/>
                <a:lumOff val="8628"/>
                <a:alphaOff val="0"/>
                <a:lumMod val="110000"/>
                <a:satMod val="105000"/>
                <a:tint val="67000"/>
              </a:schemeClr>
            </a:gs>
            <a:gs pos="50000">
              <a:schemeClr val="accent2">
                <a:hueOff val="-1455363"/>
                <a:satOff val="-83928"/>
                <a:lumOff val="8628"/>
                <a:alphaOff val="0"/>
                <a:lumMod val="105000"/>
                <a:satMod val="103000"/>
                <a:tint val="73000"/>
              </a:schemeClr>
            </a:gs>
            <a:gs pos="100000">
              <a:schemeClr val="accent2">
                <a:hueOff val="-1455363"/>
                <a:satOff val="-83928"/>
                <a:lumOff val="862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US" sz="2000" b="0" kern="1200" dirty="0"/>
            <a:t>A device that performs both modulation and demodulation is called a modem -- a name created by combining the first letters of Modulator and Demodulator.</a:t>
          </a:r>
          <a:endParaRPr lang="en-IN" sz="2000" b="0" kern="1200" dirty="0"/>
        </a:p>
      </dsp:txBody>
      <dsp:txXfrm>
        <a:off x="59399" y="3076394"/>
        <a:ext cx="11211809" cy="109800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E892D3-8E5A-457C-8926-3E3D431D5CE2}">
      <dsp:nvSpPr>
        <dsp:cNvPr id="0" name=""/>
        <dsp:cNvSpPr/>
      </dsp:nvSpPr>
      <dsp:spPr>
        <a:xfrm>
          <a:off x="0" y="59"/>
          <a:ext cx="10595295" cy="920635"/>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b="1" kern="1200" dirty="0"/>
            <a:t>1G (First Generation):</a:t>
          </a:r>
          <a:r>
            <a:rPr lang="en-IN" sz="1800" kern="1200" dirty="0"/>
            <a:t> Analog voice communication. Basic mobile telephony with limited coverage and capacity.</a:t>
          </a:r>
        </a:p>
      </dsp:txBody>
      <dsp:txXfrm>
        <a:off x="44942" y="45001"/>
        <a:ext cx="10505411" cy="830751"/>
      </dsp:txXfrm>
    </dsp:sp>
    <dsp:sp modelId="{D04C6AE2-E47B-4C29-AF8B-15C532BD80E7}">
      <dsp:nvSpPr>
        <dsp:cNvPr id="0" name=""/>
        <dsp:cNvSpPr/>
      </dsp:nvSpPr>
      <dsp:spPr>
        <a:xfrm>
          <a:off x="0" y="933842"/>
          <a:ext cx="10595295" cy="920635"/>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b="1" kern="1200" dirty="0"/>
            <a:t>2G (Second Generation):</a:t>
          </a:r>
          <a:r>
            <a:rPr lang="en-IN" sz="1800" kern="1200" dirty="0"/>
            <a:t> Digital voice communication. Introduced SMS, MMS, and improved voice quality</a:t>
          </a:r>
        </a:p>
      </dsp:txBody>
      <dsp:txXfrm>
        <a:off x="44942" y="978784"/>
        <a:ext cx="10505411" cy="830751"/>
      </dsp:txXfrm>
    </dsp:sp>
    <dsp:sp modelId="{A692DA84-FCCD-4A20-82F2-4B63A7C62E7A}">
      <dsp:nvSpPr>
        <dsp:cNvPr id="0" name=""/>
        <dsp:cNvSpPr/>
      </dsp:nvSpPr>
      <dsp:spPr>
        <a:xfrm>
          <a:off x="0" y="1867626"/>
          <a:ext cx="10595295" cy="920635"/>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b="1" kern="1200" dirty="0"/>
            <a:t>3G (Third Generation):</a:t>
          </a:r>
          <a:r>
            <a:rPr lang="en-IN" sz="1800" kern="1200" dirty="0"/>
            <a:t> Enabled mobile data services such as internet browsing and video calling. Higher data speeds.</a:t>
          </a:r>
        </a:p>
      </dsp:txBody>
      <dsp:txXfrm>
        <a:off x="44942" y="1912568"/>
        <a:ext cx="10505411" cy="830751"/>
      </dsp:txXfrm>
    </dsp:sp>
    <dsp:sp modelId="{F79DA50B-19A8-4AAB-B4DF-E9759BB99257}">
      <dsp:nvSpPr>
        <dsp:cNvPr id="0" name=""/>
        <dsp:cNvSpPr/>
      </dsp:nvSpPr>
      <dsp:spPr>
        <a:xfrm>
          <a:off x="0" y="2801410"/>
          <a:ext cx="10595295" cy="920635"/>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b="1" kern="1200" dirty="0"/>
            <a:t>4G (Fourth Generation):</a:t>
          </a:r>
          <a:r>
            <a:rPr lang="en-IN" sz="1800" kern="1200" dirty="0"/>
            <a:t> Focus on high-speed data for mobile broadband. Enhanced multimedia, streaming services.</a:t>
          </a:r>
        </a:p>
      </dsp:txBody>
      <dsp:txXfrm>
        <a:off x="44942" y="2846352"/>
        <a:ext cx="10505411" cy="830751"/>
      </dsp:txXfrm>
    </dsp:sp>
    <dsp:sp modelId="{FB43F65D-0025-439C-A542-8A00C0104235}">
      <dsp:nvSpPr>
        <dsp:cNvPr id="0" name=""/>
        <dsp:cNvSpPr/>
      </dsp:nvSpPr>
      <dsp:spPr>
        <a:xfrm>
          <a:off x="0" y="3735194"/>
          <a:ext cx="10595295" cy="920635"/>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b="1" kern="1200" dirty="0"/>
            <a:t>5G (Fifth Generation):</a:t>
          </a:r>
          <a:r>
            <a:rPr lang="en-IN" sz="1800" kern="1200" dirty="0"/>
            <a:t> Offers ultra-fast data speeds, low latency, and support for massive IoT (Internet of things) connectivity. Enables new applications such as autonomous vehicles, virtual/augmented reality, and smart cities.</a:t>
          </a:r>
        </a:p>
      </dsp:txBody>
      <dsp:txXfrm>
        <a:off x="44942" y="3780136"/>
        <a:ext cx="10505411" cy="830751"/>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ADB44-F671-4FC4-A64A-A60FC9AEE78B}" type="datetimeFigureOut">
              <a:rPr lang="en-IN" smtClean="0"/>
              <a:t>11-12-2025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C16F1F-D6B8-4394-AF63-A64CD66D39D5}" type="slidenum">
              <a:rPr lang="en-IN" smtClean="0"/>
              <a:t>‹#›</a:t>
            </a:fld>
            <a:endParaRPr lang="en-IN"/>
          </a:p>
        </p:txBody>
      </p:sp>
    </p:spTree>
    <p:extLst>
      <p:ext uri="{BB962C8B-B14F-4D97-AF65-F5344CB8AC3E}">
        <p14:creationId xmlns:p14="http://schemas.microsoft.com/office/powerpoint/2010/main" val="38527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C16F1F-D6B8-4394-AF63-A64CD66D39D5}" type="slidenum">
              <a:rPr lang="en-IN" smtClean="0"/>
              <a:t>18</a:t>
            </a:fld>
            <a:endParaRPr lang="en-IN"/>
          </a:p>
        </p:txBody>
      </p:sp>
    </p:spTree>
    <p:extLst>
      <p:ext uri="{BB962C8B-B14F-4D97-AF65-F5344CB8AC3E}">
        <p14:creationId xmlns:p14="http://schemas.microsoft.com/office/powerpoint/2010/main" val="405798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4D06A-45EB-5C36-1FFC-D591071C15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DB62BA-3976-6FC6-63DB-876B9F14DC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E67C934-C0B6-732E-7E8D-F85271E70D00}"/>
              </a:ext>
            </a:extLst>
          </p:cNvPr>
          <p:cNvSpPr>
            <a:spLocks noGrp="1"/>
          </p:cNvSpPr>
          <p:nvPr>
            <p:ph type="dt" sz="half" idx="10"/>
          </p:nvPr>
        </p:nvSpPr>
        <p:spPr/>
        <p:txBody>
          <a:bodyPr/>
          <a:lstStyle/>
          <a:p>
            <a:fld id="{6158911B-6890-49F7-BE04-8759AA0BAE05}" type="datetimeFigureOut">
              <a:rPr lang="en-IN" smtClean="0"/>
              <a:t>11-12-2025</a:t>
            </a:fld>
            <a:endParaRPr lang="en-IN"/>
          </a:p>
        </p:txBody>
      </p:sp>
      <p:sp>
        <p:nvSpPr>
          <p:cNvPr id="5" name="Footer Placeholder 4">
            <a:extLst>
              <a:ext uri="{FF2B5EF4-FFF2-40B4-BE49-F238E27FC236}">
                <a16:creationId xmlns:a16="http://schemas.microsoft.com/office/drawing/2014/main" id="{BC1207A5-529D-104E-4AD9-683FED200C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3C9F46-B3C4-CA1E-00CA-078ADEA9F01E}"/>
              </a:ext>
            </a:extLst>
          </p:cNvPr>
          <p:cNvSpPr>
            <a:spLocks noGrp="1"/>
          </p:cNvSpPr>
          <p:nvPr>
            <p:ph type="sldNum" sz="quarter" idx="12"/>
          </p:nvPr>
        </p:nvSpPr>
        <p:spPr/>
        <p:txBody>
          <a:bodyPr/>
          <a:lstStyle/>
          <a:p>
            <a:fld id="{ED746907-177F-4423-A1CF-F51A5A0A48D8}" type="slidenum">
              <a:rPr lang="en-IN" smtClean="0"/>
              <a:t>‹#›</a:t>
            </a:fld>
            <a:endParaRPr lang="en-IN"/>
          </a:p>
        </p:txBody>
      </p:sp>
    </p:spTree>
    <p:extLst>
      <p:ext uri="{BB962C8B-B14F-4D97-AF65-F5344CB8AC3E}">
        <p14:creationId xmlns:p14="http://schemas.microsoft.com/office/powerpoint/2010/main" val="3600408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D8C06-2AFB-ECBC-18E8-262233E194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078FCC-8D6D-80DC-F062-AD30E38C05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E5146B-373E-F91F-2818-25936DCFF1C4}"/>
              </a:ext>
            </a:extLst>
          </p:cNvPr>
          <p:cNvSpPr>
            <a:spLocks noGrp="1"/>
          </p:cNvSpPr>
          <p:nvPr>
            <p:ph type="dt" sz="half" idx="10"/>
          </p:nvPr>
        </p:nvSpPr>
        <p:spPr/>
        <p:txBody>
          <a:bodyPr/>
          <a:lstStyle/>
          <a:p>
            <a:fld id="{6158911B-6890-49F7-BE04-8759AA0BAE05}" type="datetimeFigureOut">
              <a:rPr lang="en-IN" smtClean="0"/>
              <a:t>11-12-2025</a:t>
            </a:fld>
            <a:endParaRPr lang="en-IN"/>
          </a:p>
        </p:txBody>
      </p:sp>
      <p:sp>
        <p:nvSpPr>
          <p:cNvPr id="5" name="Footer Placeholder 4">
            <a:extLst>
              <a:ext uri="{FF2B5EF4-FFF2-40B4-BE49-F238E27FC236}">
                <a16:creationId xmlns:a16="http://schemas.microsoft.com/office/drawing/2014/main" id="{9D10502A-169B-AF6D-01C4-5C6F2D7BB5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9313BE-72A8-4BB7-BAF9-49B989F2D144}"/>
              </a:ext>
            </a:extLst>
          </p:cNvPr>
          <p:cNvSpPr>
            <a:spLocks noGrp="1"/>
          </p:cNvSpPr>
          <p:nvPr>
            <p:ph type="sldNum" sz="quarter" idx="12"/>
          </p:nvPr>
        </p:nvSpPr>
        <p:spPr/>
        <p:txBody>
          <a:bodyPr/>
          <a:lstStyle/>
          <a:p>
            <a:fld id="{ED746907-177F-4423-A1CF-F51A5A0A48D8}" type="slidenum">
              <a:rPr lang="en-IN" smtClean="0"/>
              <a:t>‹#›</a:t>
            </a:fld>
            <a:endParaRPr lang="en-IN"/>
          </a:p>
        </p:txBody>
      </p:sp>
    </p:spTree>
    <p:extLst>
      <p:ext uri="{BB962C8B-B14F-4D97-AF65-F5344CB8AC3E}">
        <p14:creationId xmlns:p14="http://schemas.microsoft.com/office/powerpoint/2010/main" val="3155300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A8F3F-C228-8B6D-F2FB-82855499B5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1F5FE58-CC2F-193E-4C15-C86527DB3C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471D8C-8D2B-BC10-C861-778A9B5B9905}"/>
              </a:ext>
            </a:extLst>
          </p:cNvPr>
          <p:cNvSpPr>
            <a:spLocks noGrp="1"/>
          </p:cNvSpPr>
          <p:nvPr>
            <p:ph type="dt" sz="half" idx="10"/>
          </p:nvPr>
        </p:nvSpPr>
        <p:spPr/>
        <p:txBody>
          <a:bodyPr/>
          <a:lstStyle/>
          <a:p>
            <a:fld id="{6158911B-6890-49F7-BE04-8759AA0BAE05}" type="datetimeFigureOut">
              <a:rPr lang="en-IN" smtClean="0"/>
              <a:t>11-12-2025</a:t>
            </a:fld>
            <a:endParaRPr lang="en-IN"/>
          </a:p>
        </p:txBody>
      </p:sp>
      <p:sp>
        <p:nvSpPr>
          <p:cNvPr id="5" name="Footer Placeholder 4">
            <a:extLst>
              <a:ext uri="{FF2B5EF4-FFF2-40B4-BE49-F238E27FC236}">
                <a16:creationId xmlns:a16="http://schemas.microsoft.com/office/drawing/2014/main" id="{38C641E3-C4B3-1F80-3EDA-4D46D35491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7629B5-C582-09BA-469F-395E057431CA}"/>
              </a:ext>
            </a:extLst>
          </p:cNvPr>
          <p:cNvSpPr>
            <a:spLocks noGrp="1"/>
          </p:cNvSpPr>
          <p:nvPr>
            <p:ph type="sldNum" sz="quarter" idx="12"/>
          </p:nvPr>
        </p:nvSpPr>
        <p:spPr/>
        <p:txBody>
          <a:bodyPr/>
          <a:lstStyle/>
          <a:p>
            <a:fld id="{ED746907-177F-4423-A1CF-F51A5A0A48D8}" type="slidenum">
              <a:rPr lang="en-IN" smtClean="0"/>
              <a:t>‹#›</a:t>
            </a:fld>
            <a:endParaRPr lang="en-IN"/>
          </a:p>
        </p:txBody>
      </p:sp>
    </p:spTree>
    <p:extLst>
      <p:ext uri="{BB962C8B-B14F-4D97-AF65-F5344CB8AC3E}">
        <p14:creationId xmlns:p14="http://schemas.microsoft.com/office/powerpoint/2010/main" val="1717515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3017D-2893-AE2D-B237-F0CAEE1717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BE079A-5B92-4A63-A45F-ED0274EB8C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292B50-FBB8-F4FE-E6BD-FAC29758C7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C6ADA8B-D7D5-8E6A-0237-EA16D05F2D63}"/>
              </a:ext>
            </a:extLst>
          </p:cNvPr>
          <p:cNvSpPr>
            <a:spLocks noGrp="1"/>
          </p:cNvSpPr>
          <p:nvPr>
            <p:ph type="dt" sz="half" idx="10"/>
          </p:nvPr>
        </p:nvSpPr>
        <p:spPr/>
        <p:txBody>
          <a:bodyPr/>
          <a:lstStyle/>
          <a:p>
            <a:fld id="{6158911B-6890-49F7-BE04-8759AA0BAE05}" type="datetimeFigureOut">
              <a:rPr lang="en-IN" smtClean="0"/>
              <a:t>11-12-2025</a:t>
            </a:fld>
            <a:endParaRPr lang="en-IN"/>
          </a:p>
        </p:txBody>
      </p:sp>
      <p:sp>
        <p:nvSpPr>
          <p:cNvPr id="6" name="Footer Placeholder 5">
            <a:extLst>
              <a:ext uri="{FF2B5EF4-FFF2-40B4-BE49-F238E27FC236}">
                <a16:creationId xmlns:a16="http://schemas.microsoft.com/office/drawing/2014/main" id="{F6488602-0ABA-93E5-7646-C18F3EF621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0622A3-C9A0-89F1-FCEC-0F73AEE1A018}"/>
              </a:ext>
            </a:extLst>
          </p:cNvPr>
          <p:cNvSpPr>
            <a:spLocks noGrp="1"/>
          </p:cNvSpPr>
          <p:nvPr>
            <p:ph type="sldNum" sz="quarter" idx="12"/>
          </p:nvPr>
        </p:nvSpPr>
        <p:spPr/>
        <p:txBody>
          <a:bodyPr/>
          <a:lstStyle/>
          <a:p>
            <a:fld id="{ED746907-177F-4423-A1CF-F51A5A0A48D8}" type="slidenum">
              <a:rPr lang="en-IN" smtClean="0"/>
              <a:t>‹#›</a:t>
            </a:fld>
            <a:endParaRPr lang="en-IN"/>
          </a:p>
        </p:txBody>
      </p:sp>
    </p:spTree>
    <p:extLst>
      <p:ext uri="{BB962C8B-B14F-4D97-AF65-F5344CB8AC3E}">
        <p14:creationId xmlns:p14="http://schemas.microsoft.com/office/powerpoint/2010/main" val="2131144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9976B-E3EB-9265-131D-FA734B8B79B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E0B41A-9F59-0B82-FF80-BF8EF8B5A7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5E4298-0CCD-5605-9987-54FED600F5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788B7AD-1E82-EBAD-A22E-2010CF7FB6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4DCC13-33CA-2A29-A19A-E9F94D0B01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7BDF4E2-ABAC-0988-CC8E-1DA577B112DF}"/>
              </a:ext>
            </a:extLst>
          </p:cNvPr>
          <p:cNvSpPr>
            <a:spLocks noGrp="1"/>
          </p:cNvSpPr>
          <p:nvPr>
            <p:ph type="dt" sz="half" idx="10"/>
          </p:nvPr>
        </p:nvSpPr>
        <p:spPr/>
        <p:txBody>
          <a:bodyPr/>
          <a:lstStyle/>
          <a:p>
            <a:fld id="{6158911B-6890-49F7-BE04-8759AA0BAE05}" type="datetimeFigureOut">
              <a:rPr lang="en-IN" smtClean="0"/>
              <a:t>11-12-2025</a:t>
            </a:fld>
            <a:endParaRPr lang="en-IN"/>
          </a:p>
        </p:txBody>
      </p:sp>
      <p:sp>
        <p:nvSpPr>
          <p:cNvPr id="8" name="Footer Placeholder 7">
            <a:extLst>
              <a:ext uri="{FF2B5EF4-FFF2-40B4-BE49-F238E27FC236}">
                <a16:creationId xmlns:a16="http://schemas.microsoft.com/office/drawing/2014/main" id="{CC276058-8A4F-DBB1-1F9B-9249633358D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9A9B562-C74A-EF83-58A9-36C351A276F5}"/>
              </a:ext>
            </a:extLst>
          </p:cNvPr>
          <p:cNvSpPr>
            <a:spLocks noGrp="1"/>
          </p:cNvSpPr>
          <p:nvPr>
            <p:ph type="sldNum" sz="quarter" idx="12"/>
          </p:nvPr>
        </p:nvSpPr>
        <p:spPr/>
        <p:txBody>
          <a:bodyPr/>
          <a:lstStyle/>
          <a:p>
            <a:fld id="{ED746907-177F-4423-A1CF-F51A5A0A48D8}" type="slidenum">
              <a:rPr lang="en-IN" smtClean="0"/>
              <a:t>‹#›</a:t>
            </a:fld>
            <a:endParaRPr lang="en-IN"/>
          </a:p>
        </p:txBody>
      </p:sp>
    </p:spTree>
    <p:extLst>
      <p:ext uri="{BB962C8B-B14F-4D97-AF65-F5344CB8AC3E}">
        <p14:creationId xmlns:p14="http://schemas.microsoft.com/office/powerpoint/2010/main" val="3543571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DAF23-7948-C8F9-6C17-850A3329849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7D70D19-B096-33E4-E42D-17057668D312}"/>
              </a:ext>
            </a:extLst>
          </p:cNvPr>
          <p:cNvSpPr>
            <a:spLocks noGrp="1"/>
          </p:cNvSpPr>
          <p:nvPr>
            <p:ph type="dt" sz="half" idx="10"/>
          </p:nvPr>
        </p:nvSpPr>
        <p:spPr/>
        <p:txBody>
          <a:bodyPr/>
          <a:lstStyle/>
          <a:p>
            <a:fld id="{6158911B-6890-49F7-BE04-8759AA0BAE05}" type="datetimeFigureOut">
              <a:rPr lang="en-IN" smtClean="0"/>
              <a:t>11-12-2025</a:t>
            </a:fld>
            <a:endParaRPr lang="en-IN"/>
          </a:p>
        </p:txBody>
      </p:sp>
      <p:sp>
        <p:nvSpPr>
          <p:cNvPr id="4" name="Footer Placeholder 3">
            <a:extLst>
              <a:ext uri="{FF2B5EF4-FFF2-40B4-BE49-F238E27FC236}">
                <a16:creationId xmlns:a16="http://schemas.microsoft.com/office/drawing/2014/main" id="{1510C58E-C00B-FF94-90A5-83FB6E92105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313F017-4754-2AD2-F0BB-9192FD0F879D}"/>
              </a:ext>
            </a:extLst>
          </p:cNvPr>
          <p:cNvSpPr>
            <a:spLocks noGrp="1"/>
          </p:cNvSpPr>
          <p:nvPr>
            <p:ph type="sldNum" sz="quarter" idx="12"/>
          </p:nvPr>
        </p:nvSpPr>
        <p:spPr/>
        <p:txBody>
          <a:bodyPr/>
          <a:lstStyle/>
          <a:p>
            <a:fld id="{ED746907-177F-4423-A1CF-F51A5A0A48D8}" type="slidenum">
              <a:rPr lang="en-IN" smtClean="0"/>
              <a:t>‹#›</a:t>
            </a:fld>
            <a:endParaRPr lang="en-IN"/>
          </a:p>
        </p:txBody>
      </p:sp>
    </p:spTree>
    <p:extLst>
      <p:ext uri="{BB962C8B-B14F-4D97-AF65-F5344CB8AC3E}">
        <p14:creationId xmlns:p14="http://schemas.microsoft.com/office/powerpoint/2010/main" val="1768460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39A98E-949B-C044-D5E6-4FFB234F20F2}"/>
              </a:ext>
            </a:extLst>
          </p:cNvPr>
          <p:cNvSpPr>
            <a:spLocks noGrp="1"/>
          </p:cNvSpPr>
          <p:nvPr>
            <p:ph type="dt" sz="half" idx="10"/>
          </p:nvPr>
        </p:nvSpPr>
        <p:spPr/>
        <p:txBody>
          <a:bodyPr/>
          <a:lstStyle/>
          <a:p>
            <a:fld id="{6158911B-6890-49F7-BE04-8759AA0BAE05}" type="datetimeFigureOut">
              <a:rPr lang="en-IN" smtClean="0"/>
              <a:t>11-12-2025</a:t>
            </a:fld>
            <a:endParaRPr lang="en-IN"/>
          </a:p>
        </p:txBody>
      </p:sp>
      <p:sp>
        <p:nvSpPr>
          <p:cNvPr id="3" name="Footer Placeholder 2">
            <a:extLst>
              <a:ext uri="{FF2B5EF4-FFF2-40B4-BE49-F238E27FC236}">
                <a16:creationId xmlns:a16="http://schemas.microsoft.com/office/drawing/2014/main" id="{432A0FAF-85B8-7758-943F-7CBE308AF0E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A084094-C1B8-A1AC-6D3B-BE2211CE4448}"/>
              </a:ext>
            </a:extLst>
          </p:cNvPr>
          <p:cNvSpPr>
            <a:spLocks noGrp="1"/>
          </p:cNvSpPr>
          <p:nvPr>
            <p:ph type="sldNum" sz="quarter" idx="12"/>
          </p:nvPr>
        </p:nvSpPr>
        <p:spPr/>
        <p:txBody>
          <a:bodyPr/>
          <a:lstStyle/>
          <a:p>
            <a:fld id="{ED746907-177F-4423-A1CF-F51A5A0A48D8}" type="slidenum">
              <a:rPr lang="en-IN" smtClean="0"/>
              <a:t>‹#›</a:t>
            </a:fld>
            <a:endParaRPr lang="en-IN"/>
          </a:p>
        </p:txBody>
      </p:sp>
    </p:spTree>
    <p:extLst>
      <p:ext uri="{BB962C8B-B14F-4D97-AF65-F5344CB8AC3E}">
        <p14:creationId xmlns:p14="http://schemas.microsoft.com/office/powerpoint/2010/main" val="2360988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B6FD2-BDAD-4191-34F2-ECF2EAB5D1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37A471F-3BC0-5144-BF65-295DE27D7B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8643595-8BB0-0E0D-4082-43750F6B93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4AD9FF-4D9C-A8C5-9614-5A2A76D09C5E}"/>
              </a:ext>
            </a:extLst>
          </p:cNvPr>
          <p:cNvSpPr>
            <a:spLocks noGrp="1"/>
          </p:cNvSpPr>
          <p:nvPr>
            <p:ph type="dt" sz="half" idx="10"/>
          </p:nvPr>
        </p:nvSpPr>
        <p:spPr/>
        <p:txBody>
          <a:bodyPr/>
          <a:lstStyle/>
          <a:p>
            <a:fld id="{6158911B-6890-49F7-BE04-8759AA0BAE05}" type="datetimeFigureOut">
              <a:rPr lang="en-IN" smtClean="0"/>
              <a:t>11-12-2025</a:t>
            </a:fld>
            <a:endParaRPr lang="en-IN"/>
          </a:p>
        </p:txBody>
      </p:sp>
      <p:sp>
        <p:nvSpPr>
          <p:cNvPr id="6" name="Footer Placeholder 5">
            <a:extLst>
              <a:ext uri="{FF2B5EF4-FFF2-40B4-BE49-F238E27FC236}">
                <a16:creationId xmlns:a16="http://schemas.microsoft.com/office/drawing/2014/main" id="{F734F2D1-8A4D-6632-ACCD-0DC74BC2F9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902AF1-1AA7-1270-2A2B-B21697523B8C}"/>
              </a:ext>
            </a:extLst>
          </p:cNvPr>
          <p:cNvSpPr>
            <a:spLocks noGrp="1"/>
          </p:cNvSpPr>
          <p:nvPr>
            <p:ph type="sldNum" sz="quarter" idx="12"/>
          </p:nvPr>
        </p:nvSpPr>
        <p:spPr/>
        <p:txBody>
          <a:bodyPr/>
          <a:lstStyle/>
          <a:p>
            <a:fld id="{ED746907-177F-4423-A1CF-F51A5A0A48D8}" type="slidenum">
              <a:rPr lang="en-IN" smtClean="0"/>
              <a:t>‹#›</a:t>
            </a:fld>
            <a:endParaRPr lang="en-IN"/>
          </a:p>
        </p:txBody>
      </p:sp>
    </p:spTree>
    <p:extLst>
      <p:ext uri="{BB962C8B-B14F-4D97-AF65-F5344CB8AC3E}">
        <p14:creationId xmlns:p14="http://schemas.microsoft.com/office/powerpoint/2010/main" val="1007798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2DB91-77E7-5C05-B6AA-4C08DFC23C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224CD3A-B234-2A81-E703-7D72940781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6354F4B-8BFA-9E5F-8A42-1B0D9535A8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E2A008-EE49-593E-468A-CB62E8435C1C}"/>
              </a:ext>
            </a:extLst>
          </p:cNvPr>
          <p:cNvSpPr>
            <a:spLocks noGrp="1"/>
          </p:cNvSpPr>
          <p:nvPr>
            <p:ph type="dt" sz="half" idx="10"/>
          </p:nvPr>
        </p:nvSpPr>
        <p:spPr/>
        <p:txBody>
          <a:bodyPr/>
          <a:lstStyle/>
          <a:p>
            <a:fld id="{6158911B-6890-49F7-BE04-8759AA0BAE05}" type="datetimeFigureOut">
              <a:rPr lang="en-IN" smtClean="0"/>
              <a:t>11-12-2025</a:t>
            </a:fld>
            <a:endParaRPr lang="en-IN"/>
          </a:p>
        </p:txBody>
      </p:sp>
      <p:sp>
        <p:nvSpPr>
          <p:cNvPr id="6" name="Footer Placeholder 5">
            <a:extLst>
              <a:ext uri="{FF2B5EF4-FFF2-40B4-BE49-F238E27FC236}">
                <a16:creationId xmlns:a16="http://schemas.microsoft.com/office/drawing/2014/main" id="{7CA3CA45-33D0-8025-2A67-E87F6BC421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C89AE0-A2E8-70B2-4648-6F7B8F989EC6}"/>
              </a:ext>
            </a:extLst>
          </p:cNvPr>
          <p:cNvSpPr>
            <a:spLocks noGrp="1"/>
          </p:cNvSpPr>
          <p:nvPr>
            <p:ph type="sldNum" sz="quarter" idx="12"/>
          </p:nvPr>
        </p:nvSpPr>
        <p:spPr/>
        <p:txBody>
          <a:bodyPr/>
          <a:lstStyle/>
          <a:p>
            <a:fld id="{ED746907-177F-4423-A1CF-F51A5A0A48D8}" type="slidenum">
              <a:rPr lang="en-IN" smtClean="0"/>
              <a:t>‹#›</a:t>
            </a:fld>
            <a:endParaRPr lang="en-IN"/>
          </a:p>
        </p:txBody>
      </p:sp>
    </p:spTree>
    <p:extLst>
      <p:ext uri="{BB962C8B-B14F-4D97-AF65-F5344CB8AC3E}">
        <p14:creationId xmlns:p14="http://schemas.microsoft.com/office/powerpoint/2010/main" val="2307847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E2528-E5E8-FBCF-D075-72B28BDE01A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761666-D27B-D2B5-391C-A4F0DC9B2D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3EADE1-9ED6-FAD4-529A-DAE639F7ED27}"/>
              </a:ext>
            </a:extLst>
          </p:cNvPr>
          <p:cNvSpPr>
            <a:spLocks noGrp="1"/>
          </p:cNvSpPr>
          <p:nvPr>
            <p:ph type="dt" sz="half" idx="10"/>
          </p:nvPr>
        </p:nvSpPr>
        <p:spPr/>
        <p:txBody>
          <a:bodyPr/>
          <a:lstStyle/>
          <a:p>
            <a:fld id="{6158911B-6890-49F7-BE04-8759AA0BAE05}" type="datetimeFigureOut">
              <a:rPr lang="en-IN" smtClean="0"/>
              <a:t>11-12-2025</a:t>
            </a:fld>
            <a:endParaRPr lang="en-IN"/>
          </a:p>
        </p:txBody>
      </p:sp>
      <p:sp>
        <p:nvSpPr>
          <p:cNvPr id="5" name="Footer Placeholder 4">
            <a:extLst>
              <a:ext uri="{FF2B5EF4-FFF2-40B4-BE49-F238E27FC236}">
                <a16:creationId xmlns:a16="http://schemas.microsoft.com/office/drawing/2014/main" id="{1F82FD87-2E3B-B0B7-DD0A-42D499991F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2FE44F-D497-B41C-F13F-56DD3D833E26}"/>
              </a:ext>
            </a:extLst>
          </p:cNvPr>
          <p:cNvSpPr>
            <a:spLocks noGrp="1"/>
          </p:cNvSpPr>
          <p:nvPr>
            <p:ph type="sldNum" sz="quarter" idx="12"/>
          </p:nvPr>
        </p:nvSpPr>
        <p:spPr/>
        <p:txBody>
          <a:bodyPr/>
          <a:lstStyle/>
          <a:p>
            <a:fld id="{ED746907-177F-4423-A1CF-F51A5A0A48D8}" type="slidenum">
              <a:rPr lang="en-IN" smtClean="0"/>
              <a:t>‹#›</a:t>
            </a:fld>
            <a:endParaRPr lang="en-IN"/>
          </a:p>
        </p:txBody>
      </p:sp>
    </p:spTree>
    <p:extLst>
      <p:ext uri="{BB962C8B-B14F-4D97-AF65-F5344CB8AC3E}">
        <p14:creationId xmlns:p14="http://schemas.microsoft.com/office/powerpoint/2010/main" val="2634790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890300-2BE0-3B7B-BD45-F87DFC7C6EB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C52C4F-1902-C4D9-9BA0-A7349BADAE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454044-B75E-1171-6E2A-73AE78A9874D}"/>
              </a:ext>
            </a:extLst>
          </p:cNvPr>
          <p:cNvSpPr>
            <a:spLocks noGrp="1"/>
          </p:cNvSpPr>
          <p:nvPr>
            <p:ph type="dt" sz="half" idx="10"/>
          </p:nvPr>
        </p:nvSpPr>
        <p:spPr/>
        <p:txBody>
          <a:bodyPr/>
          <a:lstStyle/>
          <a:p>
            <a:fld id="{6158911B-6890-49F7-BE04-8759AA0BAE05}" type="datetimeFigureOut">
              <a:rPr lang="en-IN" smtClean="0"/>
              <a:t>11-12-2025</a:t>
            </a:fld>
            <a:endParaRPr lang="en-IN"/>
          </a:p>
        </p:txBody>
      </p:sp>
      <p:sp>
        <p:nvSpPr>
          <p:cNvPr id="5" name="Footer Placeholder 4">
            <a:extLst>
              <a:ext uri="{FF2B5EF4-FFF2-40B4-BE49-F238E27FC236}">
                <a16:creationId xmlns:a16="http://schemas.microsoft.com/office/drawing/2014/main" id="{A739954E-BA03-CBD1-1C70-4E347A65BB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28EB02-701D-BD1B-FFA0-ECA162B9BDE4}"/>
              </a:ext>
            </a:extLst>
          </p:cNvPr>
          <p:cNvSpPr>
            <a:spLocks noGrp="1"/>
          </p:cNvSpPr>
          <p:nvPr>
            <p:ph type="sldNum" sz="quarter" idx="12"/>
          </p:nvPr>
        </p:nvSpPr>
        <p:spPr/>
        <p:txBody>
          <a:bodyPr/>
          <a:lstStyle/>
          <a:p>
            <a:fld id="{ED746907-177F-4423-A1CF-F51A5A0A48D8}" type="slidenum">
              <a:rPr lang="en-IN" smtClean="0"/>
              <a:t>‹#›</a:t>
            </a:fld>
            <a:endParaRPr lang="en-IN"/>
          </a:p>
        </p:txBody>
      </p:sp>
    </p:spTree>
    <p:extLst>
      <p:ext uri="{BB962C8B-B14F-4D97-AF65-F5344CB8AC3E}">
        <p14:creationId xmlns:p14="http://schemas.microsoft.com/office/powerpoint/2010/main" val="575076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48539B-8923-A32F-E445-F06D1331AB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DFF4A5F-24C1-1B6C-8EDA-FE78177757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9C6EB0-5A50-3585-6AC9-FAC50A370F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58911B-6890-49F7-BE04-8759AA0BAE05}" type="datetimeFigureOut">
              <a:rPr lang="en-IN" smtClean="0"/>
              <a:t>11-12-2025</a:t>
            </a:fld>
            <a:endParaRPr lang="en-IN"/>
          </a:p>
        </p:txBody>
      </p:sp>
      <p:sp>
        <p:nvSpPr>
          <p:cNvPr id="5" name="Footer Placeholder 4">
            <a:extLst>
              <a:ext uri="{FF2B5EF4-FFF2-40B4-BE49-F238E27FC236}">
                <a16:creationId xmlns:a16="http://schemas.microsoft.com/office/drawing/2014/main" id="{B3723083-E55A-632E-CABD-804C108987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21ADED4-CC80-4A08-ED5A-3065E57344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746907-177F-4423-A1CF-F51A5A0A48D8}" type="slidenum">
              <a:rPr lang="en-IN" smtClean="0"/>
              <a:t>‹#›</a:t>
            </a:fld>
            <a:endParaRPr lang="en-IN"/>
          </a:p>
        </p:txBody>
      </p:sp>
    </p:spTree>
    <p:extLst>
      <p:ext uri="{BB962C8B-B14F-4D97-AF65-F5344CB8AC3E}">
        <p14:creationId xmlns:p14="http://schemas.microsoft.com/office/powerpoint/2010/main" val="10642634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diagramLayout" Target="../diagrams/layout2.xml"/><Relationship Id="rId7" Type="http://schemas.openxmlformats.org/officeDocument/2006/relationships/image" Target="../media/image3.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microsoft.com/office/2007/relationships/hdphoto" Target="../media/hdphoto3.wdp"/><Relationship Id="rId5" Type="http://schemas.openxmlformats.org/officeDocument/2006/relationships/image" Target="../media/image8.png"/><Relationship Id="rId4" Type="http://schemas.microsoft.com/office/2007/relationships/hdphoto" Target="../media/hdphoto2.wdp"/></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10.png"/><Relationship Id="rId7" Type="http://schemas.openxmlformats.org/officeDocument/2006/relationships/diagramQuickStyle" Target="../diagrams/quickStyle4.xml"/><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11.png"/><Relationship Id="rId9" Type="http://schemas.microsoft.com/office/2007/relationships/diagramDrawing" Target="../diagrams/drawing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diagramLayout" Target="../diagrams/layout11.xml"/><Relationship Id="rId7" Type="http://schemas.openxmlformats.org/officeDocument/2006/relationships/image" Target="../media/image53.png"/><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0.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7.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073F205-7DB7-4D57-C3B9-2F2F0CC0E881}"/>
              </a:ext>
            </a:extLst>
          </p:cNvPr>
          <p:cNvSpPr>
            <a:spLocks noGrp="1"/>
          </p:cNvSpPr>
          <p:nvPr>
            <p:ph type="subTitle" idx="1"/>
          </p:nvPr>
        </p:nvSpPr>
        <p:spPr/>
        <p:txBody>
          <a:bodyPr/>
          <a:lstStyle/>
          <a:p>
            <a:endParaRPr lang="en-US" dirty="0"/>
          </a:p>
          <a:p>
            <a:endParaRPr lang="en-IN" dirty="0"/>
          </a:p>
        </p:txBody>
      </p:sp>
      <p:pic>
        <p:nvPicPr>
          <p:cNvPr id="4" name="Picture 3">
            <a:extLst>
              <a:ext uri="{FF2B5EF4-FFF2-40B4-BE49-F238E27FC236}">
                <a16:creationId xmlns:a16="http://schemas.microsoft.com/office/drawing/2014/main" id="{F41770B1-C59E-1FCD-6514-34B9218643D5}"/>
              </a:ext>
            </a:extLst>
          </p:cNvPr>
          <p:cNvPicPr>
            <a:picLocks noChangeAspect="1"/>
          </p:cNvPicPr>
          <p:nvPr/>
        </p:nvPicPr>
        <p:blipFill>
          <a:blip r:embed="rId2"/>
          <a:srcRect b="44089"/>
          <a:stretch>
            <a:fillRect/>
          </a:stretch>
        </p:blipFill>
        <p:spPr>
          <a:xfrm>
            <a:off x="0" y="314632"/>
            <a:ext cx="12197909" cy="3287406"/>
          </a:xfrm>
          <a:prstGeom prst="rect">
            <a:avLst/>
          </a:prstGeom>
        </p:spPr>
      </p:pic>
    </p:spTree>
    <p:extLst>
      <p:ext uri="{BB962C8B-B14F-4D97-AF65-F5344CB8AC3E}">
        <p14:creationId xmlns:p14="http://schemas.microsoft.com/office/powerpoint/2010/main" val="993556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oore's Law is first proposed - Event - Computing History">
            <a:extLst>
              <a:ext uri="{FF2B5EF4-FFF2-40B4-BE49-F238E27FC236}">
                <a16:creationId xmlns:a16="http://schemas.microsoft.com/office/drawing/2014/main" id="{B7FD1F90-9E7B-F41F-4D36-4B4FCB03B94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37186" y="366231"/>
            <a:ext cx="6425032" cy="5852716"/>
          </a:xfrm>
          <a:prstGeom prst="rect">
            <a:avLst/>
          </a:prstGeom>
          <a:noFill/>
          <a:ln>
            <a:noFill/>
          </a:ln>
        </p:spPr>
      </p:pic>
    </p:spTree>
    <p:extLst>
      <p:ext uri="{BB962C8B-B14F-4D97-AF65-F5344CB8AC3E}">
        <p14:creationId xmlns:p14="http://schemas.microsoft.com/office/powerpoint/2010/main" val="478002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804B18-7E94-D760-DB5C-847B565B2772}"/>
              </a:ext>
            </a:extLst>
          </p:cNvPr>
          <p:cNvSpPr txBox="1"/>
          <p:nvPr/>
        </p:nvSpPr>
        <p:spPr>
          <a:xfrm>
            <a:off x="629265" y="275303"/>
            <a:ext cx="10923638" cy="923330"/>
          </a:xfrm>
          <a:prstGeom prst="rect">
            <a:avLst/>
          </a:prstGeom>
          <a:noFill/>
        </p:spPr>
        <p:txBody>
          <a:bodyPr wrap="square">
            <a:spAutoFit/>
          </a:bodyPr>
          <a:lstStyle/>
          <a:p>
            <a:r>
              <a:rPr lang="en-US" b="1" dirty="0">
                <a:solidFill>
                  <a:srgbClr val="273239"/>
                </a:solidFill>
                <a:effectLst/>
                <a:latin typeface="Nunito" pitchFamily="2" charset="0"/>
              </a:rPr>
              <a:t>Gordon Moore </a:t>
            </a:r>
            <a:r>
              <a:rPr lang="en-US" b="0" dirty="0">
                <a:solidFill>
                  <a:srgbClr val="273239"/>
                </a:solidFill>
                <a:effectLst/>
                <a:latin typeface="Nunito" pitchFamily="2" charset="0"/>
              </a:rPr>
              <a:t>one of the co-founders of </a:t>
            </a:r>
            <a:r>
              <a:rPr lang="en-US" b="1" dirty="0">
                <a:solidFill>
                  <a:srgbClr val="273239"/>
                </a:solidFill>
                <a:effectLst/>
                <a:latin typeface="Nunito" pitchFamily="2" charset="0"/>
              </a:rPr>
              <a:t>Intel</a:t>
            </a:r>
            <a:r>
              <a:rPr lang="en-US" b="0" dirty="0">
                <a:solidFill>
                  <a:srgbClr val="273239"/>
                </a:solidFill>
                <a:effectLst/>
                <a:latin typeface="Nunito" pitchFamily="2" charset="0"/>
              </a:rPr>
              <a:t> corporation established the term "Moore's Law" in 1965,</a:t>
            </a:r>
            <a:r>
              <a:rPr lang="en-US" b="1" dirty="0">
                <a:solidFill>
                  <a:srgbClr val="273239"/>
                </a:solidFill>
                <a:effectLst/>
                <a:latin typeface="Nunito" pitchFamily="2" charset="0"/>
              </a:rPr>
              <a:t> </a:t>
            </a:r>
            <a:r>
              <a:rPr lang="en-US" b="0" dirty="0">
                <a:solidFill>
                  <a:srgbClr val="273239"/>
                </a:solidFill>
                <a:effectLst/>
                <a:latin typeface="Nunito" pitchFamily="2" charset="0"/>
              </a:rPr>
              <a:t>This law explains how the number of transistors on integrated circuits is increasing exponentially, which boosts computing capability and lowers prices.</a:t>
            </a:r>
            <a:endParaRPr lang="en-IN" dirty="0"/>
          </a:p>
        </p:txBody>
      </p:sp>
      <p:sp>
        <p:nvSpPr>
          <p:cNvPr id="5" name="TextBox 4">
            <a:extLst>
              <a:ext uri="{FF2B5EF4-FFF2-40B4-BE49-F238E27FC236}">
                <a16:creationId xmlns:a16="http://schemas.microsoft.com/office/drawing/2014/main" id="{541FE591-CB4B-7EE7-F287-E7BCAE7EC4E6}"/>
              </a:ext>
            </a:extLst>
          </p:cNvPr>
          <p:cNvSpPr txBox="1"/>
          <p:nvPr/>
        </p:nvSpPr>
        <p:spPr>
          <a:xfrm>
            <a:off x="629265" y="1533831"/>
            <a:ext cx="11189109" cy="1200329"/>
          </a:xfrm>
          <a:prstGeom prst="rect">
            <a:avLst/>
          </a:prstGeom>
          <a:noFill/>
        </p:spPr>
        <p:txBody>
          <a:bodyPr wrap="square">
            <a:spAutoFit/>
          </a:bodyPr>
          <a:lstStyle/>
          <a:p>
            <a:pPr algn="l" fontAlgn="base">
              <a:buNone/>
            </a:pPr>
            <a:r>
              <a:rPr lang="en-US" b="1" dirty="0">
                <a:solidFill>
                  <a:srgbClr val="273239"/>
                </a:solidFill>
                <a:effectLst/>
                <a:latin typeface="Nunito" pitchFamily="2" charset="0"/>
              </a:rPr>
              <a:t>Moore's Law Definition</a:t>
            </a:r>
          </a:p>
          <a:p>
            <a:pPr algn="just" rtl="0" fontAlgn="base">
              <a:spcAft>
                <a:spcPts val="750"/>
              </a:spcAft>
              <a:buNone/>
            </a:pPr>
            <a:r>
              <a:rPr lang="en-US" b="0" dirty="0">
                <a:solidFill>
                  <a:srgbClr val="273239"/>
                </a:solidFill>
                <a:effectLst/>
                <a:latin typeface="Nunito" pitchFamily="2" charset="0"/>
              </a:rPr>
              <a:t>The exponential increase in the number of transistors on integrated circuits over time is referred to as Moore's law. According to this, a chip transistor count tends to double every two years or so, resulting in higher processing power and better performance.</a:t>
            </a:r>
          </a:p>
        </p:txBody>
      </p:sp>
      <p:sp>
        <p:nvSpPr>
          <p:cNvPr id="7" name="TextBox 6">
            <a:extLst>
              <a:ext uri="{FF2B5EF4-FFF2-40B4-BE49-F238E27FC236}">
                <a16:creationId xmlns:a16="http://schemas.microsoft.com/office/drawing/2014/main" id="{C2FEBCFC-9474-C3CD-6F09-3AA700E21EDB}"/>
              </a:ext>
            </a:extLst>
          </p:cNvPr>
          <p:cNvSpPr txBox="1"/>
          <p:nvPr/>
        </p:nvSpPr>
        <p:spPr>
          <a:xfrm>
            <a:off x="629265" y="3069358"/>
            <a:ext cx="11189109" cy="1477328"/>
          </a:xfrm>
          <a:prstGeom prst="rect">
            <a:avLst/>
          </a:prstGeom>
          <a:noFill/>
        </p:spPr>
        <p:txBody>
          <a:bodyPr wrap="square">
            <a:spAutoFit/>
          </a:bodyPr>
          <a:lstStyle/>
          <a:p>
            <a:pPr algn="l" fontAlgn="base">
              <a:buNone/>
            </a:pPr>
            <a:r>
              <a:rPr lang="en-US" b="1" dirty="0">
                <a:solidFill>
                  <a:srgbClr val="273239"/>
                </a:solidFill>
                <a:effectLst/>
                <a:latin typeface="Nunito" pitchFamily="2" charset="0"/>
              </a:rPr>
              <a:t>Transistor Scaling</a:t>
            </a:r>
          </a:p>
          <a:p>
            <a:pPr algn="just" rtl="0" fontAlgn="base">
              <a:spcAft>
                <a:spcPts val="750"/>
              </a:spcAft>
              <a:buNone/>
            </a:pPr>
            <a:r>
              <a:rPr lang="en-US" b="0" dirty="0">
                <a:solidFill>
                  <a:srgbClr val="273239"/>
                </a:solidFill>
                <a:effectLst/>
                <a:latin typeface="Nunito" pitchFamily="2" charset="0"/>
              </a:rPr>
              <a:t>Transistor scaling, a crucial component of Moore's law, has proved essential in advancing technology in many different fields. Transistors act as switches that regulate the flow of electrical current within microchips, serving as the essential building blocks of electronic devices. As technology developed engineers concentrated on shrinking and packing transistors more closely together on a chip.</a:t>
            </a:r>
          </a:p>
        </p:txBody>
      </p:sp>
      <p:sp>
        <p:nvSpPr>
          <p:cNvPr id="9" name="TextBox 8">
            <a:extLst>
              <a:ext uri="{FF2B5EF4-FFF2-40B4-BE49-F238E27FC236}">
                <a16:creationId xmlns:a16="http://schemas.microsoft.com/office/drawing/2014/main" id="{D26743E7-2BCD-4104-B449-7919449C3EE1}"/>
              </a:ext>
            </a:extLst>
          </p:cNvPr>
          <p:cNvSpPr txBox="1"/>
          <p:nvPr/>
        </p:nvSpPr>
        <p:spPr>
          <a:xfrm>
            <a:off x="629266" y="5435992"/>
            <a:ext cx="11189108" cy="830997"/>
          </a:xfrm>
          <a:prstGeom prst="rect">
            <a:avLst/>
          </a:prstGeom>
          <a:noFill/>
        </p:spPr>
        <p:txBody>
          <a:bodyPr wrap="square">
            <a:spAutoFit/>
          </a:bodyPr>
          <a:lstStyle/>
          <a:p>
            <a:r>
              <a:rPr lang="en-US" sz="1600" b="1" i="1" dirty="0">
                <a:solidFill>
                  <a:srgbClr val="273239"/>
                </a:solidFill>
                <a:effectLst/>
                <a:latin typeface="Nunito" pitchFamily="2" charset="0"/>
              </a:rPr>
              <a:t>Pentium processor in 1993 had 3.1 million transistors, in 1995 the subsequent version of Pentium processor had 5.5 million transistors, and by 2003 the number had greatly expanded to 55 million this showcases the steady growth predicted by Moore's law.</a:t>
            </a:r>
            <a:endParaRPr lang="en-IN" sz="1600" b="1" i="1" dirty="0"/>
          </a:p>
        </p:txBody>
      </p:sp>
    </p:spTree>
    <p:extLst>
      <p:ext uri="{BB962C8B-B14F-4D97-AF65-F5344CB8AC3E}">
        <p14:creationId xmlns:p14="http://schemas.microsoft.com/office/powerpoint/2010/main" val="113897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351F72-02A3-F93A-1E5F-A7DF7EA32679}"/>
              </a:ext>
            </a:extLst>
          </p:cNvPr>
          <p:cNvSpPr txBox="1"/>
          <p:nvPr/>
        </p:nvSpPr>
        <p:spPr>
          <a:xfrm>
            <a:off x="855406" y="658762"/>
            <a:ext cx="10805652" cy="430887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gn="just" rtl="0" fontAlgn="base">
              <a:spcAft>
                <a:spcPts val="750"/>
              </a:spcAft>
              <a:buFont typeface="Arial" panose="020B0604020202020204" pitchFamily="34" charset="0"/>
              <a:buChar char="•"/>
            </a:pPr>
            <a:endParaRPr lang="en-US" b="0" i="0" dirty="0">
              <a:solidFill>
                <a:srgbClr val="273239"/>
              </a:solidFill>
              <a:effectLst/>
              <a:latin typeface="Nunito" pitchFamily="2" charset="0"/>
            </a:endParaRPr>
          </a:p>
          <a:p>
            <a:pPr marL="285750" indent="-285750" algn="just" rtl="0" fontAlgn="base">
              <a:spcAft>
                <a:spcPts val="750"/>
              </a:spcAft>
              <a:buFont typeface="Arial" panose="020B0604020202020204" pitchFamily="34" charset="0"/>
              <a:buChar char="•"/>
            </a:pPr>
            <a:r>
              <a:rPr lang="en-US" b="0" i="0" dirty="0">
                <a:solidFill>
                  <a:srgbClr val="273239"/>
                </a:solidFill>
                <a:effectLst/>
                <a:latin typeface="Nunito" pitchFamily="2" charset="0"/>
              </a:rPr>
              <a:t>The ongoing advancement of Moore's law is hampered by a number of physical constraints as transistor size decreases. </a:t>
            </a:r>
          </a:p>
          <a:p>
            <a:pPr marL="285750" indent="-285750" algn="just" rtl="0" fontAlgn="base">
              <a:spcAft>
                <a:spcPts val="750"/>
              </a:spcAft>
              <a:buFont typeface="Arial" panose="020B0604020202020204" pitchFamily="34" charset="0"/>
              <a:buChar char="•"/>
            </a:pPr>
            <a:r>
              <a:rPr lang="en-US" b="0" i="0" dirty="0">
                <a:solidFill>
                  <a:srgbClr val="273239"/>
                </a:solidFill>
                <a:effectLst/>
                <a:latin typeface="Nunito" pitchFamily="2" charset="0"/>
              </a:rPr>
              <a:t>The quantum effects at such small scales are one of these restrictions. When electrons leak past barriers as a result of quantum tunneling for example, transistor actions become inaccurate and unstable. </a:t>
            </a:r>
          </a:p>
          <a:p>
            <a:pPr marL="285750" indent="-285750" algn="just" rtl="0" fontAlgn="base">
              <a:spcAft>
                <a:spcPts val="750"/>
              </a:spcAft>
              <a:buFont typeface="Arial" panose="020B0604020202020204" pitchFamily="34" charset="0"/>
              <a:buChar char="•"/>
            </a:pPr>
            <a:r>
              <a:rPr lang="en-US" b="0" i="0" dirty="0">
                <a:solidFill>
                  <a:srgbClr val="273239"/>
                </a:solidFill>
                <a:effectLst/>
                <a:latin typeface="Nunito" pitchFamily="2" charset="0"/>
              </a:rPr>
              <a:t>As transistors get smaller this tendency gets stronger, making it more challenging to maintain steady, predictable behavior.</a:t>
            </a:r>
          </a:p>
          <a:p>
            <a:pPr marL="285750" indent="-285750" algn="just" rtl="0" fontAlgn="base">
              <a:spcAft>
                <a:spcPts val="750"/>
              </a:spcAft>
              <a:buFont typeface="Arial" panose="020B0604020202020204" pitchFamily="34" charset="0"/>
              <a:buChar char="•"/>
            </a:pPr>
            <a:r>
              <a:rPr lang="en-US" b="0" i="0" dirty="0">
                <a:solidFill>
                  <a:srgbClr val="273239"/>
                </a:solidFill>
                <a:effectLst/>
                <a:latin typeface="Nunito" pitchFamily="2" charset="0"/>
              </a:rPr>
              <a:t>Dissipation of heat presents another issue.</a:t>
            </a:r>
          </a:p>
          <a:p>
            <a:pPr marL="285750" indent="-285750" algn="just" rtl="0" fontAlgn="base">
              <a:spcAft>
                <a:spcPts val="750"/>
              </a:spcAft>
              <a:buFont typeface="Arial" panose="020B0604020202020204" pitchFamily="34" charset="0"/>
              <a:buChar char="•"/>
            </a:pPr>
            <a:r>
              <a:rPr lang="en-US" b="0" i="0" dirty="0">
                <a:solidFill>
                  <a:srgbClr val="273239"/>
                </a:solidFill>
                <a:effectLst/>
                <a:latin typeface="Nunito" pitchFamily="2" charset="0"/>
              </a:rPr>
              <a:t>Temperature inside the chip are raised as a result of increased heat generation as transistors are stacked closer together. </a:t>
            </a:r>
          </a:p>
          <a:p>
            <a:pPr marL="285750" indent="-285750" algn="just" rtl="0" fontAlgn="base">
              <a:spcAft>
                <a:spcPts val="750"/>
              </a:spcAft>
              <a:buFont typeface="Arial" panose="020B0604020202020204" pitchFamily="34" charset="0"/>
              <a:buChar char="•"/>
            </a:pPr>
            <a:r>
              <a:rPr lang="en-US" b="0" i="0" dirty="0">
                <a:solidFill>
                  <a:srgbClr val="273239"/>
                </a:solidFill>
                <a:effectLst/>
                <a:latin typeface="Nunito" pitchFamily="2" charset="0"/>
              </a:rPr>
              <a:t>Heat dissipation becomes a serious issue since it can impact dependability, reduce performance, and increase energy consumption.</a:t>
            </a:r>
          </a:p>
        </p:txBody>
      </p:sp>
    </p:spTree>
    <p:extLst>
      <p:ext uri="{BB962C8B-B14F-4D97-AF65-F5344CB8AC3E}">
        <p14:creationId xmlns:p14="http://schemas.microsoft.com/office/powerpoint/2010/main" val="3005730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Diagram 10">
            <a:extLst>
              <a:ext uri="{FF2B5EF4-FFF2-40B4-BE49-F238E27FC236}">
                <a16:creationId xmlns:a16="http://schemas.microsoft.com/office/drawing/2014/main" id="{65E7A47F-5F03-D4B2-BDC7-3ED0A33DD4E6}"/>
              </a:ext>
            </a:extLst>
          </p:cNvPr>
          <p:cNvGraphicFramePr/>
          <p:nvPr>
            <p:extLst>
              <p:ext uri="{D42A27DB-BD31-4B8C-83A1-F6EECF244321}">
                <p14:modId xmlns:p14="http://schemas.microsoft.com/office/powerpoint/2010/main" val="67778027"/>
              </p:ext>
            </p:extLst>
          </p:nvPr>
        </p:nvGraphicFramePr>
        <p:xfrm>
          <a:off x="176981" y="157766"/>
          <a:ext cx="5102942" cy="4365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 name="Table 1">
            <a:extLst>
              <a:ext uri="{FF2B5EF4-FFF2-40B4-BE49-F238E27FC236}">
                <a16:creationId xmlns:a16="http://schemas.microsoft.com/office/drawing/2014/main" id="{64B23DF9-5BCD-D0DB-065C-D500D832DDCC}"/>
              </a:ext>
            </a:extLst>
          </p:cNvPr>
          <p:cNvGraphicFramePr>
            <a:graphicFrameLocks noGrp="1"/>
          </p:cNvGraphicFramePr>
          <p:nvPr>
            <p:extLst>
              <p:ext uri="{D42A27DB-BD31-4B8C-83A1-F6EECF244321}">
                <p14:modId xmlns:p14="http://schemas.microsoft.com/office/powerpoint/2010/main" val="3184284744"/>
              </p:ext>
            </p:extLst>
          </p:nvPr>
        </p:nvGraphicFramePr>
        <p:xfrm>
          <a:off x="5486400" y="437458"/>
          <a:ext cx="6172200" cy="5983084"/>
        </p:xfrm>
        <a:graphic>
          <a:graphicData uri="http://schemas.openxmlformats.org/drawingml/2006/table">
            <a:tbl>
              <a:tblPr firstRow="1" firstCol="1" bandRow="1">
                <a:tableStyleId>{3B4B98B0-60AC-42C2-AFA5-B58CD77FA1E5}</a:tableStyleId>
              </a:tblPr>
              <a:tblGrid>
                <a:gridCol w="2057400">
                  <a:extLst>
                    <a:ext uri="{9D8B030D-6E8A-4147-A177-3AD203B41FA5}">
                      <a16:colId xmlns:a16="http://schemas.microsoft.com/office/drawing/2014/main" val="1030925005"/>
                    </a:ext>
                  </a:extLst>
                </a:gridCol>
                <a:gridCol w="2057400">
                  <a:extLst>
                    <a:ext uri="{9D8B030D-6E8A-4147-A177-3AD203B41FA5}">
                      <a16:colId xmlns:a16="http://schemas.microsoft.com/office/drawing/2014/main" val="1630720378"/>
                    </a:ext>
                  </a:extLst>
                </a:gridCol>
                <a:gridCol w="2057400">
                  <a:extLst>
                    <a:ext uri="{9D8B030D-6E8A-4147-A177-3AD203B41FA5}">
                      <a16:colId xmlns:a16="http://schemas.microsoft.com/office/drawing/2014/main" val="2195675319"/>
                    </a:ext>
                  </a:extLst>
                </a:gridCol>
              </a:tblGrid>
              <a:tr h="351417">
                <a:tc>
                  <a:txBody>
                    <a:bodyPr/>
                    <a:lstStyle/>
                    <a:p>
                      <a:pPr algn="ctr">
                        <a:lnSpc>
                          <a:spcPct val="115000"/>
                        </a:lnSpc>
                        <a:spcAft>
                          <a:spcPts val="1000"/>
                        </a:spcAft>
                        <a:buNone/>
                      </a:pPr>
                      <a:r>
                        <a:rPr lang="en-US" sz="1400">
                          <a:effectLst/>
                        </a:rPr>
                        <a:t>Feature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gn="ctr">
                        <a:lnSpc>
                          <a:spcPct val="115000"/>
                        </a:lnSpc>
                        <a:spcAft>
                          <a:spcPts val="1000"/>
                        </a:spcAft>
                        <a:buNone/>
                      </a:pPr>
                      <a:r>
                        <a:rPr lang="en-US" sz="1400">
                          <a:effectLst/>
                        </a:rPr>
                        <a:t>Monolithic IC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gn="ctr">
                        <a:lnSpc>
                          <a:spcPct val="115000"/>
                        </a:lnSpc>
                        <a:spcAft>
                          <a:spcPts val="1000"/>
                        </a:spcAft>
                        <a:buNone/>
                      </a:pPr>
                      <a:r>
                        <a:rPr lang="en-US" sz="1400">
                          <a:effectLst/>
                        </a:rPr>
                        <a:t>Hybrid IC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2062224953"/>
                  </a:ext>
                </a:extLst>
              </a:tr>
              <a:tr h="351417">
                <a:tc>
                  <a:txBody>
                    <a:bodyPr/>
                    <a:lstStyle/>
                    <a:p>
                      <a:pPr>
                        <a:lnSpc>
                          <a:spcPct val="115000"/>
                        </a:lnSpc>
                        <a:spcAft>
                          <a:spcPts val="1000"/>
                        </a:spcAft>
                        <a:buNone/>
                      </a:pPr>
                      <a:r>
                        <a:rPr lang="en-US" sz="1400">
                          <a:effectLst/>
                        </a:rPr>
                        <a:t>Construction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15000"/>
                        </a:lnSpc>
                        <a:spcAft>
                          <a:spcPts val="1000"/>
                        </a:spcAft>
                        <a:buNone/>
                      </a:pPr>
                      <a:r>
                        <a:rPr lang="en-US" sz="1400">
                          <a:effectLst/>
                        </a:rPr>
                        <a:t>All components are fabricated on a single chip.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15000"/>
                        </a:lnSpc>
                        <a:spcAft>
                          <a:spcPts val="1000"/>
                        </a:spcAft>
                        <a:buNone/>
                      </a:pPr>
                      <a:r>
                        <a:rPr lang="en-US" sz="1400">
                          <a:effectLst/>
                        </a:rPr>
                        <a:t>Multiple components are assembled on a substrate.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859993036"/>
                  </a:ext>
                </a:extLst>
              </a:tr>
              <a:tr h="691935">
                <a:tc>
                  <a:txBody>
                    <a:bodyPr/>
                    <a:lstStyle/>
                    <a:p>
                      <a:pPr>
                        <a:lnSpc>
                          <a:spcPct val="115000"/>
                        </a:lnSpc>
                        <a:spcAft>
                          <a:spcPts val="1000"/>
                        </a:spcAft>
                        <a:buNone/>
                      </a:pPr>
                      <a:r>
                        <a:rPr lang="en-US" sz="1400">
                          <a:effectLst/>
                        </a:rPr>
                        <a:t>Components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15000"/>
                        </a:lnSpc>
                        <a:spcAft>
                          <a:spcPts val="1000"/>
                        </a:spcAft>
                        <a:buNone/>
                      </a:pPr>
                      <a:r>
                        <a:rPr lang="en-US" sz="1400">
                          <a:effectLst/>
                        </a:rPr>
                        <a:t>Transistors, diodes, resistors, and capacitors are all made on the same chip.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15000"/>
                        </a:lnSpc>
                        <a:spcAft>
                          <a:spcPts val="1000"/>
                        </a:spcAft>
                        <a:buNone/>
                      </a:pPr>
                      <a:r>
                        <a:rPr lang="en-US" sz="1400">
                          <a:effectLst/>
                        </a:rPr>
                        <a:t>Mix of discrete components (resistors, capacitors, inductors) and/or separate monolithic ICs.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3347516053"/>
                  </a:ext>
                </a:extLst>
              </a:tr>
              <a:tr h="691935">
                <a:tc>
                  <a:txBody>
                    <a:bodyPr/>
                    <a:lstStyle/>
                    <a:p>
                      <a:pPr>
                        <a:lnSpc>
                          <a:spcPct val="115000"/>
                        </a:lnSpc>
                        <a:spcAft>
                          <a:spcPts val="1000"/>
                        </a:spcAft>
                        <a:buNone/>
                      </a:pPr>
                      <a:r>
                        <a:rPr lang="en-US" sz="1400" dirty="0">
                          <a:effectLst/>
                        </a:rPr>
                        <a:t>Size </a:t>
                      </a:r>
                      <a:endParaRPr lang="en-IN" sz="12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15000"/>
                        </a:lnSpc>
                        <a:spcAft>
                          <a:spcPts val="1000"/>
                        </a:spcAft>
                        <a:buNone/>
                      </a:pPr>
                      <a:r>
                        <a:rPr lang="en-US" sz="1400">
                          <a:effectLst/>
                        </a:rPr>
                        <a:t>Compact and smaller.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15000"/>
                        </a:lnSpc>
                        <a:spcAft>
                          <a:spcPts val="1000"/>
                        </a:spcAft>
                        <a:buNone/>
                      </a:pPr>
                      <a:r>
                        <a:rPr lang="en-US" sz="1400">
                          <a:effectLst/>
                        </a:rPr>
                        <a:t>Can be larger, depending on the number of components.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3511539840"/>
                  </a:ext>
                </a:extLst>
              </a:tr>
              <a:tr h="351417">
                <a:tc>
                  <a:txBody>
                    <a:bodyPr/>
                    <a:lstStyle/>
                    <a:p>
                      <a:pPr>
                        <a:lnSpc>
                          <a:spcPct val="115000"/>
                        </a:lnSpc>
                        <a:spcAft>
                          <a:spcPts val="1000"/>
                        </a:spcAft>
                        <a:buNone/>
                      </a:pPr>
                      <a:r>
                        <a:rPr lang="en-US" sz="1400">
                          <a:effectLst/>
                        </a:rPr>
                        <a:t>Flexibility &amp; Customization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15000"/>
                        </a:lnSpc>
                        <a:spcAft>
                          <a:spcPts val="1000"/>
                        </a:spcAft>
                        <a:buNone/>
                      </a:pPr>
                      <a:r>
                        <a:rPr lang="en-US" sz="1400">
                          <a:effectLst/>
                        </a:rPr>
                        <a:t>Limited customization options.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15000"/>
                        </a:lnSpc>
                        <a:spcAft>
                          <a:spcPts val="1000"/>
                        </a:spcAft>
                        <a:buNone/>
                      </a:pPr>
                      <a:r>
                        <a:rPr lang="en-US" sz="1400">
                          <a:effectLst/>
                        </a:rPr>
                        <a:t>High flexibility and customization.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542594389"/>
                  </a:ext>
                </a:extLst>
              </a:tr>
              <a:tr h="351417">
                <a:tc>
                  <a:txBody>
                    <a:bodyPr/>
                    <a:lstStyle/>
                    <a:p>
                      <a:pPr>
                        <a:lnSpc>
                          <a:spcPct val="115000"/>
                        </a:lnSpc>
                        <a:spcAft>
                          <a:spcPts val="1000"/>
                        </a:spcAft>
                        <a:buNone/>
                      </a:pPr>
                      <a:r>
                        <a:rPr lang="en-US" sz="1400">
                          <a:effectLst/>
                        </a:rPr>
                        <a:t>Repair/Modification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15000"/>
                        </a:lnSpc>
                        <a:spcAft>
                          <a:spcPts val="1000"/>
                        </a:spcAft>
                        <a:buNone/>
                      </a:pPr>
                      <a:r>
                        <a:rPr lang="en-US" sz="1400">
                          <a:effectLst/>
                        </a:rPr>
                        <a:t>Difficult to repair or modify.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15000"/>
                        </a:lnSpc>
                        <a:spcAft>
                          <a:spcPts val="1000"/>
                        </a:spcAft>
                        <a:buNone/>
                      </a:pPr>
                      <a:r>
                        <a:rPr lang="en-US" sz="1400">
                          <a:effectLst/>
                        </a:rPr>
                        <a:t>Easier to repair and modify due to modular nature.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2465370421"/>
                  </a:ext>
                </a:extLst>
              </a:tr>
              <a:tr h="691935">
                <a:tc>
                  <a:txBody>
                    <a:bodyPr/>
                    <a:lstStyle/>
                    <a:p>
                      <a:pPr>
                        <a:lnSpc>
                          <a:spcPct val="115000"/>
                        </a:lnSpc>
                        <a:spcAft>
                          <a:spcPts val="1000"/>
                        </a:spcAft>
                        <a:buNone/>
                      </a:pPr>
                      <a:r>
                        <a:rPr lang="en-US" sz="1400">
                          <a:effectLst/>
                        </a:rPr>
                        <a:t>Cost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15000"/>
                        </a:lnSpc>
                        <a:spcAft>
                          <a:spcPts val="1000"/>
                        </a:spcAft>
                        <a:buNone/>
                      </a:pPr>
                      <a:r>
                        <a:rPr lang="en-US" sz="1400">
                          <a:effectLst/>
                        </a:rPr>
                        <a:t>Generally lower for mass-produced units.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15000"/>
                        </a:lnSpc>
                        <a:spcAft>
                          <a:spcPts val="1000"/>
                        </a:spcAft>
                        <a:buNone/>
                      </a:pPr>
                      <a:r>
                        <a:rPr lang="en-US" sz="1400">
                          <a:effectLst/>
                        </a:rPr>
                        <a:t>Cost varies; can be higher due to complexity, but also cheaper for certain specialized applications.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225104984"/>
                  </a:ext>
                </a:extLst>
              </a:tr>
              <a:tr h="351417">
                <a:tc>
                  <a:txBody>
                    <a:bodyPr/>
                    <a:lstStyle/>
                    <a:p>
                      <a:pPr>
                        <a:lnSpc>
                          <a:spcPct val="115000"/>
                        </a:lnSpc>
                        <a:spcAft>
                          <a:spcPts val="1000"/>
                        </a:spcAft>
                        <a:buNone/>
                      </a:pPr>
                      <a:r>
                        <a:rPr lang="en-US" sz="1400">
                          <a:effectLst/>
                        </a:rPr>
                        <a:t>Speed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15000"/>
                        </a:lnSpc>
                        <a:spcAft>
                          <a:spcPts val="1000"/>
                        </a:spcAft>
                        <a:buNone/>
                      </a:pPr>
                      <a:r>
                        <a:rPr lang="en-US" sz="1400">
                          <a:effectLst/>
                        </a:rPr>
                        <a:t>High speed.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15000"/>
                        </a:lnSpc>
                        <a:spcAft>
                          <a:spcPts val="1000"/>
                        </a:spcAft>
                        <a:buNone/>
                      </a:pPr>
                      <a:r>
                        <a:rPr lang="en-US" sz="1400">
                          <a:effectLst/>
                        </a:rPr>
                        <a:t>Generally lower speed compared to monolithic ICs.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596401822"/>
                  </a:ext>
                </a:extLst>
              </a:tr>
              <a:tr h="691935">
                <a:tc>
                  <a:txBody>
                    <a:bodyPr/>
                    <a:lstStyle/>
                    <a:p>
                      <a:pPr>
                        <a:lnSpc>
                          <a:spcPct val="115000"/>
                        </a:lnSpc>
                        <a:spcAft>
                          <a:spcPts val="1000"/>
                        </a:spcAft>
                        <a:buNone/>
                      </a:pPr>
                      <a:r>
                        <a:rPr lang="en-US" sz="1400">
                          <a:effectLst/>
                        </a:rPr>
                        <a:t>Complexity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15000"/>
                        </a:lnSpc>
                        <a:spcAft>
                          <a:spcPts val="1000"/>
                        </a:spcAft>
                        <a:buNone/>
                      </a:pPr>
                      <a:r>
                        <a:rPr lang="en-US" sz="1400">
                          <a:effectLst/>
                        </a:rPr>
                        <a:t>Simpler in terms of a single chip's integration. </a:t>
                      </a:r>
                      <a:endParaRPr lang="en-IN" sz="12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15000"/>
                        </a:lnSpc>
                        <a:spcAft>
                          <a:spcPts val="1000"/>
                        </a:spcAft>
                        <a:buNone/>
                      </a:pPr>
                      <a:r>
                        <a:rPr lang="en-US" sz="1400" dirty="0">
                          <a:effectLst/>
                        </a:rPr>
                        <a:t>More complex due to the integration of different technologies and components.</a:t>
                      </a:r>
                      <a:endParaRPr lang="en-IN" sz="12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3610187169"/>
                  </a:ext>
                </a:extLst>
              </a:tr>
            </a:tbl>
          </a:graphicData>
        </a:graphic>
      </p:graphicFrame>
    </p:spTree>
    <p:extLst>
      <p:ext uri="{BB962C8B-B14F-4D97-AF65-F5344CB8AC3E}">
        <p14:creationId xmlns:p14="http://schemas.microsoft.com/office/powerpoint/2010/main" val="2418823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C9C145AC-FE05-1BC4-7EDE-498B30CF6B21}"/>
              </a:ext>
            </a:extLst>
          </p:cNvPr>
          <p:cNvGraphicFramePr/>
          <p:nvPr>
            <p:extLst>
              <p:ext uri="{D42A27DB-BD31-4B8C-83A1-F6EECF244321}">
                <p14:modId xmlns:p14="http://schemas.microsoft.com/office/powerpoint/2010/main" val="2823684649"/>
              </p:ext>
            </p:extLst>
          </p:nvPr>
        </p:nvGraphicFramePr>
        <p:xfrm>
          <a:off x="804158" y="373627"/>
          <a:ext cx="10583684" cy="3352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Picture 8">
            <a:extLst>
              <a:ext uri="{FF2B5EF4-FFF2-40B4-BE49-F238E27FC236}">
                <a16:creationId xmlns:a16="http://schemas.microsoft.com/office/drawing/2014/main" id="{B20776D7-1B04-2C7A-1E0C-3B7011A1AD8B}"/>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25000"/>
                    </a14:imgEffect>
                  </a14:imgLayer>
                </a14:imgProps>
              </a:ext>
            </a:extLst>
          </a:blip>
          <a:stretch>
            <a:fillRect/>
          </a:stretch>
        </p:blipFill>
        <p:spPr>
          <a:xfrm>
            <a:off x="2065741" y="3936742"/>
            <a:ext cx="8060518" cy="2459141"/>
          </a:xfrm>
          <a:prstGeom prst="rect">
            <a:avLst/>
          </a:prstGeom>
        </p:spPr>
      </p:pic>
    </p:spTree>
    <p:extLst>
      <p:ext uri="{BB962C8B-B14F-4D97-AF65-F5344CB8AC3E}">
        <p14:creationId xmlns:p14="http://schemas.microsoft.com/office/powerpoint/2010/main" val="4198702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327CDA-2EE4-7C03-6026-A8F61F758482}"/>
              </a:ext>
            </a:extLst>
          </p:cNvPr>
          <p:cNvSpPr txBox="1"/>
          <p:nvPr/>
        </p:nvSpPr>
        <p:spPr>
          <a:xfrm>
            <a:off x="1425677" y="528452"/>
            <a:ext cx="10166555" cy="421326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495300">
              <a:lnSpc>
                <a:spcPct val="115000"/>
              </a:lnSpc>
              <a:buNone/>
            </a:pPr>
            <a:r>
              <a:rPr lang="en-US" sz="1800" b="1" dirty="0">
                <a:effectLst/>
                <a:latin typeface="Times New Roman" panose="02020603050405020304" pitchFamily="18" charset="0"/>
                <a:ea typeface="Times New Roman" panose="02020603050405020304" pitchFamily="18" charset="0"/>
                <a:cs typeface="Mangal" panose="02040503050203030202" pitchFamily="18" charset="0"/>
              </a:rPr>
              <a:t>Applications and significance</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p>
            <a:pPr marL="495300">
              <a:lnSpc>
                <a:spcPct val="115000"/>
              </a:lnSpc>
              <a:buNone/>
            </a:pPr>
            <a:r>
              <a:rPr lang="en-US" sz="1800" b="1" dirty="0">
                <a:effectLst/>
                <a:latin typeface="Times New Roman" panose="02020603050405020304" pitchFamily="18" charset="0"/>
                <a:ea typeface="Times New Roman" panose="02020603050405020304" pitchFamily="18" charset="0"/>
                <a:cs typeface="Mangal" panose="02040503050203030202" pitchFamily="18" charset="0"/>
              </a:rPr>
              <a:t> </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15000"/>
              </a:lnSpc>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Mangal" panose="02040503050203030202" pitchFamily="18" charset="0"/>
              </a:rPr>
              <a:t>SSI: Used for very basic logic circuits.</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15000"/>
              </a:lnSpc>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Mangal" panose="02040503050203030202" pitchFamily="18" charset="0"/>
              </a:rPr>
              <a:t>MSI: Enabled more complex logic circuits and was suitable for applications like </a:t>
            </a:r>
            <a:r>
              <a:rPr lang="en-US" dirty="0">
                <a:latin typeface="Times New Roman" panose="02020603050405020304" pitchFamily="18" charset="0"/>
                <a:ea typeface="Times New Roman" panose="02020603050405020304" pitchFamily="18" charset="0"/>
                <a:cs typeface="Mangal" panose="02040503050203030202" pitchFamily="18" charset="0"/>
              </a:rPr>
              <a:t>counters</a:t>
            </a:r>
            <a:r>
              <a:rPr lang="en-US" sz="1800" dirty="0">
                <a:effectLst/>
                <a:latin typeface="Times New Roman" panose="02020603050405020304" pitchFamily="18" charset="0"/>
                <a:ea typeface="Times New Roman" panose="02020603050405020304" pitchFamily="18" charset="0"/>
                <a:cs typeface="Mangal" panose="02040503050203030202" pitchFamily="18" charset="0"/>
              </a:rPr>
              <a:t>, </a:t>
            </a:r>
            <a:r>
              <a:rPr lang="en-US" dirty="0">
                <a:latin typeface="Times New Roman" panose="02020603050405020304" pitchFamily="18" charset="0"/>
                <a:ea typeface="Times New Roman" panose="02020603050405020304" pitchFamily="18" charset="0"/>
                <a:cs typeface="Mangal" panose="02040503050203030202" pitchFamily="18" charset="0"/>
              </a:rPr>
              <a:t>adders</a:t>
            </a:r>
            <a:r>
              <a:rPr lang="en-US" sz="1800" dirty="0">
                <a:effectLst/>
                <a:latin typeface="Times New Roman" panose="02020603050405020304" pitchFamily="18" charset="0"/>
                <a:ea typeface="Times New Roman" panose="02020603050405020304" pitchFamily="18" charset="0"/>
                <a:cs typeface="Mangal" panose="02040503050203030202" pitchFamily="18" charset="0"/>
              </a:rPr>
              <a:t>, and </a:t>
            </a:r>
            <a:r>
              <a:rPr lang="en-US" dirty="0">
                <a:latin typeface="Times New Roman" panose="02020603050405020304" pitchFamily="18" charset="0"/>
                <a:ea typeface="Times New Roman" panose="02020603050405020304" pitchFamily="18" charset="0"/>
                <a:cs typeface="Mangal" panose="02040503050203030202" pitchFamily="18" charset="0"/>
              </a:rPr>
              <a:t>decoders</a:t>
            </a:r>
            <a:r>
              <a:rPr lang="en-US" sz="1800" dirty="0">
                <a:effectLst/>
                <a:latin typeface="Times New Roman" panose="02020603050405020304" pitchFamily="18" charset="0"/>
                <a:ea typeface="Times New Roman" panose="02020603050405020304" pitchFamily="18" charset="0"/>
                <a:cs typeface="Mangal" panose="02040503050203030202" pitchFamily="18" charset="0"/>
              </a:rPr>
              <a:t>.</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15000"/>
              </a:lnSpc>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Mangal" panose="02040503050203030202" pitchFamily="18" charset="0"/>
              </a:rPr>
              <a:t>LSI: Revolutionized technology and made devices like the first </a:t>
            </a:r>
            <a:r>
              <a:rPr lang="en-US" dirty="0">
                <a:latin typeface="Times New Roman" panose="02020603050405020304" pitchFamily="18" charset="0"/>
                <a:ea typeface="Times New Roman" panose="02020603050405020304" pitchFamily="18" charset="0"/>
                <a:cs typeface="Mangal" panose="02040503050203030202" pitchFamily="18" charset="0"/>
              </a:rPr>
              <a:t>microprocessors</a:t>
            </a:r>
            <a:r>
              <a:rPr lang="en-US" sz="1800" dirty="0">
                <a:effectLst/>
                <a:latin typeface="Times New Roman" panose="02020603050405020304" pitchFamily="18" charset="0"/>
                <a:ea typeface="Times New Roman" panose="02020603050405020304" pitchFamily="18" charset="0"/>
                <a:cs typeface="Mangal" panose="02040503050203030202" pitchFamily="18" charset="0"/>
              </a:rPr>
              <a:t> possible.</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15000"/>
              </a:lnSpc>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Mangal" panose="02040503050203030202" pitchFamily="18" charset="0"/>
              </a:rPr>
              <a:t>VLSI: Enabled the growth of modern computing by fitting billions of transistors onto a single chip, leading to </a:t>
            </a:r>
            <a:r>
              <a:rPr lang="en-US" dirty="0">
                <a:latin typeface="Times New Roman" panose="02020603050405020304" pitchFamily="18" charset="0"/>
                <a:ea typeface="Times New Roman" panose="02020603050405020304" pitchFamily="18" charset="0"/>
                <a:cs typeface="Mangal" panose="02040503050203030202" pitchFamily="18" charset="0"/>
              </a:rPr>
              <a:t>modern CPUs</a:t>
            </a:r>
            <a:r>
              <a:rPr lang="en-US" sz="1800" dirty="0">
                <a:effectLst/>
                <a:latin typeface="Times New Roman" panose="02020603050405020304" pitchFamily="18" charset="0"/>
                <a:ea typeface="Times New Roman" panose="02020603050405020304" pitchFamily="18" charset="0"/>
                <a:cs typeface="Mangal" panose="02040503050203030202" pitchFamily="18" charset="0"/>
              </a:rPr>
              <a:t> and </a:t>
            </a:r>
            <a:r>
              <a:rPr lang="en-US" dirty="0">
                <a:latin typeface="Times New Roman" panose="02020603050405020304" pitchFamily="18" charset="0"/>
                <a:ea typeface="Times New Roman" panose="02020603050405020304" pitchFamily="18" charset="0"/>
                <a:cs typeface="Mangal" panose="02040503050203030202" pitchFamily="18" charset="0"/>
              </a:rPr>
              <a:t>memory chips</a:t>
            </a:r>
            <a:r>
              <a:rPr lang="en-US" sz="1800" dirty="0">
                <a:effectLst/>
                <a:latin typeface="Times New Roman" panose="02020603050405020304" pitchFamily="18" charset="0"/>
                <a:ea typeface="Times New Roman" panose="02020603050405020304" pitchFamily="18" charset="0"/>
                <a:cs typeface="Mangal" panose="02040503050203030202" pitchFamily="18" charset="0"/>
              </a:rPr>
              <a:t>.</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15000"/>
              </a:lnSpc>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Mangal" panose="02040503050203030202" pitchFamily="18" charset="0"/>
              </a:rPr>
              <a:t>ULSI: Supports modern computers by integrating even larger numbers of components, essentially extending the capabilities of VLSI. </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buNone/>
            </a:pPr>
            <a:r>
              <a:rPr lang="en-US" sz="1800" dirty="0">
                <a:effectLst/>
                <a:latin typeface="Times New Roman" panose="02020603050405020304" pitchFamily="18" charset="0"/>
                <a:ea typeface="Times New Roman" panose="02020603050405020304" pitchFamily="18" charset="0"/>
                <a:cs typeface="Mangal" panose="02040503050203030202" pitchFamily="18" charset="0"/>
              </a:rPr>
              <a:t> </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p>
            <a:pPr marL="180340">
              <a:lnSpc>
                <a:spcPct val="115000"/>
              </a:lnSpc>
              <a:spcAft>
                <a:spcPts val="1000"/>
              </a:spcAft>
              <a:buNone/>
            </a:pPr>
            <a:r>
              <a:rPr lang="en-US" sz="1800" dirty="0">
                <a:effectLst/>
                <a:latin typeface="Times New Roman" panose="02020603050405020304" pitchFamily="18" charset="0"/>
                <a:ea typeface="Times New Roman" panose="02020603050405020304" pitchFamily="18" charset="0"/>
                <a:cs typeface="Mangal" panose="02040503050203030202" pitchFamily="18" charset="0"/>
              </a:rPr>
              <a:t>The progression from SSI to ULSI has significantly reduced the size and cost of components while increasing their power and efficiency, a trend that continues to drive modern electronics. </a:t>
            </a:r>
            <a:endParaRPr lang="en-IN" sz="16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411467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BF280A16-DA5F-5784-34C9-FFD5B7AECFF1}"/>
              </a:ext>
            </a:extLst>
          </p:cNvPr>
          <p:cNvGrpSpPr/>
          <p:nvPr/>
        </p:nvGrpSpPr>
        <p:grpSpPr>
          <a:xfrm>
            <a:off x="4062380" y="211907"/>
            <a:ext cx="4344201" cy="895295"/>
            <a:chOff x="3776" y="0"/>
            <a:chExt cx="2492419" cy="1698926"/>
          </a:xfrm>
        </p:grpSpPr>
        <p:sp>
          <p:nvSpPr>
            <p:cNvPr id="17" name="Rectangle 16">
              <a:extLst>
                <a:ext uri="{FF2B5EF4-FFF2-40B4-BE49-F238E27FC236}">
                  <a16:creationId xmlns:a16="http://schemas.microsoft.com/office/drawing/2014/main" id="{111049D4-D32D-0E9A-1CE9-D08069993394}"/>
                </a:ext>
              </a:extLst>
            </p:cNvPr>
            <p:cNvSpPr/>
            <p:nvPr/>
          </p:nvSpPr>
          <p:spPr>
            <a:xfrm>
              <a:off x="3776" y="0"/>
              <a:ext cx="2492419" cy="169892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8" name="TextBox 17">
              <a:extLst>
                <a:ext uri="{FF2B5EF4-FFF2-40B4-BE49-F238E27FC236}">
                  <a16:creationId xmlns:a16="http://schemas.microsoft.com/office/drawing/2014/main" id="{931D508A-95DE-8CC6-0997-9EFD5150FFC0}"/>
                </a:ext>
              </a:extLst>
            </p:cNvPr>
            <p:cNvSpPr txBox="1"/>
            <p:nvPr/>
          </p:nvSpPr>
          <p:spPr>
            <a:xfrm>
              <a:off x="3776" y="0"/>
              <a:ext cx="2492419" cy="1698926"/>
            </a:xfrm>
            <a:prstGeom prst="rect">
              <a:avLst/>
            </a:prstGeom>
          </p:spPr>
          <p:style>
            <a:lnRef idx="2">
              <a:schemeClr val="accent1"/>
            </a:lnRef>
            <a:fillRef idx="1">
              <a:schemeClr val="lt1"/>
            </a:fillRef>
            <a:effectRef idx="0">
              <a:schemeClr val="accent1"/>
            </a:effectRef>
            <a:fontRef idx="minor">
              <a:schemeClr val="dk1"/>
            </a:fontRef>
          </p:style>
          <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US" sz="2800" b="1" kern="1200" dirty="0"/>
                <a:t>Integrated Circuits Fabrication Process</a:t>
              </a:r>
              <a:endParaRPr lang="en-IN" sz="2800" b="1" kern="1200" dirty="0"/>
            </a:p>
          </p:txBody>
        </p:sp>
      </p:grpSp>
      <p:sp>
        <p:nvSpPr>
          <p:cNvPr id="15" name="Rectangle 14">
            <a:extLst>
              <a:ext uri="{FF2B5EF4-FFF2-40B4-BE49-F238E27FC236}">
                <a16:creationId xmlns:a16="http://schemas.microsoft.com/office/drawing/2014/main" id="{89CBCF90-7835-26A8-2B51-66161486606A}"/>
              </a:ext>
            </a:extLst>
          </p:cNvPr>
          <p:cNvSpPr/>
          <p:nvPr/>
        </p:nvSpPr>
        <p:spPr>
          <a:xfrm>
            <a:off x="4191859" y="5240080"/>
            <a:ext cx="2492419" cy="169892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2" name="Rectangle 21">
            <a:extLst>
              <a:ext uri="{FF2B5EF4-FFF2-40B4-BE49-F238E27FC236}">
                <a16:creationId xmlns:a16="http://schemas.microsoft.com/office/drawing/2014/main" id="{50A0A3D6-4D74-7E66-E77A-93780C49447B}"/>
              </a:ext>
            </a:extLst>
          </p:cNvPr>
          <p:cNvSpPr/>
          <p:nvPr/>
        </p:nvSpPr>
        <p:spPr>
          <a:xfrm>
            <a:off x="4209691" y="2579537"/>
            <a:ext cx="3772617" cy="1698926"/>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graphicFrame>
        <p:nvGraphicFramePr>
          <p:cNvPr id="28" name="Diagram 27">
            <a:extLst>
              <a:ext uri="{FF2B5EF4-FFF2-40B4-BE49-F238E27FC236}">
                <a16:creationId xmlns:a16="http://schemas.microsoft.com/office/drawing/2014/main" id="{A1456DD9-005A-73C9-99F2-92533854273F}"/>
              </a:ext>
            </a:extLst>
          </p:cNvPr>
          <p:cNvGraphicFramePr/>
          <p:nvPr>
            <p:extLst>
              <p:ext uri="{D42A27DB-BD31-4B8C-83A1-F6EECF244321}">
                <p14:modId xmlns:p14="http://schemas.microsoft.com/office/powerpoint/2010/main" val="542075472"/>
              </p:ext>
            </p:extLst>
          </p:nvPr>
        </p:nvGraphicFramePr>
        <p:xfrm>
          <a:off x="399035" y="1958183"/>
          <a:ext cx="11670890" cy="34254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0754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
                                            <p:graphicEl>
                                              <a:dgm id="{E07B2E46-0258-4DB8-BB16-FE2B68F44033}"/>
                                            </p:graphicEl>
                                          </p:spTgt>
                                        </p:tgtEl>
                                        <p:attrNameLst>
                                          <p:attrName>style.visibility</p:attrName>
                                        </p:attrNameLst>
                                      </p:cBhvr>
                                      <p:to>
                                        <p:strVal val="visible"/>
                                      </p:to>
                                    </p:set>
                                    <p:anim calcmode="lin" valueType="num">
                                      <p:cBhvr additive="base">
                                        <p:cTn id="7" dur="500" fill="hold"/>
                                        <p:tgtEl>
                                          <p:spTgt spid="28">
                                            <p:graphicEl>
                                              <a:dgm id="{E07B2E46-0258-4DB8-BB16-FE2B68F44033}"/>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8">
                                            <p:graphicEl>
                                              <a:dgm id="{E07B2E46-0258-4DB8-BB16-FE2B68F44033}"/>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
                                            <p:graphicEl>
                                              <a:dgm id="{7822B88A-2720-4392-B1FB-E6C98A7DD991}"/>
                                            </p:graphicEl>
                                          </p:spTgt>
                                        </p:tgtEl>
                                        <p:attrNameLst>
                                          <p:attrName>style.visibility</p:attrName>
                                        </p:attrNameLst>
                                      </p:cBhvr>
                                      <p:to>
                                        <p:strVal val="visible"/>
                                      </p:to>
                                    </p:set>
                                    <p:anim calcmode="lin" valueType="num">
                                      <p:cBhvr additive="base">
                                        <p:cTn id="13" dur="500" fill="hold"/>
                                        <p:tgtEl>
                                          <p:spTgt spid="28">
                                            <p:graphicEl>
                                              <a:dgm id="{7822B88A-2720-4392-B1FB-E6C98A7DD991}"/>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
                                            <p:graphicEl>
                                              <a:dgm id="{7822B88A-2720-4392-B1FB-E6C98A7DD991}"/>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8">
                                            <p:graphicEl>
                                              <a:dgm id="{5D397757-BE41-4FD9-93F6-4FA5A26469CE}"/>
                                            </p:graphicEl>
                                          </p:spTgt>
                                        </p:tgtEl>
                                        <p:attrNameLst>
                                          <p:attrName>style.visibility</p:attrName>
                                        </p:attrNameLst>
                                      </p:cBhvr>
                                      <p:to>
                                        <p:strVal val="visible"/>
                                      </p:to>
                                    </p:set>
                                    <p:anim calcmode="lin" valueType="num">
                                      <p:cBhvr additive="base">
                                        <p:cTn id="17" dur="500" fill="hold"/>
                                        <p:tgtEl>
                                          <p:spTgt spid="28">
                                            <p:graphicEl>
                                              <a:dgm id="{5D397757-BE41-4FD9-93F6-4FA5A26469CE}"/>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28">
                                            <p:graphicEl>
                                              <a:dgm id="{5D397757-BE41-4FD9-93F6-4FA5A26469CE}"/>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8">
                                            <p:graphicEl>
                                              <a:dgm id="{684CAC9E-18D6-4F95-B5B6-BE9EEA64D7DF}"/>
                                            </p:graphicEl>
                                          </p:spTgt>
                                        </p:tgtEl>
                                        <p:attrNameLst>
                                          <p:attrName>style.visibility</p:attrName>
                                        </p:attrNameLst>
                                      </p:cBhvr>
                                      <p:to>
                                        <p:strVal val="visible"/>
                                      </p:to>
                                    </p:set>
                                    <p:anim calcmode="lin" valueType="num">
                                      <p:cBhvr additive="base">
                                        <p:cTn id="23" dur="500" fill="hold"/>
                                        <p:tgtEl>
                                          <p:spTgt spid="28">
                                            <p:graphicEl>
                                              <a:dgm id="{684CAC9E-18D6-4F95-B5B6-BE9EEA64D7DF}"/>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28">
                                            <p:graphicEl>
                                              <a:dgm id="{684CAC9E-18D6-4F95-B5B6-BE9EEA64D7DF}"/>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8">
                                            <p:graphicEl>
                                              <a:dgm id="{82D0B568-3B03-4952-A88F-7CF442A1B177}"/>
                                            </p:graphicEl>
                                          </p:spTgt>
                                        </p:tgtEl>
                                        <p:attrNameLst>
                                          <p:attrName>style.visibility</p:attrName>
                                        </p:attrNameLst>
                                      </p:cBhvr>
                                      <p:to>
                                        <p:strVal val="visible"/>
                                      </p:to>
                                    </p:set>
                                    <p:anim calcmode="lin" valueType="num">
                                      <p:cBhvr additive="base">
                                        <p:cTn id="27" dur="500" fill="hold"/>
                                        <p:tgtEl>
                                          <p:spTgt spid="28">
                                            <p:graphicEl>
                                              <a:dgm id="{82D0B568-3B03-4952-A88F-7CF442A1B177}"/>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28">
                                            <p:graphicEl>
                                              <a:dgm id="{82D0B568-3B03-4952-A88F-7CF442A1B177}"/>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8">
                                            <p:graphicEl>
                                              <a:dgm id="{8DBB38AB-8F31-456A-B6CF-7B4F7F5F744E}"/>
                                            </p:graphicEl>
                                          </p:spTgt>
                                        </p:tgtEl>
                                        <p:attrNameLst>
                                          <p:attrName>style.visibility</p:attrName>
                                        </p:attrNameLst>
                                      </p:cBhvr>
                                      <p:to>
                                        <p:strVal val="visible"/>
                                      </p:to>
                                    </p:set>
                                    <p:anim calcmode="lin" valueType="num">
                                      <p:cBhvr additive="base">
                                        <p:cTn id="33" dur="500" fill="hold"/>
                                        <p:tgtEl>
                                          <p:spTgt spid="28">
                                            <p:graphicEl>
                                              <a:dgm id="{8DBB38AB-8F31-456A-B6CF-7B4F7F5F744E}"/>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28">
                                            <p:graphicEl>
                                              <a:dgm id="{8DBB38AB-8F31-456A-B6CF-7B4F7F5F744E}"/>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8">
                                            <p:graphicEl>
                                              <a:dgm id="{A32C5639-C405-4CF1-AB83-9B114535396C}"/>
                                            </p:graphicEl>
                                          </p:spTgt>
                                        </p:tgtEl>
                                        <p:attrNameLst>
                                          <p:attrName>style.visibility</p:attrName>
                                        </p:attrNameLst>
                                      </p:cBhvr>
                                      <p:to>
                                        <p:strVal val="visible"/>
                                      </p:to>
                                    </p:set>
                                    <p:anim calcmode="lin" valueType="num">
                                      <p:cBhvr additive="base">
                                        <p:cTn id="37" dur="500" fill="hold"/>
                                        <p:tgtEl>
                                          <p:spTgt spid="28">
                                            <p:graphicEl>
                                              <a:dgm id="{A32C5639-C405-4CF1-AB83-9B114535396C}"/>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28">
                                            <p:graphicEl>
                                              <a:dgm id="{A32C5639-C405-4CF1-AB83-9B114535396C}"/>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8">
                                            <p:graphicEl>
                                              <a:dgm id="{E5A84FFF-C7AD-4A66-96C3-5B9F08BD4132}"/>
                                            </p:graphicEl>
                                          </p:spTgt>
                                        </p:tgtEl>
                                        <p:attrNameLst>
                                          <p:attrName>style.visibility</p:attrName>
                                        </p:attrNameLst>
                                      </p:cBhvr>
                                      <p:to>
                                        <p:strVal val="visible"/>
                                      </p:to>
                                    </p:set>
                                    <p:anim calcmode="lin" valueType="num">
                                      <p:cBhvr additive="base">
                                        <p:cTn id="43" dur="500" fill="hold"/>
                                        <p:tgtEl>
                                          <p:spTgt spid="28">
                                            <p:graphicEl>
                                              <a:dgm id="{E5A84FFF-C7AD-4A66-96C3-5B9F08BD4132}"/>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28">
                                            <p:graphicEl>
                                              <a:dgm id="{E5A84FFF-C7AD-4A66-96C3-5B9F08BD4132}"/>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8">
                                            <p:graphicEl>
                                              <a:dgm id="{D9D5DB07-8776-4706-837A-215CE4306AA6}"/>
                                            </p:graphicEl>
                                          </p:spTgt>
                                        </p:tgtEl>
                                        <p:attrNameLst>
                                          <p:attrName>style.visibility</p:attrName>
                                        </p:attrNameLst>
                                      </p:cBhvr>
                                      <p:to>
                                        <p:strVal val="visible"/>
                                      </p:to>
                                    </p:set>
                                    <p:anim calcmode="lin" valueType="num">
                                      <p:cBhvr additive="base">
                                        <p:cTn id="47" dur="500" fill="hold"/>
                                        <p:tgtEl>
                                          <p:spTgt spid="28">
                                            <p:graphicEl>
                                              <a:dgm id="{D9D5DB07-8776-4706-837A-215CE4306AA6}"/>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28">
                                            <p:graphicEl>
                                              <a:dgm id="{D9D5DB07-8776-4706-837A-215CE4306AA6}"/>
                                            </p:graphic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8">
                                            <p:graphicEl>
                                              <a:dgm id="{EAC547ED-B841-430F-A7AE-60BF32F8356F}"/>
                                            </p:graphicEl>
                                          </p:spTgt>
                                        </p:tgtEl>
                                        <p:attrNameLst>
                                          <p:attrName>style.visibility</p:attrName>
                                        </p:attrNameLst>
                                      </p:cBhvr>
                                      <p:to>
                                        <p:strVal val="visible"/>
                                      </p:to>
                                    </p:set>
                                    <p:anim calcmode="lin" valueType="num">
                                      <p:cBhvr additive="base">
                                        <p:cTn id="53" dur="500" fill="hold"/>
                                        <p:tgtEl>
                                          <p:spTgt spid="28">
                                            <p:graphicEl>
                                              <a:dgm id="{EAC547ED-B841-430F-A7AE-60BF32F8356F}"/>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28">
                                            <p:graphicEl>
                                              <a:dgm id="{EAC547ED-B841-430F-A7AE-60BF32F8356F}"/>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8">
                                            <p:graphicEl>
                                              <a:dgm id="{5DE5C751-1473-4C64-8CD2-749116669C4B}"/>
                                            </p:graphicEl>
                                          </p:spTgt>
                                        </p:tgtEl>
                                        <p:attrNameLst>
                                          <p:attrName>style.visibility</p:attrName>
                                        </p:attrNameLst>
                                      </p:cBhvr>
                                      <p:to>
                                        <p:strVal val="visible"/>
                                      </p:to>
                                    </p:set>
                                    <p:anim calcmode="lin" valueType="num">
                                      <p:cBhvr additive="base">
                                        <p:cTn id="57" dur="500" fill="hold"/>
                                        <p:tgtEl>
                                          <p:spTgt spid="28">
                                            <p:graphicEl>
                                              <a:dgm id="{5DE5C751-1473-4C64-8CD2-749116669C4B}"/>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28">
                                            <p:graphicEl>
                                              <a:dgm id="{5DE5C751-1473-4C64-8CD2-749116669C4B}"/>
                                            </p:graphic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28">
                                            <p:graphicEl>
                                              <a:dgm id="{0D5BA1DE-DF14-4BF5-9AE0-1DBE23E2DF1B}"/>
                                            </p:graphicEl>
                                          </p:spTgt>
                                        </p:tgtEl>
                                        <p:attrNameLst>
                                          <p:attrName>style.visibility</p:attrName>
                                        </p:attrNameLst>
                                      </p:cBhvr>
                                      <p:to>
                                        <p:strVal val="visible"/>
                                      </p:to>
                                    </p:set>
                                    <p:anim calcmode="lin" valueType="num">
                                      <p:cBhvr additive="base">
                                        <p:cTn id="63" dur="500" fill="hold"/>
                                        <p:tgtEl>
                                          <p:spTgt spid="28">
                                            <p:graphicEl>
                                              <a:dgm id="{0D5BA1DE-DF14-4BF5-9AE0-1DBE23E2DF1B}"/>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28">
                                            <p:graphicEl>
                                              <a:dgm id="{0D5BA1DE-DF14-4BF5-9AE0-1DBE23E2DF1B}"/>
                                            </p:graphic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8">
                                            <p:graphicEl>
                                              <a:dgm id="{AA2D1E01-E1BA-4EFD-9378-0B8610B346CC}"/>
                                            </p:graphicEl>
                                          </p:spTgt>
                                        </p:tgtEl>
                                        <p:attrNameLst>
                                          <p:attrName>style.visibility</p:attrName>
                                        </p:attrNameLst>
                                      </p:cBhvr>
                                      <p:to>
                                        <p:strVal val="visible"/>
                                      </p:to>
                                    </p:set>
                                    <p:anim calcmode="lin" valueType="num">
                                      <p:cBhvr additive="base">
                                        <p:cTn id="67" dur="500" fill="hold"/>
                                        <p:tgtEl>
                                          <p:spTgt spid="28">
                                            <p:graphicEl>
                                              <a:dgm id="{AA2D1E01-E1BA-4EFD-9378-0B8610B346CC}"/>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28">
                                            <p:graphicEl>
                                              <a:dgm id="{AA2D1E01-E1BA-4EFD-9378-0B8610B346CC}"/>
                                            </p:graphic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28">
                                            <p:graphicEl>
                                              <a:dgm id="{C43DA7BD-77B2-4A7C-B52C-826A374E41EE}"/>
                                            </p:graphicEl>
                                          </p:spTgt>
                                        </p:tgtEl>
                                        <p:attrNameLst>
                                          <p:attrName>style.visibility</p:attrName>
                                        </p:attrNameLst>
                                      </p:cBhvr>
                                      <p:to>
                                        <p:strVal val="visible"/>
                                      </p:to>
                                    </p:set>
                                    <p:anim calcmode="lin" valueType="num">
                                      <p:cBhvr additive="base">
                                        <p:cTn id="73" dur="500" fill="hold"/>
                                        <p:tgtEl>
                                          <p:spTgt spid="28">
                                            <p:graphicEl>
                                              <a:dgm id="{C43DA7BD-77B2-4A7C-B52C-826A374E41EE}"/>
                                            </p:graphicEl>
                                          </p:spTgt>
                                        </p:tgtEl>
                                        <p:attrNameLst>
                                          <p:attrName>ppt_x</p:attrName>
                                        </p:attrNameLst>
                                      </p:cBhvr>
                                      <p:tavLst>
                                        <p:tav tm="0">
                                          <p:val>
                                            <p:strVal val="#ppt_x"/>
                                          </p:val>
                                        </p:tav>
                                        <p:tav tm="100000">
                                          <p:val>
                                            <p:strVal val="#ppt_x"/>
                                          </p:val>
                                        </p:tav>
                                      </p:tavLst>
                                    </p:anim>
                                    <p:anim calcmode="lin" valueType="num">
                                      <p:cBhvr additive="base">
                                        <p:cTn id="74" dur="500" fill="hold"/>
                                        <p:tgtEl>
                                          <p:spTgt spid="28">
                                            <p:graphicEl>
                                              <a:dgm id="{C43DA7BD-77B2-4A7C-B52C-826A374E41EE}"/>
                                            </p:graphicEl>
                                          </p:spTgt>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8">
                                            <p:graphicEl>
                                              <a:dgm id="{A764C1EF-A248-4B5B-B62F-C65733A4E20C}"/>
                                            </p:graphicEl>
                                          </p:spTgt>
                                        </p:tgtEl>
                                        <p:attrNameLst>
                                          <p:attrName>style.visibility</p:attrName>
                                        </p:attrNameLst>
                                      </p:cBhvr>
                                      <p:to>
                                        <p:strVal val="visible"/>
                                      </p:to>
                                    </p:set>
                                    <p:anim calcmode="lin" valueType="num">
                                      <p:cBhvr additive="base">
                                        <p:cTn id="77" dur="500" fill="hold"/>
                                        <p:tgtEl>
                                          <p:spTgt spid="28">
                                            <p:graphicEl>
                                              <a:dgm id="{A764C1EF-A248-4B5B-B62F-C65733A4E20C}"/>
                                            </p:graphicEl>
                                          </p:spTgt>
                                        </p:tgtEl>
                                        <p:attrNameLst>
                                          <p:attrName>ppt_x</p:attrName>
                                        </p:attrNameLst>
                                      </p:cBhvr>
                                      <p:tavLst>
                                        <p:tav tm="0">
                                          <p:val>
                                            <p:strVal val="#ppt_x"/>
                                          </p:val>
                                        </p:tav>
                                        <p:tav tm="100000">
                                          <p:val>
                                            <p:strVal val="#ppt_x"/>
                                          </p:val>
                                        </p:tav>
                                      </p:tavLst>
                                    </p:anim>
                                    <p:anim calcmode="lin" valueType="num">
                                      <p:cBhvr additive="base">
                                        <p:cTn id="78" dur="500" fill="hold"/>
                                        <p:tgtEl>
                                          <p:spTgt spid="28">
                                            <p:graphicEl>
                                              <a:dgm id="{A764C1EF-A248-4B5B-B62F-C65733A4E20C}"/>
                                            </p:graphicEl>
                                          </p:spTgt>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28">
                                            <p:graphicEl>
                                              <a:dgm id="{7338594F-BEF5-4817-80AA-AB8C73BB49C3}"/>
                                            </p:graphicEl>
                                          </p:spTgt>
                                        </p:tgtEl>
                                        <p:attrNameLst>
                                          <p:attrName>style.visibility</p:attrName>
                                        </p:attrNameLst>
                                      </p:cBhvr>
                                      <p:to>
                                        <p:strVal val="visible"/>
                                      </p:to>
                                    </p:set>
                                    <p:anim calcmode="lin" valueType="num">
                                      <p:cBhvr additive="base">
                                        <p:cTn id="83" dur="500" fill="hold"/>
                                        <p:tgtEl>
                                          <p:spTgt spid="28">
                                            <p:graphicEl>
                                              <a:dgm id="{7338594F-BEF5-4817-80AA-AB8C73BB49C3}"/>
                                            </p:graphicEl>
                                          </p:spTgt>
                                        </p:tgtEl>
                                        <p:attrNameLst>
                                          <p:attrName>ppt_x</p:attrName>
                                        </p:attrNameLst>
                                      </p:cBhvr>
                                      <p:tavLst>
                                        <p:tav tm="0">
                                          <p:val>
                                            <p:strVal val="#ppt_x"/>
                                          </p:val>
                                        </p:tav>
                                        <p:tav tm="100000">
                                          <p:val>
                                            <p:strVal val="#ppt_x"/>
                                          </p:val>
                                        </p:tav>
                                      </p:tavLst>
                                    </p:anim>
                                    <p:anim calcmode="lin" valueType="num">
                                      <p:cBhvr additive="base">
                                        <p:cTn id="84" dur="500" fill="hold"/>
                                        <p:tgtEl>
                                          <p:spTgt spid="28">
                                            <p:graphicEl>
                                              <a:dgm id="{7338594F-BEF5-4817-80AA-AB8C73BB49C3}"/>
                                            </p:graphicEl>
                                          </p:spTgt>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8">
                                            <p:graphicEl>
                                              <a:dgm id="{69D89AD2-5C3E-4B6C-8473-BDD2221804A6}"/>
                                            </p:graphicEl>
                                          </p:spTgt>
                                        </p:tgtEl>
                                        <p:attrNameLst>
                                          <p:attrName>style.visibility</p:attrName>
                                        </p:attrNameLst>
                                      </p:cBhvr>
                                      <p:to>
                                        <p:strVal val="visible"/>
                                      </p:to>
                                    </p:set>
                                    <p:anim calcmode="lin" valueType="num">
                                      <p:cBhvr additive="base">
                                        <p:cTn id="87" dur="500" fill="hold"/>
                                        <p:tgtEl>
                                          <p:spTgt spid="28">
                                            <p:graphicEl>
                                              <a:dgm id="{69D89AD2-5C3E-4B6C-8473-BDD2221804A6}"/>
                                            </p:graphicEl>
                                          </p:spTgt>
                                        </p:tgtEl>
                                        <p:attrNameLst>
                                          <p:attrName>ppt_x</p:attrName>
                                        </p:attrNameLst>
                                      </p:cBhvr>
                                      <p:tavLst>
                                        <p:tav tm="0">
                                          <p:val>
                                            <p:strVal val="#ppt_x"/>
                                          </p:val>
                                        </p:tav>
                                        <p:tav tm="100000">
                                          <p:val>
                                            <p:strVal val="#ppt_x"/>
                                          </p:val>
                                        </p:tav>
                                      </p:tavLst>
                                    </p:anim>
                                    <p:anim calcmode="lin" valueType="num">
                                      <p:cBhvr additive="base">
                                        <p:cTn id="88" dur="500" fill="hold"/>
                                        <p:tgtEl>
                                          <p:spTgt spid="28">
                                            <p:graphicEl>
                                              <a:dgm id="{69D89AD2-5C3E-4B6C-8473-BDD2221804A6}"/>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8" grpId="0">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3">
            <a:extLst>
              <a:ext uri="{FF2B5EF4-FFF2-40B4-BE49-F238E27FC236}">
                <a16:creationId xmlns:a16="http://schemas.microsoft.com/office/drawing/2014/main" id="{738EC0CF-033E-0674-F615-BFC13065F390}"/>
              </a:ext>
            </a:extLst>
          </p:cNvPr>
          <p:cNvSpPr>
            <a:spLocks noChangeArrowheads="1"/>
          </p:cNvSpPr>
          <p:nvPr/>
        </p:nvSpPr>
        <p:spPr bwMode="auto">
          <a:xfrm>
            <a:off x="314632" y="697482"/>
            <a:ext cx="11110452" cy="5463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indent="-342900" algn="just">
              <a:buFont typeface="+mj-lt"/>
              <a:buAutoNum type="arabicPeriod"/>
            </a:pPr>
            <a:r>
              <a:rPr kumimoji="0" lang="en-US" altLang="en-US" sz="1600" b="1" i="0" u="none" strike="noStrike" cap="none" normalizeH="0" baseline="0" dirty="0">
                <a:ln>
                  <a:noFill/>
                </a:ln>
                <a:solidFill>
                  <a:schemeClr val="tx1"/>
                </a:solidFill>
                <a:effectLst/>
                <a:latin typeface="Google Sans Text"/>
              </a:rPr>
              <a:t>Wafer Preparation:</a:t>
            </a:r>
            <a:r>
              <a:rPr kumimoji="0" lang="en-US" altLang="en-US" sz="1600" b="0" i="0" u="none" strike="noStrike" cap="none" normalizeH="0" baseline="0" dirty="0">
                <a:ln>
                  <a:noFill/>
                </a:ln>
                <a:solidFill>
                  <a:schemeClr val="tx1"/>
                </a:solidFill>
                <a:effectLst/>
                <a:latin typeface="Google Sans Text"/>
              </a:rPr>
              <a:t> Starts with a highly pure, single-crystal silicon ingot that is cut into thin wafers, then ground and polished to a mirror-like finish.</a:t>
            </a:r>
            <a:r>
              <a:rPr lang="en-US" sz="1600" b="1" dirty="0"/>
              <a:t> </a:t>
            </a:r>
            <a:r>
              <a:rPr lang="en-US" sz="1600" dirty="0"/>
              <a:t>This initial stage creates the foundation for the entire IC.  </a:t>
            </a:r>
            <a:r>
              <a:rPr lang="en-US" sz="1600" b="1" dirty="0"/>
              <a:t>Crystal Growth:</a:t>
            </a:r>
            <a:r>
              <a:rPr lang="en-US" sz="1600" dirty="0"/>
              <a:t> Highly purified silicon is melted, and a seed crystal is slowly pulled from the melt, forming a large, single-crystal cylinder called an </a:t>
            </a:r>
            <a:r>
              <a:rPr lang="en-US" sz="1600" b="1" dirty="0"/>
              <a:t>Ingot</a:t>
            </a:r>
            <a:r>
              <a:rPr lang="en-US" sz="1600" dirty="0"/>
              <a:t>. </a:t>
            </a:r>
            <a:r>
              <a:rPr lang="en-US" sz="1600" b="1" dirty="0"/>
              <a:t>Slicing:</a:t>
            </a:r>
            <a:r>
              <a:rPr lang="en-US" sz="1600" dirty="0"/>
              <a:t> The ingot is precisely sliced into thin, circular </a:t>
            </a:r>
            <a:r>
              <a:rPr lang="en-US" sz="1600" b="1" dirty="0"/>
              <a:t>wafers</a:t>
            </a:r>
            <a:r>
              <a:rPr lang="en-US" sz="1600" dirty="0"/>
              <a:t> (typically 300 mm in diameter today). </a:t>
            </a:r>
            <a:r>
              <a:rPr lang="en-US" sz="1600" b="1" dirty="0"/>
              <a:t>Polishing and Cleaning:</a:t>
            </a:r>
            <a:r>
              <a:rPr lang="en-US" sz="1600" dirty="0"/>
              <a:t> The wafers are ground and polished to a near-atomic flatness and subjected to rigorous chemical cleaning to remove all surface contaminants.</a:t>
            </a:r>
            <a:endParaRPr lang="en-US" sz="1600" dirty="0">
              <a:latin typeface="Google Sans Text"/>
            </a:endParaRPr>
          </a:p>
          <a:p>
            <a:pPr marL="342900" indent="-342900" algn="just">
              <a:buFont typeface="+mj-lt"/>
              <a:buAutoNum type="arabicPeriod"/>
            </a:pPr>
            <a:r>
              <a:rPr kumimoji="0" lang="en-US" altLang="en-US" sz="1600" b="1" i="0" u="none" strike="noStrike" cap="none" normalizeH="0" baseline="0" dirty="0">
                <a:ln>
                  <a:noFill/>
                </a:ln>
                <a:solidFill>
                  <a:schemeClr val="tx1"/>
                </a:solidFill>
                <a:effectLst/>
                <a:latin typeface="Google Sans Text"/>
              </a:rPr>
              <a:t>Oxidation:</a:t>
            </a:r>
            <a:r>
              <a:rPr kumimoji="0" lang="en-US" altLang="en-US" sz="1600" b="0" i="0" u="none" strike="noStrike" cap="none" normalizeH="0" baseline="0" dirty="0">
                <a:ln>
                  <a:noFill/>
                </a:ln>
                <a:solidFill>
                  <a:schemeClr val="tx1"/>
                </a:solidFill>
                <a:effectLst/>
                <a:latin typeface="Google Sans Text"/>
              </a:rPr>
              <a:t> Growing a thin layer of </a:t>
            </a:r>
            <a:r>
              <a:rPr kumimoji="0" lang="en-US" altLang="en-US" sz="1600" b="1" i="0" u="none" strike="noStrike" cap="none" normalizeH="0" baseline="0" dirty="0">
                <a:ln>
                  <a:noFill/>
                </a:ln>
                <a:solidFill>
                  <a:schemeClr val="tx1"/>
                </a:solidFill>
                <a:effectLst/>
                <a:latin typeface="Google Sans Text"/>
              </a:rPr>
              <a:t>silicon dioxide </a:t>
            </a:r>
            <a:r>
              <a:rPr kumimoji="0" lang="en-US" altLang="en-US" sz="1600" b="0" i="0" u="none" strike="noStrike" cap="none" normalizeH="0" baseline="0" dirty="0">
                <a:ln>
                  <a:noFill/>
                </a:ln>
                <a:solidFill>
                  <a:schemeClr val="tx1"/>
                </a:solidFill>
                <a:effectLst/>
                <a:latin typeface="Google Sans Text"/>
              </a:rPr>
              <a:t>on the silicon surface, typically in a high-temperature furnace. This layer acts as an </a:t>
            </a:r>
            <a:r>
              <a:rPr kumimoji="0" lang="en-US" altLang="en-US" sz="1600" b="1" i="0" u="none" strike="noStrike" cap="none" normalizeH="0" baseline="0" dirty="0">
                <a:ln>
                  <a:noFill/>
                </a:ln>
                <a:solidFill>
                  <a:schemeClr val="tx1"/>
                </a:solidFill>
                <a:effectLst/>
                <a:latin typeface="Google Sans Text"/>
              </a:rPr>
              <a:t>insulator</a:t>
            </a:r>
            <a:r>
              <a:rPr kumimoji="0" lang="en-US" altLang="en-US" sz="1600" b="0" i="0" u="none" strike="noStrike" cap="none" normalizeH="0" baseline="0" dirty="0">
                <a:ln>
                  <a:noFill/>
                </a:ln>
                <a:solidFill>
                  <a:schemeClr val="tx1"/>
                </a:solidFill>
                <a:effectLst/>
                <a:latin typeface="Google Sans Text"/>
              </a:rPr>
              <a:t> (e.g., the gate oxide in a MOSFET) or as a </a:t>
            </a:r>
            <a:r>
              <a:rPr kumimoji="0" lang="en-US" altLang="en-US" sz="1600" b="1" i="0" u="none" strike="noStrike" cap="none" normalizeH="0" baseline="0" dirty="0">
                <a:ln>
                  <a:noFill/>
                </a:ln>
                <a:solidFill>
                  <a:schemeClr val="tx1"/>
                </a:solidFill>
                <a:effectLst/>
                <a:latin typeface="Google Sans Text"/>
              </a:rPr>
              <a:t>mask</a:t>
            </a:r>
            <a:r>
              <a:rPr kumimoji="0" lang="en-US" altLang="en-US" sz="1600" b="0" i="0" u="none" strike="noStrike" cap="none" normalizeH="0" baseline="0" dirty="0">
                <a:ln>
                  <a:noFill/>
                </a:ln>
                <a:solidFill>
                  <a:schemeClr val="tx1"/>
                </a:solidFill>
                <a:effectLst/>
                <a:latin typeface="Google Sans Text"/>
              </a:rPr>
              <a:t> during doping.</a:t>
            </a:r>
          </a:p>
          <a:p>
            <a:pPr marL="342900" indent="-342900" algn="just">
              <a:buFont typeface="+mj-lt"/>
              <a:buAutoNum type="arabicPeriod"/>
            </a:pPr>
            <a:r>
              <a:rPr kumimoji="0" lang="en-US" altLang="en-US" sz="1600" b="1" i="0" u="none" strike="noStrike" cap="none" normalizeH="0" baseline="0" dirty="0">
                <a:ln>
                  <a:noFill/>
                </a:ln>
                <a:solidFill>
                  <a:schemeClr val="tx1"/>
                </a:solidFill>
                <a:effectLst/>
                <a:latin typeface="Google Sans Text"/>
              </a:rPr>
              <a:t>Photolithography</a:t>
            </a:r>
            <a:r>
              <a:rPr kumimoji="0" lang="en-US" altLang="en-US" sz="1600" b="0" i="0" u="none" strike="noStrike" cap="none" normalizeH="0" baseline="0" dirty="0">
                <a:ln>
                  <a:noFill/>
                </a:ln>
                <a:solidFill>
                  <a:schemeClr val="tx1"/>
                </a:solidFill>
                <a:effectLst/>
                <a:latin typeface="Google Sans Text"/>
              </a:rPr>
              <a:t> : The process of transferring a circuit pattern from a photomask onto the wafer surface. A light-sensitive material called </a:t>
            </a:r>
            <a:r>
              <a:rPr kumimoji="0" lang="en-US" altLang="en-US" sz="1600" b="1" i="0" u="none" strike="noStrike" cap="none" normalizeH="0" baseline="0" dirty="0">
                <a:ln>
                  <a:noFill/>
                </a:ln>
                <a:solidFill>
                  <a:schemeClr val="tx1"/>
                </a:solidFill>
                <a:effectLst/>
                <a:latin typeface="Google Sans Text"/>
              </a:rPr>
              <a:t>photoresist</a:t>
            </a:r>
            <a:r>
              <a:rPr kumimoji="0" lang="en-US" altLang="en-US" sz="1600" b="0" i="0" u="none" strike="noStrike" cap="none" normalizeH="0" baseline="0" dirty="0">
                <a:ln>
                  <a:noFill/>
                </a:ln>
                <a:solidFill>
                  <a:schemeClr val="tx1"/>
                </a:solidFill>
                <a:effectLst/>
                <a:latin typeface="Google Sans Text"/>
              </a:rPr>
              <a:t> is coated onto the wafer, exposed to UV light through the mask, and then developed to selectively remove parts of the photoresist, leaving a pattern.</a:t>
            </a:r>
          </a:p>
          <a:p>
            <a:pPr marL="342900" indent="-342900" algn="just">
              <a:buFont typeface="+mj-lt"/>
              <a:buAutoNum type="arabicPeriod"/>
            </a:pPr>
            <a:r>
              <a:rPr kumimoji="0" lang="en-US" altLang="en-US" sz="1600" b="1" i="0" u="none" strike="noStrike" cap="none" normalizeH="0" baseline="0" dirty="0">
                <a:ln>
                  <a:noFill/>
                </a:ln>
                <a:solidFill>
                  <a:schemeClr val="tx1"/>
                </a:solidFill>
                <a:effectLst/>
                <a:latin typeface="Google Sans Text"/>
              </a:rPr>
              <a:t>Etching:</a:t>
            </a:r>
            <a:r>
              <a:rPr kumimoji="0" lang="en-US" altLang="en-US" sz="1600" b="0" i="0" u="none" strike="noStrike" cap="none" normalizeH="0" baseline="0" dirty="0">
                <a:ln>
                  <a:noFill/>
                </a:ln>
                <a:solidFill>
                  <a:schemeClr val="tx1"/>
                </a:solidFill>
                <a:effectLst/>
                <a:latin typeface="Google Sans Text"/>
              </a:rPr>
              <a:t> Selectively removing unmasked layers of material  polysilicon) using wet chemicals or, more commonly, dry plasma etching. This transfers the photoresist pattern onto the wafer material.</a:t>
            </a:r>
          </a:p>
          <a:p>
            <a:pPr marL="342900" indent="-342900" algn="just">
              <a:buFont typeface="+mj-lt"/>
              <a:buAutoNum type="arabicPeriod"/>
            </a:pPr>
            <a:r>
              <a:rPr kumimoji="0" lang="en-US" altLang="en-US" sz="1600" b="1" i="0" u="none" strike="noStrike" cap="none" normalizeH="0" baseline="0" dirty="0">
                <a:ln>
                  <a:noFill/>
                </a:ln>
                <a:solidFill>
                  <a:schemeClr val="tx1"/>
                </a:solidFill>
                <a:effectLst/>
                <a:latin typeface="Google Sans Text"/>
              </a:rPr>
              <a:t>Doping (Diffusion / Ion Implantation):</a:t>
            </a:r>
            <a:r>
              <a:rPr kumimoji="0" lang="en-US" altLang="en-US" sz="1600" b="0" i="0" u="none" strike="noStrike" cap="none" normalizeH="0" baseline="0" dirty="0">
                <a:ln>
                  <a:noFill/>
                </a:ln>
                <a:solidFill>
                  <a:schemeClr val="tx1"/>
                </a:solidFill>
                <a:effectLst/>
                <a:latin typeface="Google Sans Text"/>
              </a:rPr>
              <a:t> Introducing impurity atoms (dopants like Boron for p-type or Phosphorus/Arsenic for n-type) into the silicon to change its electrical conductivity. </a:t>
            </a:r>
            <a:r>
              <a:rPr kumimoji="0" lang="en-US" altLang="en-US" sz="1600" b="1" i="0" u="none" strike="noStrike" cap="none" normalizeH="0" baseline="0" dirty="0">
                <a:ln>
                  <a:noFill/>
                </a:ln>
                <a:solidFill>
                  <a:schemeClr val="tx1"/>
                </a:solidFill>
                <a:effectLst/>
                <a:latin typeface="Google Sans Text"/>
              </a:rPr>
              <a:t>Ion Implantation</a:t>
            </a:r>
            <a:r>
              <a:rPr kumimoji="0" lang="en-US" altLang="en-US" sz="1600" b="0" i="0" u="none" strike="noStrike" cap="none" normalizeH="0" baseline="0" dirty="0">
                <a:ln>
                  <a:noFill/>
                </a:ln>
                <a:solidFill>
                  <a:schemeClr val="tx1"/>
                </a:solidFill>
                <a:effectLst/>
                <a:latin typeface="Google Sans Text"/>
              </a:rPr>
              <a:t> is the most common modern method, where ions are accelerated and precisely embedded into the silicon substrate.</a:t>
            </a:r>
          </a:p>
          <a:p>
            <a:pPr marL="342900" indent="-342900" algn="just">
              <a:buFont typeface="+mj-lt"/>
              <a:buAutoNum type="arabicPeriod"/>
            </a:pPr>
            <a:r>
              <a:rPr kumimoji="0" lang="en-US" altLang="en-US" sz="1600" b="1" i="0" u="none" strike="noStrike" cap="none" normalizeH="0" baseline="0" dirty="0">
                <a:ln>
                  <a:noFill/>
                </a:ln>
                <a:solidFill>
                  <a:schemeClr val="tx1"/>
                </a:solidFill>
                <a:effectLst/>
                <a:latin typeface="Google Sans Text"/>
              </a:rPr>
              <a:t>Metallization:</a:t>
            </a:r>
            <a:r>
              <a:rPr kumimoji="0" lang="en-US" altLang="en-US" sz="1600" b="0" i="0" u="none" strike="noStrike" cap="none" normalizeH="0" baseline="0" dirty="0">
                <a:ln>
                  <a:noFill/>
                </a:ln>
                <a:solidFill>
                  <a:schemeClr val="tx1"/>
                </a:solidFill>
                <a:effectLst/>
                <a:latin typeface="Google Sans Text"/>
              </a:rPr>
              <a:t> Depositing and patterning layers of </a:t>
            </a:r>
            <a:r>
              <a:rPr kumimoji="0" lang="en-US" altLang="en-US" sz="1600" b="1" i="0" u="none" strike="noStrike" cap="none" normalizeH="0" baseline="0" dirty="0">
                <a:ln>
                  <a:noFill/>
                </a:ln>
                <a:solidFill>
                  <a:schemeClr val="tx1"/>
                </a:solidFill>
                <a:effectLst/>
                <a:latin typeface="Google Sans Text"/>
              </a:rPr>
              <a:t>metal</a:t>
            </a:r>
            <a:r>
              <a:rPr kumimoji="0" lang="en-US" altLang="en-US" sz="1600" b="0" i="0" u="none" strike="noStrike" cap="none" normalizeH="0" baseline="0" dirty="0">
                <a:ln>
                  <a:noFill/>
                </a:ln>
                <a:solidFill>
                  <a:schemeClr val="tx1"/>
                </a:solidFill>
                <a:effectLst/>
                <a:latin typeface="Google Sans Text"/>
              </a:rPr>
              <a:t> (e.g., copper or aluminum) to create the interconnections (wires) that link the various components (like MOSFETs) together.</a:t>
            </a:r>
          </a:p>
          <a:p>
            <a:pPr marL="342900" indent="-342900" algn="just">
              <a:buFont typeface="+mj-lt"/>
              <a:buAutoNum type="arabicPeriod"/>
            </a:pPr>
            <a:r>
              <a:rPr lang="en-US" altLang="en-US" sz="1600" b="1" dirty="0">
                <a:latin typeface="Google Sans Text"/>
              </a:rPr>
              <a:t>Isolation/Deposition:</a:t>
            </a:r>
            <a:r>
              <a:rPr lang="en-US" altLang="en-US" sz="1600" dirty="0">
                <a:latin typeface="Google Sans Text"/>
              </a:rPr>
              <a:t> Adding thin films of material (semiconductors, insulators, or metals) onto the wafer surface, often via </a:t>
            </a:r>
            <a:r>
              <a:rPr lang="en-US" altLang="en-US" sz="1600" b="1" dirty="0">
                <a:latin typeface="Google Sans Text"/>
              </a:rPr>
              <a:t>Chemical Vapor Deposition (CVD)</a:t>
            </a:r>
            <a:r>
              <a:rPr lang="en-US" altLang="en-US" sz="1600" dirty="0">
                <a:latin typeface="Google Sans Text"/>
              </a:rPr>
              <a:t> or </a:t>
            </a:r>
            <a:r>
              <a:rPr lang="en-US" altLang="en-US" sz="1600" b="1" dirty="0">
                <a:latin typeface="Google Sans Text"/>
              </a:rPr>
              <a:t>Physical Vapor Deposition (PVD)</a:t>
            </a:r>
            <a:r>
              <a:rPr lang="en-US" altLang="en-US" sz="1600" dirty="0">
                <a:latin typeface="Google Sans Text"/>
              </a:rPr>
              <a:t>.</a:t>
            </a:r>
            <a:r>
              <a:rPr lang="en-US" sz="1600" dirty="0"/>
              <a:t> These steps are also crucial. Isolation uses techniques to separate individual components, while deposition adds layers of different materials. </a:t>
            </a:r>
            <a:endParaRPr lang="en-US" altLang="en-US" sz="1600" dirty="0">
              <a:latin typeface="Google Sans Text"/>
            </a:endParaRPr>
          </a:p>
          <a:p>
            <a:pPr marL="342900" indent="-342900" algn="just">
              <a:buFont typeface="+mj-lt"/>
              <a:buAutoNum type="arabicPeriod"/>
            </a:pPr>
            <a:r>
              <a:rPr lang="en-US" altLang="en-US" sz="1600" b="1" dirty="0">
                <a:solidFill>
                  <a:srgbClr val="0A0A0A"/>
                </a:solidFill>
                <a:latin typeface="Google Sans"/>
              </a:rPr>
              <a:t>Testing and packaging:</a:t>
            </a:r>
            <a:r>
              <a:rPr lang="en-US" altLang="en-US" sz="1600" dirty="0">
                <a:solidFill>
                  <a:srgbClr val="0A0A0A"/>
                </a:solidFill>
                <a:latin typeface="Google Sans"/>
              </a:rPr>
              <a:t> Once all layers are complete, the wafer is cut into individual chips (dies). Each chip is tested, and then placed into a protective housing called a package, which also provides the external electrical connections. </a:t>
            </a:r>
          </a:p>
        </p:txBody>
      </p:sp>
      <p:sp>
        <p:nvSpPr>
          <p:cNvPr id="4" name="Rectangle 3">
            <a:extLst>
              <a:ext uri="{FF2B5EF4-FFF2-40B4-BE49-F238E27FC236}">
                <a16:creationId xmlns:a16="http://schemas.microsoft.com/office/drawing/2014/main" id="{16B451CC-C687-560F-AEC0-D1FC0BFE5284}"/>
              </a:ext>
            </a:extLst>
          </p:cNvPr>
          <p:cNvSpPr>
            <a:spLocks noChangeArrowheads="1"/>
          </p:cNvSpPr>
          <p:nvPr/>
        </p:nvSpPr>
        <p:spPr bwMode="auto">
          <a:xfrm>
            <a:off x="0" y="-234649"/>
            <a:ext cx="65" cy="4692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FB05E937-3C9E-F153-AF39-03E9C3A89F9E}"/>
              </a:ext>
            </a:extLst>
          </p:cNvPr>
          <p:cNvSpPr txBox="1"/>
          <p:nvPr/>
        </p:nvSpPr>
        <p:spPr>
          <a:xfrm>
            <a:off x="3048000" y="328150"/>
            <a:ext cx="6096000"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i="0" u="none" strike="noStrike" normalizeH="0" baseline="0" dirty="0">
                <a:ln w="0"/>
                <a:solidFill>
                  <a:schemeClr val="tx1"/>
                </a:solidFill>
                <a:effectLst>
                  <a:outerShdw blurRad="38100" dist="19050" dir="2700000" algn="tl" rotWithShape="0">
                    <a:schemeClr val="dk1">
                      <a:alpha val="40000"/>
                    </a:schemeClr>
                  </a:outerShdw>
                </a:effectLst>
                <a:latin typeface="Google Sans Text"/>
              </a:rPr>
              <a:t>The major processes used repeatedly in IC fabrication include:</a:t>
            </a:r>
            <a:endParaRPr kumimoji="0" lang="en-US" altLang="en-US" sz="1800" i="0" u="none" strike="noStrike" normalizeH="0" baseline="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09811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2CEB87-970E-2807-7FC3-278AFFC393D4}"/>
              </a:ext>
            </a:extLst>
          </p:cNvPr>
          <p:cNvPicPr>
            <a:picLocks noChangeAspect="1"/>
          </p:cNvPicPr>
          <p:nvPr/>
        </p:nvPicPr>
        <p:blipFill>
          <a:blip r:embed="rId2"/>
          <a:srcRect l="7537"/>
          <a:stretch>
            <a:fillRect/>
          </a:stretch>
        </p:blipFill>
        <p:spPr>
          <a:xfrm>
            <a:off x="363793" y="1802097"/>
            <a:ext cx="5975587" cy="2671581"/>
          </a:xfrm>
          <a:prstGeom prst="rect">
            <a:avLst/>
          </a:prstGeom>
        </p:spPr>
      </p:pic>
      <p:pic>
        <p:nvPicPr>
          <p:cNvPr id="4" name="Picture 3">
            <a:extLst>
              <a:ext uri="{FF2B5EF4-FFF2-40B4-BE49-F238E27FC236}">
                <a16:creationId xmlns:a16="http://schemas.microsoft.com/office/drawing/2014/main" id="{8339DC44-D374-0D20-35BF-6F309154CC7F}"/>
              </a:ext>
            </a:extLst>
          </p:cNvPr>
          <p:cNvPicPr>
            <a:picLocks noChangeAspect="1"/>
          </p:cNvPicPr>
          <p:nvPr/>
        </p:nvPicPr>
        <p:blipFill>
          <a:blip r:embed="rId3"/>
          <a:srcRect t="1240" b="-1"/>
          <a:stretch>
            <a:fillRect/>
          </a:stretch>
        </p:blipFill>
        <p:spPr>
          <a:xfrm>
            <a:off x="6619062" y="1372335"/>
            <a:ext cx="4996824" cy="4113330"/>
          </a:xfrm>
          <a:prstGeom prst="rect">
            <a:avLst/>
          </a:prstGeom>
        </p:spPr>
      </p:pic>
      <p:grpSp>
        <p:nvGrpSpPr>
          <p:cNvPr id="5" name="Group 4">
            <a:extLst>
              <a:ext uri="{FF2B5EF4-FFF2-40B4-BE49-F238E27FC236}">
                <a16:creationId xmlns:a16="http://schemas.microsoft.com/office/drawing/2014/main" id="{38FA905C-B251-3C9A-BFAF-1B70C8B4684D}"/>
              </a:ext>
            </a:extLst>
          </p:cNvPr>
          <p:cNvGrpSpPr/>
          <p:nvPr/>
        </p:nvGrpSpPr>
        <p:grpSpPr>
          <a:xfrm>
            <a:off x="1623980" y="336467"/>
            <a:ext cx="8886704" cy="676256"/>
            <a:chOff x="3776" y="0"/>
            <a:chExt cx="2492419" cy="1698926"/>
          </a:xfrm>
        </p:grpSpPr>
        <p:sp>
          <p:nvSpPr>
            <p:cNvPr id="6" name="Rectangle 5">
              <a:extLst>
                <a:ext uri="{FF2B5EF4-FFF2-40B4-BE49-F238E27FC236}">
                  <a16:creationId xmlns:a16="http://schemas.microsoft.com/office/drawing/2014/main" id="{69A08DE1-8AF6-AAD0-BA72-12F92D840C31}"/>
                </a:ext>
              </a:extLst>
            </p:cNvPr>
            <p:cNvSpPr/>
            <p:nvPr/>
          </p:nvSpPr>
          <p:spPr>
            <a:xfrm>
              <a:off x="3776" y="0"/>
              <a:ext cx="2492419" cy="1698926"/>
            </a:xfrm>
            <a:prstGeom prst="rect">
              <a:avLst/>
            </a:prstGeom>
          </p:spPr>
          <p:style>
            <a:lnRef idx="2">
              <a:schemeClr val="accent2"/>
            </a:lnRef>
            <a:fillRef idx="1">
              <a:schemeClr val="lt1"/>
            </a:fillRef>
            <a:effectRef idx="0">
              <a:schemeClr val="accent2"/>
            </a:effectRef>
            <a:fontRef idx="minor">
              <a:schemeClr val="dk1"/>
            </a:fontRef>
          </p:style>
        </p:sp>
        <p:sp>
          <p:nvSpPr>
            <p:cNvPr id="7" name="TextBox 6">
              <a:extLst>
                <a:ext uri="{FF2B5EF4-FFF2-40B4-BE49-F238E27FC236}">
                  <a16:creationId xmlns:a16="http://schemas.microsoft.com/office/drawing/2014/main" id="{9940C05E-2B86-5464-8B1A-6D20F6F0094C}"/>
                </a:ext>
              </a:extLst>
            </p:cNvPr>
            <p:cNvSpPr txBox="1"/>
            <p:nvPr/>
          </p:nvSpPr>
          <p:spPr>
            <a:xfrm>
              <a:off x="3776" y="0"/>
              <a:ext cx="2492419" cy="1698926"/>
            </a:xfrm>
            <a:prstGeom prst="rect">
              <a:avLst/>
            </a:prstGeom>
          </p:spPr>
          <p:style>
            <a:lnRef idx="2">
              <a:schemeClr val="accent2"/>
            </a:lnRef>
            <a:fillRef idx="1">
              <a:schemeClr val="lt1"/>
            </a:fillRef>
            <a:effectRef idx="0">
              <a:schemeClr val="accent2"/>
            </a:effectRef>
            <a:fontRef idx="minor">
              <a:schemeClr val="dk1"/>
            </a:fontRef>
          </p:style>
          <p:txBody>
            <a:bodyPr spcFirstLastPara="0" vert="horz" wrap="square" lIns="78232" tIns="78232" rIns="78232" bIns="78232" numCol="1" spcCol="1270" anchor="b" anchorCtr="0">
              <a:noAutofit/>
            </a:bodyPr>
            <a:lstStyle/>
            <a:p>
              <a:pPr marL="0" lvl="0" indent="0" algn="ctr" defTabSz="488950">
                <a:lnSpc>
                  <a:spcPct val="90000"/>
                </a:lnSpc>
                <a:spcBef>
                  <a:spcPct val="0"/>
                </a:spcBef>
                <a:spcAft>
                  <a:spcPct val="35000"/>
                </a:spcAft>
                <a:buNone/>
              </a:pPr>
              <a:r>
                <a:rPr lang="en-US" sz="2800" b="1" kern="1200" dirty="0"/>
                <a:t>Integrated Circuits Fabrication Process</a:t>
              </a:r>
              <a:endParaRPr lang="en-IN" sz="2800" b="1" kern="1200" dirty="0"/>
            </a:p>
          </p:txBody>
        </p:sp>
      </p:grpSp>
    </p:spTree>
    <p:extLst>
      <p:ext uri="{BB962C8B-B14F-4D97-AF65-F5344CB8AC3E}">
        <p14:creationId xmlns:p14="http://schemas.microsoft.com/office/powerpoint/2010/main" val="2467879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a:extLst>
              <a:ext uri="{FF2B5EF4-FFF2-40B4-BE49-F238E27FC236}">
                <a16:creationId xmlns:a16="http://schemas.microsoft.com/office/drawing/2014/main" id="{26925FB0-9D86-A6BC-555F-BA97D9A00D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9161" y="4241238"/>
            <a:ext cx="3287536" cy="235858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3">
            <a:extLst>
              <a:ext uri="{FF2B5EF4-FFF2-40B4-BE49-F238E27FC236}">
                <a16:creationId xmlns:a16="http://schemas.microsoft.com/office/drawing/2014/main" id="{EFF436C0-98C8-3E33-A468-0AB3B9EED8FF}"/>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b="13561"/>
          <a:stretch>
            <a:fillRect/>
          </a:stretch>
        </p:blipFill>
        <p:spPr bwMode="auto">
          <a:xfrm>
            <a:off x="7516861" y="3214739"/>
            <a:ext cx="4080187" cy="2358591"/>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1">
            <a:extLst>
              <a:ext uri="{FF2B5EF4-FFF2-40B4-BE49-F238E27FC236}">
                <a16:creationId xmlns:a16="http://schemas.microsoft.com/office/drawing/2014/main" id="{4A6410BA-BC21-D4F7-8459-973B3008A931}"/>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6881500" y="258174"/>
            <a:ext cx="5182015" cy="143514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71AB9613-55F3-9C81-2CE4-251038E33C2B}"/>
              </a:ext>
            </a:extLst>
          </p:cNvPr>
          <p:cNvSpPr>
            <a:spLocks noChangeArrowheads="1"/>
          </p:cNvSpPr>
          <p:nvPr/>
        </p:nvSpPr>
        <p:spPr bwMode="auto">
          <a:xfrm>
            <a:off x="0" y="28352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4" name="Rectangle 6">
            <a:extLst>
              <a:ext uri="{FF2B5EF4-FFF2-40B4-BE49-F238E27FC236}">
                <a16:creationId xmlns:a16="http://schemas.microsoft.com/office/drawing/2014/main" id="{553D2B80-C5B1-5D36-0D31-11665D123380}"/>
              </a:ext>
            </a:extLst>
          </p:cNvPr>
          <p:cNvSpPr>
            <a:spLocks noChangeArrowheads="1"/>
          </p:cNvSpPr>
          <p:nvPr/>
        </p:nvSpPr>
        <p:spPr bwMode="auto">
          <a:xfrm>
            <a:off x="8226961" y="1881168"/>
            <a:ext cx="229742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Op-amp symbol</a:t>
            </a:r>
            <a:endParaRPr kumimoji="0" lang="en-GB"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32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37603BF3-3AEA-9C91-80FA-7081D5DFDF7F}"/>
              </a:ext>
            </a:extLst>
          </p:cNvPr>
          <p:cNvSpPr txBox="1"/>
          <p:nvPr/>
        </p:nvSpPr>
        <p:spPr>
          <a:xfrm>
            <a:off x="8110947" y="5941323"/>
            <a:ext cx="6096000" cy="73866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741 PIN CONFIGURATION</a:t>
            </a:r>
            <a:endParaRPr kumimoji="0" lang="en-GB"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4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F145E29D-D99C-F538-AD78-C0E0C2795B9F}"/>
              </a:ext>
            </a:extLst>
          </p:cNvPr>
          <p:cNvSpPr txBox="1"/>
          <p:nvPr/>
        </p:nvSpPr>
        <p:spPr>
          <a:xfrm>
            <a:off x="455845" y="258175"/>
            <a:ext cx="6548283" cy="3963457"/>
          </a:xfrm>
          <a:prstGeom prst="rect">
            <a:avLst/>
          </a:prstGeom>
          <a:noFill/>
        </p:spPr>
        <p:txBody>
          <a:bodyPr wrap="square">
            <a:spAutoFit/>
          </a:bodyPr>
          <a:lstStyle/>
          <a:p>
            <a:pPr>
              <a:lnSpc>
                <a:spcPct val="115000"/>
              </a:lnSpc>
              <a:spcAft>
                <a:spcPts val="1000"/>
              </a:spcAft>
              <a:buNone/>
            </a:pPr>
            <a:r>
              <a:rPr lang="en-GB" sz="2400" b="1" dirty="0">
                <a:effectLst/>
                <a:latin typeface="Times New Roman" panose="02020603050405020304" pitchFamily="18" charset="0"/>
                <a:ea typeface="Calibri" panose="020F0502020204030204" pitchFamily="34" charset="0"/>
                <a:cs typeface="Mangal" panose="02040503050203030202" pitchFamily="18" charset="0"/>
              </a:rPr>
              <a:t>OPERATIONAL AMPLIFIER (OP-AMP.)</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buNone/>
            </a:pPr>
            <a:r>
              <a:rPr lang="en-GB" sz="2000" b="1" dirty="0">
                <a:effectLst/>
                <a:latin typeface="Times New Roman" panose="02020603050405020304" pitchFamily="18" charset="0"/>
                <a:ea typeface="Calibri" panose="020F0502020204030204" pitchFamily="34" charset="0"/>
                <a:cs typeface="Mangal" panose="02040503050203030202" pitchFamily="18" charset="0"/>
              </a:rPr>
              <a:t>3.1 Introduction</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15000"/>
              </a:lnSpc>
              <a:spcAft>
                <a:spcPts val="800"/>
              </a:spcAft>
              <a:buFont typeface="Symbol" panose="05050102010706020507" pitchFamily="18" charset="2"/>
              <a:buChar char=""/>
            </a:pPr>
            <a:r>
              <a:rPr lang="en-GB" sz="1800" dirty="0">
                <a:effectLst/>
                <a:latin typeface="Times New Roman" panose="02020603050405020304" pitchFamily="18" charset="0"/>
                <a:ea typeface="Calibri" panose="020F0502020204030204" pitchFamily="34" charset="0"/>
                <a:cs typeface="Mangal" panose="02040503050203030202" pitchFamily="18" charset="0"/>
              </a:rPr>
              <a:t>Operational Amplifier (Op-amp) is a very high voltage gain, DC coupled Differential amplifier.</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15000"/>
              </a:lnSpc>
              <a:spcAft>
                <a:spcPts val="800"/>
              </a:spcAft>
              <a:buFont typeface="Symbol" panose="05050102010706020507" pitchFamily="18" charset="2"/>
              <a:buChar char=""/>
            </a:pPr>
            <a:r>
              <a:rPr lang="en-GB" sz="1800" dirty="0">
                <a:effectLst/>
                <a:latin typeface="Times New Roman" panose="02020603050405020304" pitchFamily="18" charset="0"/>
                <a:ea typeface="Calibri" panose="020F0502020204030204" pitchFamily="34" charset="0"/>
                <a:cs typeface="Mangal" panose="02040503050203030202" pitchFamily="18" charset="0"/>
              </a:rPr>
              <a:t>It is basically an integrated circuit (IC).</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15000"/>
              </a:lnSpc>
              <a:spcAft>
                <a:spcPts val="800"/>
              </a:spcAft>
              <a:buFont typeface="Symbol" panose="05050102010706020507" pitchFamily="18" charset="2"/>
              <a:buChar char=""/>
            </a:pPr>
            <a:r>
              <a:rPr lang="en-GB" sz="1800" dirty="0">
                <a:effectLst/>
                <a:latin typeface="Times New Roman" panose="02020603050405020304" pitchFamily="18" charset="0"/>
                <a:ea typeface="Calibri" panose="020F0502020204030204" pitchFamily="34" charset="0"/>
                <a:cs typeface="Mangal" panose="02040503050203030202" pitchFamily="18" charset="0"/>
              </a:rPr>
              <a:t>Op-amp can amplify a weak signal as well as it can implement various mathematical operations like addition, subtraction, comparisons, log/antilog values, integration, differentiation etc, so that known as Operational Amplifier.</a:t>
            </a:r>
            <a:endParaRPr lang="en-IN" sz="16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15000"/>
              </a:lnSpc>
              <a:spcAft>
                <a:spcPts val="800"/>
              </a:spcAft>
              <a:buFont typeface="Symbol" panose="05050102010706020507" pitchFamily="18" charset="2"/>
              <a:buChar char=""/>
            </a:pPr>
            <a:r>
              <a:rPr lang="en-GB" sz="1800" dirty="0">
                <a:effectLst/>
                <a:latin typeface="Times New Roman" panose="02020603050405020304" pitchFamily="18" charset="0"/>
                <a:ea typeface="Calibri" panose="020F0502020204030204" pitchFamily="34" charset="0"/>
                <a:cs typeface="Mangal" panose="02040503050203030202" pitchFamily="18" charset="0"/>
              </a:rPr>
              <a:t>The Basic building block of Op-amp is a “Differential amplifier”.</a:t>
            </a:r>
            <a:endParaRPr lang="en-IN" sz="16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126190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5">
            <a:extLst>
              <a:ext uri="{FF2B5EF4-FFF2-40B4-BE49-F238E27FC236}">
                <a16:creationId xmlns:a16="http://schemas.microsoft.com/office/drawing/2014/main" id="{5D97914E-68B8-EF42-4C30-AD87872528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4551" y="364423"/>
            <a:ext cx="5730875" cy="237013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6">
            <a:extLst>
              <a:ext uri="{FF2B5EF4-FFF2-40B4-BE49-F238E27FC236}">
                <a16:creationId xmlns:a16="http://schemas.microsoft.com/office/drawing/2014/main" id="{8A38FF02-FB54-B5F3-800E-892A6DBFBD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0519" y="3548674"/>
            <a:ext cx="5730875" cy="1736725"/>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8">
            <a:extLst>
              <a:ext uri="{FF2B5EF4-FFF2-40B4-BE49-F238E27FC236}">
                <a16:creationId xmlns:a16="http://schemas.microsoft.com/office/drawing/2014/main" id="{4F2D2C8A-B24F-3CF2-85EA-9E3BE09A3A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498" y="4667703"/>
            <a:ext cx="3276600" cy="17827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Diagram 6">
            <a:extLst>
              <a:ext uri="{FF2B5EF4-FFF2-40B4-BE49-F238E27FC236}">
                <a16:creationId xmlns:a16="http://schemas.microsoft.com/office/drawing/2014/main" id="{E48DD451-360C-8141-EFC2-CAC90ECBE7C1}"/>
              </a:ext>
            </a:extLst>
          </p:cNvPr>
          <p:cNvGraphicFramePr/>
          <p:nvPr>
            <p:extLst>
              <p:ext uri="{D42A27DB-BD31-4B8C-83A1-F6EECF244321}">
                <p14:modId xmlns:p14="http://schemas.microsoft.com/office/powerpoint/2010/main" val="2137985205"/>
              </p:ext>
            </p:extLst>
          </p:nvPr>
        </p:nvGraphicFramePr>
        <p:xfrm>
          <a:off x="359490" y="69455"/>
          <a:ext cx="4827639" cy="469573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6" name="Rectangle 9">
            <a:extLst>
              <a:ext uri="{FF2B5EF4-FFF2-40B4-BE49-F238E27FC236}">
                <a16:creationId xmlns:a16="http://schemas.microsoft.com/office/drawing/2014/main" id="{0478F223-7393-95DA-8EF2-04284CE23ACC}"/>
              </a:ext>
            </a:extLst>
          </p:cNvPr>
          <p:cNvSpPr>
            <a:spLocks noChangeArrowheads="1"/>
          </p:cNvSpPr>
          <p:nvPr/>
        </p:nvSpPr>
        <p:spPr bwMode="auto">
          <a:xfrm>
            <a:off x="457200" y="85566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Fig 3.3 Open loop congigurations</a:t>
            </a:r>
            <a:endParaRPr kumimoji="0" lang="en-GB" altLang="en-US"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309B5AE6-CB4C-C05B-539A-FACD8C1103B9}"/>
              </a:ext>
            </a:extLst>
          </p:cNvPr>
          <p:cNvSpPr txBox="1"/>
          <p:nvPr/>
        </p:nvSpPr>
        <p:spPr>
          <a:xfrm>
            <a:off x="7069394" y="364423"/>
            <a:ext cx="6096000" cy="369332"/>
          </a:xfrm>
          <a:prstGeom prst="rect">
            <a:avLst/>
          </a:prstGeom>
          <a:noFill/>
        </p:spPr>
        <p:txBody>
          <a:bodyPr wrap="square">
            <a:spAutoFit/>
          </a:bodyPr>
          <a:lstStyle/>
          <a:p>
            <a:pPr lvl="0"/>
            <a:r>
              <a:rPr lang="en-GB" b="1" i="0" baseline="0" dirty="0"/>
              <a:t>Open loop (no feedback)</a:t>
            </a:r>
            <a:endParaRPr lang="en-IN" b="1" dirty="0"/>
          </a:p>
        </p:txBody>
      </p:sp>
      <p:sp>
        <p:nvSpPr>
          <p:cNvPr id="13" name="TextBox 12">
            <a:extLst>
              <a:ext uri="{FF2B5EF4-FFF2-40B4-BE49-F238E27FC236}">
                <a16:creationId xmlns:a16="http://schemas.microsoft.com/office/drawing/2014/main" id="{2CEEE424-0CE8-CA41-A3D7-DDDA7E811B67}"/>
              </a:ext>
            </a:extLst>
          </p:cNvPr>
          <p:cNvSpPr txBox="1"/>
          <p:nvPr/>
        </p:nvSpPr>
        <p:spPr>
          <a:xfrm>
            <a:off x="6435214" y="4667703"/>
            <a:ext cx="6582696" cy="369332"/>
          </a:xfrm>
          <a:prstGeom prst="rect">
            <a:avLst/>
          </a:prstGeom>
          <a:noFill/>
        </p:spPr>
        <p:txBody>
          <a:bodyPr wrap="square">
            <a:spAutoFit/>
          </a:bodyPr>
          <a:lstStyle/>
          <a:p>
            <a:pPr lvl="0"/>
            <a:r>
              <a:rPr lang="en-GB" b="1" dirty="0"/>
              <a:t>Double ended (Differential) input</a:t>
            </a:r>
            <a:endParaRPr lang="en-IN" dirty="0"/>
          </a:p>
        </p:txBody>
      </p:sp>
      <p:sp>
        <p:nvSpPr>
          <p:cNvPr id="15" name="TextBox 14">
            <a:extLst>
              <a:ext uri="{FF2B5EF4-FFF2-40B4-BE49-F238E27FC236}">
                <a16:creationId xmlns:a16="http://schemas.microsoft.com/office/drawing/2014/main" id="{B68A5152-B47C-C97C-A965-11A88E70ED18}"/>
              </a:ext>
            </a:extLst>
          </p:cNvPr>
          <p:cNvSpPr txBox="1"/>
          <p:nvPr/>
        </p:nvSpPr>
        <p:spPr>
          <a:xfrm>
            <a:off x="1651208" y="5969147"/>
            <a:ext cx="6582696" cy="369332"/>
          </a:xfrm>
          <a:prstGeom prst="rect">
            <a:avLst/>
          </a:prstGeom>
          <a:noFill/>
        </p:spPr>
        <p:txBody>
          <a:bodyPr wrap="square">
            <a:spAutoFit/>
          </a:bodyPr>
          <a:lstStyle/>
          <a:p>
            <a:pPr lvl="0"/>
            <a:r>
              <a:rPr lang="en-GB" b="1" dirty="0"/>
              <a:t>Common mode operation</a:t>
            </a:r>
            <a:endParaRPr lang="en-IN" b="1" dirty="0"/>
          </a:p>
        </p:txBody>
      </p:sp>
    </p:spTree>
    <p:extLst>
      <p:ext uri="{BB962C8B-B14F-4D97-AF65-F5344CB8AC3E}">
        <p14:creationId xmlns:p14="http://schemas.microsoft.com/office/powerpoint/2010/main" val="72082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BF3F39-C89E-7896-C95A-14C5DBD4AB8B}"/>
              </a:ext>
            </a:extLst>
          </p:cNvPr>
          <p:cNvSpPr txBox="1"/>
          <p:nvPr/>
        </p:nvSpPr>
        <p:spPr>
          <a:xfrm>
            <a:off x="879988" y="132552"/>
            <a:ext cx="10274708" cy="659289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lnSpc>
                <a:spcPct val="115000"/>
              </a:lnSpc>
              <a:spcAft>
                <a:spcPts val="1000"/>
              </a:spcAft>
              <a:buNone/>
            </a:pPr>
            <a:r>
              <a:rPr lang="en-GB" b="1" dirty="0">
                <a:effectLst/>
                <a:latin typeface="Times New Roman" panose="02020603050405020304" pitchFamily="18" charset="0"/>
                <a:ea typeface="Calibri" panose="020F0502020204030204" pitchFamily="34" charset="0"/>
                <a:cs typeface="Mangal" panose="02040503050203030202" pitchFamily="18" charset="0"/>
              </a:rPr>
              <a:t>Ideal Characteristics of an Op-amp/Characteristics of an ideal op-amp</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15000"/>
              </a:lnSpc>
              <a:spcAft>
                <a:spcPts val="800"/>
              </a:spcAft>
              <a:buFont typeface="+mj-lt"/>
              <a:buAutoNum type="arabicPeriod"/>
            </a:pPr>
            <a:r>
              <a:rPr lang="en-GB" sz="1600" dirty="0">
                <a:effectLst/>
                <a:latin typeface="Times New Roman" panose="02020603050405020304" pitchFamily="18" charset="0"/>
                <a:ea typeface="Calibri" panose="020F0502020204030204" pitchFamily="34" charset="0"/>
                <a:cs typeface="Mangal" panose="02040503050203030202" pitchFamily="18" charset="0"/>
              </a:rPr>
              <a:t>Voltage gain (open loop) = ∞ (practical value around 200000).</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15000"/>
              </a:lnSpc>
              <a:spcAft>
                <a:spcPts val="800"/>
              </a:spcAft>
              <a:buFont typeface="+mj-lt"/>
              <a:buAutoNum type="arabicPeriod"/>
            </a:pPr>
            <a:r>
              <a:rPr lang="en-GB" sz="1600" dirty="0">
                <a:effectLst/>
                <a:latin typeface="Times New Roman" panose="02020603050405020304" pitchFamily="18" charset="0"/>
                <a:ea typeface="Calibri" panose="020F0502020204030204" pitchFamily="34" charset="0"/>
                <a:cs typeface="Mangal" panose="02040503050203030202" pitchFamily="18" charset="0"/>
              </a:rPr>
              <a:t>Input impedance= ∞ (practical value 10</a:t>
            </a:r>
            <a:r>
              <a:rPr lang="en-GB" sz="1600" baseline="30000" dirty="0">
                <a:effectLst/>
                <a:latin typeface="Times New Roman" panose="02020603050405020304" pitchFamily="18" charset="0"/>
                <a:ea typeface="Calibri" panose="020F0502020204030204" pitchFamily="34" charset="0"/>
                <a:cs typeface="Mangal" panose="02040503050203030202" pitchFamily="18" charset="0"/>
              </a:rPr>
              <a:t>12</a:t>
            </a:r>
            <a:r>
              <a:rPr lang="en-GB" sz="1600" dirty="0">
                <a:effectLst/>
                <a:latin typeface="Times New Roman" panose="02020603050405020304" pitchFamily="18" charset="0"/>
                <a:ea typeface="Calibri" panose="020F0502020204030204" pitchFamily="34" charset="0"/>
                <a:cs typeface="Mangal" panose="02040503050203030202" pitchFamily="18" charset="0"/>
              </a:rPr>
              <a:t> ohms)</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p>
            <a:pPr marL="685800" algn="just">
              <a:lnSpc>
                <a:spcPct val="115000"/>
              </a:lnSpc>
              <a:buNone/>
            </a:pPr>
            <a:r>
              <a:rPr lang="en-GB" sz="1600" dirty="0">
                <a:effectLst/>
                <a:latin typeface="Times New Roman" panose="02020603050405020304" pitchFamily="18" charset="0"/>
                <a:ea typeface="Calibri" panose="020F0502020204030204" pitchFamily="34" charset="0"/>
                <a:cs typeface="Mangal" panose="02040503050203030202" pitchFamily="18" charset="0"/>
              </a:rPr>
              <a:t>(zero input current).</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15000"/>
              </a:lnSpc>
              <a:spcAft>
                <a:spcPts val="800"/>
              </a:spcAft>
              <a:buFont typeface="+mj-lt"/>
              <a:buAutoNum type="arabicPeriod"/>
            </a:pPr>
            <a:r>
              <a:rPr lang="en-GB" sz="1600" dirty="0">
                <a:effectLst/>
                <a:latin typeface="Times New Roman" panose="02020603050405020304" pitchFamily="18" charset="0"/>
                <a:ea typeface="Calibri" panose="020F0502020204030204" pitchFamily="34" charset="0"/>
                <a:cs typeface="Mangal" panose="02040503050203030202" pitchFamily="18" charset="0"/>
              </a:rPr>
              <a:t>Output impedance = 0 (practical value few ohms to several tens of ohms).</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15000"/>
              </a:lnSpc>
              <a:spcAft>
                <a:spcPts val="800"/>
              </a:spcAft>
              <a:buFont typeface="+mj-lt"/>
              <a:buAutoNum type="arabicPeriod"/>
            </a:pPr>
            <a:r>
              <a:rPr lang="en-GB" sz="1600" dirty="0">
                <a:effectLst/>
                <a:latin typeface="Times New Roman" panose="02020603050405020304" pitchFamily="18" charset="0"/>
                <a:ea typeface="Calibri" panose="020F0502020204030204" pitchFamily="34" charset="0"/>
                <a:cs typeface="Mangal" panose="02040503050203030202" pitchFamily="18" charset="0"/>
              </a:rPr>
              <a:t>Frequency Bandwidth=∞ (Practical value 1 MHZ).</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15000"/>
              </a:lnSpc>
              <a:spcAft>
                <a:spcPts val="800"/>
              </a:spcAft>
              <a:buFont typeface="+mj-lt"/>
              <a:buAutoNum type="arabicPeriod"/>
            </a:pPr>
            <a:r>
              <a:rPr lang="en-GB" sz="1600" dirty="0">
                <a:effectLst/>
                <a:latin typeface="Times New Roman" panose="02020603050405020304" pitchFamily="18" charset="0"/>
                <a:ea typeface="Calibri" panose="020F0502020204030204" pitchFamily="34" charset="0"/>
                <a:cs typeface="Mangal" panose="02040503050203030202" pitchFamily="18" charset="0"/>
              </a:rPr>
              <a:t>Common mode rejection ratio(CMRR)=∞ (Practical value 80Db).</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15000"/>
              </a:lnSpc>
              <a:spcAft>
                <a:spcPts val="800"/>
              </a:spcAft>
              <a:buFont typeface="+mj-lt"/>
              <a:buAutoNum type="arabicPeriod"/>
            </a:pPr>
            <a:r>
              <a:rPr lang="en-GB" sz="1600" dirty="0">
                <a:effectLst/>
                <a:latin typeface="Times New Roman" panose="02020603050405020304" pitchFamily="18" charset="0"/>
                <a:ea typeface="Calibri" panose="020F0502020204030204" pitchFamily="34" charset="0"/>
                <a:cs typeface="Mangal" panose="02040503050203030202" pitchFamily="18" charset="0"/>
              </a:rPr>
              <a:t>Slew rate= ∞ (practical value few V/µS.</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15000"/>
              </a:lnSpc>
              <a:spcAft>
                <a:spcPts val="800"/>
              </a:spcAft>
              <a:buFont typeface="+mj-lt"/>
              <a:buAutoNum type="arabicPeriod"/>
            </a:pPr>
            <a:r>
              <a:rPr lang="en-GB" sz="1600" dirty="0">
                <a:effectLst/>
                <a:latin typeface="Times New Roman" panose="02020603050405020304" pitchFamily="18" charset="0"/>
                <a:ea typeface="Calibri" panose="020F0502020204030204" pitchFamily="34" charset="0"/>
                <a:cs typeface="Mangal" panose="02040503050203030202" pitchFamily="18" charset="0"/>
              </a:rPr>
              <a:t>Offset voltage=0 (practical value few Mv).</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15000"/>
              </a:lnSpc>
              <a:spcAft>
                <a:spcPts val="800"/>
              </a:spcAft>
              <a:buFont typeface="+mj-lt"/>
              <a:buAutoNum type="arabicPeriod"/>
            </a:pPr>
            <a:r>
              <a:rPr lang="en-GB" sz="1600" dirty="0">
                <a:effectLst/>
                <a:latin typeface="Times New Roman" panose="02020603050405020304" pitchFamily="18" charset="0"/>
                <a:ea typeface="Calibri" panose="020F0502020204030204" pitchFamily="34" charset="0"/>
                <a:cs typeface="Mangal" panose="02040503050203030202" pitchFamily="18" charset="0"/>
              </a:rPr>
              <a:t>Power supply rejection ratio=0.</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p>
            <a:pPr algn="just">
              <a:lnSpc>
                <a:spcPct val="115000"/>
              </a:lnSpc>
              <a:spcAft>
                <a:spcPts val="1000"/>
              </a:spcAft>
              <a:buNone/>
            </a:pPr>
            <a:r>
              <a:rPr lang="en-GB" b="1" dirty="0">
                <a:effectLst/>
                <a:latin typeface="Times New Roman" panose="02020603050405020304" pitchFamily="18" charset="0"/>
                <a:ea typeface="Calibri" panose="020F0502020204030204" pitchFamily="34" charset="0"/>
                <a:cs typeface="Mangal" panose="02040503050203030202" pitchFamily="18" charset="0"/>
              </a:rPr>
              <a:t>CMRR, Slew- rate and Offset voltage:</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15000"/>
              </a:lnSpc>
              <a:spcAft>
                <a:spcPts val="800"/>
              </a:spcAft>
              <a:buFont typeface="+mj-lt"/>
              <a:buAutoNum type="romanLcPeriod"/>
            </a:pPr>
            <a:r>
              <a:rPr lang="en-GB" sz="1600" b="1" dirty="0">
                <a:effectLst/>
                <a:latin typeface="Times New Roman" panose="02020603050405020304" pitchFamily="18" charset="0"/>
                <a:ea typeface="Calibri" panose="020F0502020204030204" pitchFamily="34" charset="0"/>
                <a:cs typeface="Mangal" panose="02040503050203030202" pitchFamily="18" charset="0"/>
              </a:rPr>
              <a:t>CMRR (Common mode rejection ratio):</a:t>
            </a:r>
            <a:r>
              <a:rPr lang="en-GB" sz="1600" dirty="0">
                <a:effectLst/>
                <a:latin typeface="Times New Roman" panose="02020603050405020304" pitchFamily="18" charset="0"/>
                <a:ea typeface="Calibri" panose="020F0502020204030204" pitchFamily="34" charset="0"/>
                <a:cs typeface="Mangal" panose="02040503050203030202" pitchFamily="18" charset="0"/>
              </a:rPr>
              <a:t> It is an ability of an op-amp to reject common mode input or noise. </a:t>
            </a:r>
            <a:r>
              <a:rPr lang="en-GB" sz="1600" b="1" dirty="0">
                <a:effectLst/>
                <a:latin typeface="Times New Roman" panose="02020603050405020304" pitchFamily="18" charset="0"/>
                <a:ea typeface="Calibri" panose="020F0502020204030204" pitchFamily="34" charset="0"/>
                <a:cs typeface="Mangal" panose="02040503050203030202" pitchFamily="18" charset="0"/>
              </a:rPr>
              <a:t>CMRR= A</a:t>
            </a:r>
            <a:r>
              <a:rPr lang="en-GB" sz="1600" b="1" baseline="-25000" dirty="0">
                <a:effectLst/>
                <a:latin typeface="Times New Roman" panose="02020603050405020304" pitchFamily="18" charset="0"/>
                <a:ea typeface="Calibri" panose="020F0502020204030204" pitchFamily="34" charset="0"/>
                <a:cs typeface="Mangal" panose="02040503050203030202" pitchFamily="18" charset="0"/>
              </a:rPr>
              <a:t>d</a:t>
            </a:r>
            <a:r>
              <a:rPr lang="en-GB" sz="1600" dirty="0">
                <a:effectLst/>
                <a:latin typeface="Times New Roman" panose="02020603050405020304" pitchFamily="18" charset="0"/>
                <a:ea typeface="Calibri" panose="020F0502020204030204" pitchFamily="34" charset="0"/>
                <a:cs typeface="Mangal" panose="02040503050203030202" pitchFamily="18" charset="0"/>
              </a:rPr>
              <a:t>/A</a:t>
            </a:r>
            <a:r>
              <a:rPr lang="en-GB" sz="1600" baseline="-25000" dirty="0">
                <a:effectLst/>
                <a:latin typeface="Times New Roman" panose="02020603050405020304" pitchFamily="18" charset="0"/>
                <a:ea typeface="Calibri" panose="020F0502020204030204" pitchFamily="34" charset="0"/>
                <a:cs typeface="Mangal" panose="02040503050203030202" pitchFamily="18" charset="0"/>
              </a:rPr>
              <a:t>C</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p>
            <a:pPr marL="685800" algn="just">
              <a:lnSpc>
                <a:spcPct val="115000"/>
              </a:lnSpc>
              <a:buNone/>
            </a:pPr>
            <a:r>
              <a:rPr lang="en-GB" sz="1600" b="1" dirty="0">
                <a:effectLst/>
                <a:latin typeface="Times New Roman" panose="02020603050405020304" pitchFamily="18" charset="0"/>
                <a:ea typeface="Calibri" panose="020F0502020204030204" pitchFamily="34" charset="0"/>
                <a:cs typeface="Mangal" panose="02040503050203030202" pitchFamily="18" charset="0"/>
              </a:rPr>
              <a:t>CMRR(Db)=20log (A</a:t>
            </a:r>
            <a:r>
              <a:rPr lang="en-GB" sz="1600" b="1" baseline="-25000" dirty="0">
                <a:effectLst/>
                <a:latin typeface="Times New Roman" panose="02020603050405020304" pitchFamily="18" charset="0"/>
                <a:ea typeface="Calibri" panose="020F0502020204030204" pitchFamily="34" charset="0"/>
                <a:cs typeface="Mangal" panose="02040503050203030202" pitchFamily="18" charset="0"/>
              </a:rPr>
              <a:t>d</a:t>
            </a:r>
            <a:r>
              <a:rPr lang="en-GB" sz="1600" b="1" dirty="0">
                <a:effectLst/>
                <a:latin typeface="Times New Roman" panose="02020603050405020304" pitchFamily="18" charset="0"/>
                <a:ea typeface="Calibri" panose="020F0502020204030204" pitchFamily="34" charset="0"/>
                <a:cs typeface="Mangal" panose="02040503050203030202" pitchFamily="18" charset="0"/>
              </a:rPr>
              <a:t>/A</a:t>
            </a:r>
            <a:r>
              <a:rPr lang="en-GB" sz="1600" b="1" baseline="-25000" dirty="0">
                <a:effectLst/>
                <a:latin typeface="Times New Roman" panose="02020603050405020304" pitchFamily="18" charset="0"/>
                <a:ea typeface="Calibri" panose="020F0502020204030204" pitchFamily="34" charset="0"/>
                <a:cs typeface="Mangal" panose="02040503050203030202" pitchFamily="18" charset="0"/>
              </a:rPr>
              <a:t>c</a:t>
            </a:r>
            <a:r>
              <a:rPr lang="en-GB" sz="1600" b="1" dirty="0">
                <a:effectLst/>
                <a:latin typeface="Times New Roman" panose="02020603050405020304" pitchFamily="18" charset="0"/>
                <a:ea typeface="Calibri" panose="020F0502020204030204" pitchFamily="34" charset="0"/>
                <a:cs typeface="Mangal" panose="02040503050203030202" pitchFamily="18" charset="0"/>
              </a:rPr>
              <a:t>)</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15000"/>
              </a:lnSpc>
              <a:spcAft>
                <a:spcPts val="800"/>
              </a:spcAft>
              <a:buFont typeface="+mj-lt"/>
              <a:buAutoNum type="romanLcPeriod"/>
            </a:pPr>
            <a:r>
              <a:rPr lang="en-GB" sz="1600" b="1" dirty="0">
                <a:effectLst/>
                <a:latin typeface="Times New Roman" panose="02020603050405020304" pitchFamily="18" charset="0"/>
                <a:ea typeface="Calibri" panose="020F0502020204030204" pitchFamily="34" charset="0"/>
                <a:cs typeface="Mangal" panose="02040503050203030202" pitchFamily="18" charset="0"/>
              </a:rPr>
              <a:t>Slew rate:</a:t>
            </a:r>
            <a:r>
              <a:rPr lang="en-GB" sz="1600" dirty="0">
                <a:effectLst/>
                <a:latin typeface="Times New Roman" panose="02020603050405020304" pitchFamily="18" charset="0"/>
                <a:ea typeface="Calibri" panose="020F0502020204030204" pitchFamily="34" charset="0"/>
                <a:cs typeface="Mangal" panose="02040503050203030202" pitchFamily="18" charset="0"/>
              </a:rPr>
              <a:t>  The maximum rate of change of output voltage of an op-amp with respect to time is called slew rate. Unit of slew rate is V/µS.</a:t>
            </a:r>
            <a:endParaRPr lang="en-IN" sz="14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115000"/>
              </a:lnSpc>
              <a:spcAft>
                <a:spcPts val="800"/>
              </a:spcAft>
              <a:buFont typeface="+mj-lt"/>
              <a:buAutoNum type="romanLcPeriod"/>
            </a:pPr>
            <a:r>
              <a:rPr lang="en-GB" sz="1600" b="1" dirty="0">
                <a:effectLst/>
                <a:latin typeface="Times New Roman" panose="02020603050405020304" pitchFamily="18" charset="0"/>
                <a:ea typeface="Calibri" panose="020F0502020204030204" pitchFamily="34" charset="0"/>
                <a:cs typeface="Mangal" panose="02040503050203030202" pitchFamily="18" charset="0"/>
              </a:rPr>
              <a:t>Offset Voltage:</a:t>
            </a:r>
            <a:r>
              <a:rPr lang="en-GB" sz="1600" dirty="0">
                <a:effectLst/>
                <a:latin typeface="Times New Roman" panose="02020603050405020304" pitchFamily="18" charset="0"/>
                <a:ea typeface="Calibri" panose="020F0502020204030204" pitchFamily="34" charset="0"/>
                <a:cs typeface="Mangal" panose="02040503050203030202" pitchFamily="18" charset="0"/>
              </a:rPr>
              <a:t> It is the differential input voltage that would have to be applied to force the op-amp’s output to zero volts.</a:t>
            </a:r>
            <a:endParaRPr lang="en-IN" sz="14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607370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433AEA-1F11-50F7-540A-AE66F3608A66}"/>
              </a:ext>
            </a:extLst>
          </p:cNvPr>
          <p:cNvSpPr txBox="1"/>
          <p:nvPr/>
        </p:nvSpPr>
        <p:spPr>
          <a:xfrm>
            <a:off x="796413" y="442451"/>
            <a:ext cx="10196052"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457200" marR="859155" indent="228600" algn="ctr">
              <a:lnSpc>
                <a:spcPct val="100000"/>
              </a:lnSpc>
              <a:spcAft>
                <a:spcPts val="1000"/>
              </a:spcAft>
              <a:buNone/>
            </a:pPr>
            <a:r>
              <a:rPr lang="en-US" sz="2400" b="1" dirty="0">
                <a:effectLst/>
                <a:latin typeface="Times New Roman" panose="02020603050405020304" pitchFamily="18" charset="0"/>
                <a:ea typeface="Calibri" panose="020F0502020204030204" pitchFamily="34" charset="0"/>
                <a:cs typeface="Mangal" panose="02040503050203030202" pitchFamily="18" charset="0"/>
              </a:rPr>
              <a:t>(</a:t>
            </a:r>
            <a:r>
              <a:rPr lang="en-US" sz="2000" b="1" dirty="0">
                <a:effectLst/>
                <a:latin typeface="Times New Roman" panose="02020603050405020304" pitchFamily="18" charset="0"/>
                <a:ea typeface="Calibri" panose="020F0502020204030204" pitchFamily="34" charset="0"/>
                <a:cs typeface="Mangal" panose="02040503050203030202" pitchFamily="18" charset="0"/>
              </a:rPr>
              <a:t>What</a:t>
            </a:r>
            <a:r>
              <a:rPr lang="en-US" sz="2000" b="1" spc="-35" dirty="0">
                <a:effectLst/>
                <a:latin typeface="Times New Roman" panose="02020603050405020304" pitchFamily="18" charset="0"/>
                <a:ea typeface="Calibri" panose="020F0502020204030204" pitchFamily="34" charset="0"/>
                <a:cs typeface="Mangal" panose="02040503050203030202" pitchFamily="18" charset="0"/>
              </a:rPr>
              <a:t> </a:t>
            </a:r>
            <a:r>
              <a:rPr lang="en-US" sz="2000" b="1" dirty="0">
                <a:effectLst/>
                <a:latin typeface="Times New Roman" panose="02020603050405020304" pitchFamily="18" charset="0"/>
                <a:ea typeface="Calibri" panose="020F0502020204030204" pitchFamily="34" charset="0"/>
                <a:cs typeface="Mangal" panose="02040503050203030202" pitchFamily="18" charset="0"/>
              </a:rPr>
              <a:t>is</a:t>
            </a:r>
            <a:r>
              <a:rPr lang="en-US" sz="2000" b="1" spc="-10" dirty="0">
                <a:effectLst/>
                <a:latin typeface="Times New Roman" panose="02020603050405020304" pitchFamily="18" charset="0"/>
                <a:ea typeface="Calibri" panose="020F0502020204030204" pitchFamily="34" charset="0"/>
                <a:cs typeface="Mangal" panose="02040503050203030202" pitchFamily="18" charset="0"/>
              </a:rPr>
              <a:t> </a:t>
            </a:r>
            <a:r>
              <a:rPr lang="en-US" sz="2000" b="1" dirty="0">
                <a:effectLst/>
                <a:latin typeface="Times New Roman" panose="02020603050405020304" pitchFamily="18" charset="0"/>
                <a:ea typeface="Calibri" panose="020F0502020204030204" pitchFamily="34" charset="0"/>
                <a:cs typeface="Mangal" panose="02040503050203030202" pitchFamily="18" charset="0"/>
              </a:rPr>
              <a:t>an</a:t>
            </a:r>
            <a:r>
              <a:rPr lang="en-US" sz="2000" b="1" spc="-10" dirty="0">
                <a:effectLst/>
                <a:latin typeface="Times New Roman" panose="02020603050405020304" pitchFamily="18" charset="0"/>
                <a:ea typeface="Calibri" panose="020F0502020204030204" pitchFamily="34" charset="0"/>
                <a:cs typeface="Mangal" panose="02040503050203030202" pitchFamily="18" charset="0"/>
              </a:rPr>
              <a:t> </a:t>
            </a:r>
            <a:r>
              <a:rPr lang="en-US" sz="2000" b="1" dirty="0">
                <a:effectLst/>
                <a:latin typeface="Times New Roman" panose="02020603050405020304" pitchFamily="18" charset="0"/>
                <a:ea typeface="Calibri" panose="020F0502020204030204" pitchFamily="34" charset="0"/>
                <a:cs typeface="Mangal" panose="02040503050203030202" pitchFamily="18" charset="0"/>
              </a:rPr>
              <a:t>IC-555</a:t>
            </a:r>
            <a:r>
              <a:rPr lang="en-US" sz="2000" b="1" spc="-20" dirty="0">
                <a:effectLst/>
                <a:latin typeface="Times New Roman" panose="02020603050405020304" pitchFamily="18" charset="0"/>
                <a:ea typeface="Calibri" panose="020F0502020204030204" pitchFamily="34" charset="0"/>
                <a:cs typeface="Mangal" panose="02040503050203030202" pitchFamily="18" charset="0"/>
              </a:rPr>
              <a:t> </a:t>
            </a:r>
            <a:r>
              <a:rPr lang="en-US" sz="2000" b="1" dirty="0">
                <a:effectLst/>
                <a:latin typeface="Times New Roman" panose="02020603050405020304" pitchFamily="18" charset="0"/>
                <a:ea typeface="Calibri" panose="020F0502020204030204" pitchFamily="34" charset="0"/>
                <a:cs typeface="Mangal" panose="02040503050203030202" pitchFamily="18" charset="0"/>
              </a:rPr>
              <a:t>chip</a:t>
            </a:r>
            <a:r>
              <a:rPr lang="en-US" sz="2000" b="1" spc="-35" dirty="0">
                <a:effectLst/>
                <a:latin typeface="Times New Roman" panose="02020603050405020304" pitchFamily="18" charset="0"/>
                <a:ea typeface="Calibri" panose="020F0502020204030204" pitchFamily="34" charset="0"/>
                <a:cs typeface="Mangal" panose="02040503050203030202" pitchFamily="18" charset="0"/>
              </a:rPr>
              <a:t> </a:t>
            </a:r>
            <a:r>
              <a:rPr lang="en-US" sz="2000" b="1" dirty="0">
                <a:effectLst/>
                <a:latin typeface="Times New Roman" panose="02020603050405020304" pitchFamily="18" charset="0"/>
                <a:ea typeface="Calibri" panose="020F0502020204030204" pitchFamily="34" charset="0"/>
                <a:cs typeface="Mangal" panose="02040503050203030202" pitchFamily="18" charset="0"/>
              </a:rPr>
              <a:t>and</a:t>
            </a:r>
            <a:r>
              <a:rPr lang="en-US" sz="2000" b="1" spc="-15" dirty="0">
                <a:effectLst/>
                <a:latin typeface="Times New Roman" panose="02020603050405020304" pitchFamily="18" charset="0"/>
                <a:ea typeface="Calibri" panose="020F0502020204030204" pitchFamily="34" charset="0"/>
                <a:cs typeface="Mangal" panose="02040503050203030202" pitchFamily="18" charset="0"/>
              </a:rPr>
              <a:t> </a:t>
            </a:r>
            <a:r>
              <a:rPr lang="en-US" sz="2000" b="1" dirty="0">
                <a:effectLst/>
                <a:latin typeface="Times New Roman" panose="02020603050405020304" pitchFamily="18" charset="0"/>
                <a:ea typeface="Calibri" panose="020F0502020204030204" pitchFamily="34" charset="0"/>
                <a:cs typeface="Mangal" panose="02040503050203030202" pitchFamily="18" charset="0"/>
              </a:rPr>
              <a:t>why</a:t>
            </a:r>
            <a:r>
              <a:rPr lang="en-US" sz="2000" b="1" spc="-20" dirty="0">
                <a:effectLst/>
                <a:latin typeface="Times New Roman" panose="02020603050405020304" pitchFamily="18" charset="0"/>
                <a:ea typeface="Calibri" panose="020F0502020204030204" pitchFamily="34" charset="0"/>
                <a:cs typeface="Mangal" panose="02040503050203030202" pitchFamily="18" charset="0"/>
              </a:rPr>
              <a:t> </a:t>
            </a:r>
            <a:r>
              <a:rPr lang="en-US" sz="2000" b="1" dirty="0">
                <a:effectLst/>
                <a:latin typeface="Times New Roman" panose="02020603050405020304" pitchFamily="18" charset="0"/>
                <a:ea typeface="Calibri" panose="020F0502020204030204" pitchFamily="34" charset="0"/>
                <a:cs typeface="Mangal" panose="02040503050203030202" pitchFamily="18" charset="0"/>
              </a:rPr>
              <a:t>is</a:t>
            </a:r>
            <a:r>
              <a:rPr lang="en-US" sz="2000" b="1" spc="-15" dirty="0">
                <a:effectLst/>
                <a:latin typeface="Times New Roman" panose="02020603050405020304" pitchFamily="18" charset="0"/>
                <a:ea typeface="Calibri" panose="020F0502020204030204" pitchFamily="34" charset="0"/>
                <a:cs typeface="Mangal" panose="02040503050203030202" pitchFamily="18" charset="0"/>
              </a:rPr>
              <a:t> </a:t>
            </a:r>
            <a:r>
              <a:rPr lang="en-US" sz="2000" b="1" dirty="0">
                <a:effectLst/>
                <a:latin typeface="Times New Roman" panose="02020603050405020304" pitchFamily="18" charset="0"/>
                <a:ea typeface="Calibri" panose="020F0502020204030204" pitchFamily="34" charset="0"/>
                <a:cs typeface="Mangal" panose="02040503050203030202" pitchFamily="18" charset="0"/>
              </a:rPr>
              <a:t>it</a:t>
            </a:r>
            <a:r>
              <a:rPr lang="en-US" sz="2000" b="1" spc="-10" dirty="0">
                <a:effectLst/>
                <a:latin typeface="Times New Roman" panose="02020603050405020304" pitchFamily="18" charset="0"/>
                <a:ea typeface="Calibri" panose="020F0502020204030204" pitchFamily="34" charset="0"/>
                <a:cs typeface="Mangal" panose="02040503050203030202" pitchFamily="18" charset="0"/>
              </a:rPr>
              <a:t> </a:t>
            </a:r>
            <a:r>
              <a:rPr lang="en-US" sz="2000" b="1" dirty="0">
                <a:effectLst/>
                <a:latin typeface="Times New Roman" panose="02020603050405020304" pitchFamily="18" charset="0"/>
                <a:ea typeface="Calibri" panose="020F0502020204030204" pitchFamily="34" charset="0"/>
                <a:cs typeface="Mangal" panose="02040503050203030202" pitchFamily="18" charset="0"/>
              </a:rPr>
              <a:t>important</a:t>
            </a:r>
            <a:r>
              <a:rPr lang="en-US" sz="2000" b="1" spc="-35" dirty="0">
                <a:effectLst/>
                <a:latin typeface="Times New Roman" panose="02020603050405020304" pitchFamily="18" charset="0"/>
                <a:ea typeface="Calibri" panose="020F0502020204030204" pitchFamily="34" charset="0"/>
                <a:cs typeface="Mangal" panose="02040503050203030202" pitchFamily="18" charset="0"/>
              </a:rPr>
              <a:t> </a:t>
            </a:r>
            <a:r>
              <a:rPr lang="en-US" sz="2000" b="1" dirty="0">
                <a:effectLst/>
                <a:latin typeface="Times New Roman" panose="02020603050405020304" pitchFamily="18" charset="0"/>
                <a:ea typeface="Calibri" panose="020F0502020204030204" pitchFamily="34" charset="0"/>
                <a:cs typeface="Mangal" panose="02040503050203030202" pitchFamily="18" charset="0"/>
              </a:rPr>
              <a:t>in</a:t>
            </a:r>
            <a:r>
              <a:rPr lang="en-US" sz="2000" b="1" spc="-10" dirty="0">
                <a:effectLst/>
                <a:latin typeface="Times New Roman" panose="02020603050405020304" pitchFamily="18" charset="0"/>
                <a:ea typeface="Calibri" panose="020F0502020204030204" pitchFamily="34" charset="0"/>
                <a:cs typeface="Mangal" panose="02040503050203030202" pitchFamily="18" charset="0"/>
              </a:rPr>
              <a:t> </a:t>
            </a:r>
            <a:r>
              <a:rPr lang="en-US" sz="2000" b="1" dirty="0">
                <a:effectLst/>
                <a:latin typeface="Times New Roman" panose="02020603050405020304" pitchFamily="18" charset="0"/>
                <a:ea typeface="Calibri" panose="020F0502020204030204" pitchFamily="34" charset="0"/>
                <a:cs typeface="Mangal" panose="02040503050203030202" pitchFamily="18" charset="0"/>
              </a:rPr>
              <a:t>electronics?/Need)</a:t>
            </a:r>
            <a:r>
              <a:rPr lang="en-US" sz="2400" b="1" dirty="0">
                <a:effectLst/>
                <a:latin typeface="Times New Roman" panose="02020603050405020304" pitchFamily="18" charset="0"/>
                <a:ea typeface="Calibri" panose="020F0502020204030204" pitchFamily="34" charset="0"/>
                <a:cs typeface="Mangal" panose="02040503050203030202" pitchFamily="18" charset="0"/>
              </a:rPr>
              <a:t> </a:t>
            </a:r>
            <a:endParaRPr lang="en-IN" dirty="0">
              <a:effectLst/>
              <a:latin typeface="Calibri" panose="020F0502020204030204" pitchFamily="34" charset="0"/>
              <a:ea typeface="Calibri" panose="020F0502020204030204" pitchFamily="34" charset="0"/>
              <a:cs typeface="Mangal" panose="02040503050203030202" pitchFamily="18" charset="0"/>
            </a:endParaRPr>
          </a:p>
        </p:txBody>
      </p:sp>
      <p:graphicFrame>
        <p:nvGraphicFramePr>
          <p:cNvPr id="8" name="Diagram 7">
            <a:extLst>
              <a:ext uri="{FF2B5EF4-FFF2-40B4-BE49-F238E27FC236}">
                <a16:creationId xmlns:a16="http://schemas.microsoft.com/office/drawing/2014/main" id="{4B3F9A92-9414-C36C-8BB7-29FA64AA3272}"/>
              </a:ext>
            </a:extLst>
          </p:cNvPr>
          <p:cNvGraphicFramePr/>
          <p:nvPr>
            <p:extLst>
              <p:ext uri="{D42A27DB-BD31-4B8C-83A1-F6EECF244321}">
                <p14:modId xmlns:p14="http://schemas.microsoft.com/office/powerpoint/2010/main" val="805719258"/>
              </p:ext>
            </p:extLst>
          </p:nvPr>
        </p:nvGraphicFramePr>
        <p:xfrm>
          <a:off x="570271" y="1356852"/>
          <a:ext cx="6843253" cy="47981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18038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2407BCE-C4C5-8259-D639-57B57F3D3DD3}"/>
              </a:ext>
            </a:extLst>
          </p:cNvPr>
          <p:cNvPicPr>
            <a:picLocks noChangeAspect="1"/>
          </p:cNvPicPr>
          <p:nvPr/>
        </p:nvPicPr>
        <p:blipFill>
          <a:blip r:embed="rId2"/>
          <a:srcRect r="9016"/>
          <a:stretch>
            <a:fillRect/>
          </a:stretch>
        </p:blipFill>
        <p:spPr>
          <a:xfrm>
            <a:off x="7054891" y="1927123"/>
            <a:ext cx="4984709" cy="3795252"/>
          </a:xfrm>
          <a:prstGeom prst="rect">
            <a:avLst/>
          </a:prstGeom>
        </p:spPr>
      </p:pic>
      <p:sp>
        <p:nvSpPr>
          <p:cNvPr id="3" name="TextBox 2">
            <a:extLst>
              <a:ext uri="{FF2B5EF4-FFF2-40B4-BE49-F238E27FC236}">
                <a16:creationId xmlns:a16="http://schemas.microsoft.com/office/drawing/2014/main" id="{7797875A-3790-3EE4-0581-BD623CEA914C}"/>
              </a:ext>
            </a:extLst>
          </p:cNvPr>
          <p:cNvSpPr txBox="1"/>
          <p:nvPr/>
        </p:nvSpPr>
        <p:spPr>
          <a:xfrm>
            <a:off x="152400" y="754803"/>
            <a:ext cx="7846142" cy="575542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0" algn="just">
              <a:buSzPts val="1000"/>
              <a:tabLst>
                <a:tab pos="457200" algn="l"/>
              </a:tabLst>
            </a:pPr>
            <a:r>
              <a:rPr lang="en-IN" sz="1600" dirty="0">
                <a:solidFill>
                  <a:srgbClr val="000000"/>
                </a:solidFill>
                <a:latin typeface="Times New Roman" panose="02020603050405020304" pitchFamily="18" charset="0"/>
                <a:ea typeface="Calibri" panose="020F0502020204030204" pitchFamily="34" charset="0"/>
              </a:rPr>
              <a:t>• </a:t>
            </a:r>
            <a:r>
              <a:rPr lang="en-IN" sz="1600" dirty="0">
                <a:solidFill>
                  <a:srgbClr val="000000"/>
                </a:solidFill>
                <a:effectLst/>
                <a:latin typeface="Times New Roman" panose="02020603050405020304" pitchFamily="18" charset="0"/>
                <a:ea typeface="Calibri" panose="020F0502020204030204" pitchFamily="34" charset="0"/>
              </a:rPr>
              <a:t>Pin 1. – </a:t>
            </a:r>
            <a:r>
              <a:rPr lang="en-IN" sz="1600" b="1" dirty="0">
                <a:solidFill>
                  <a:srgbClr val="000000"/>
                </a:solidFill>
                <a:effectLst/>
                <a:latin typeface="Times New Roman" panose="02020603050405020304" pitchFamily="18" charset="0"/>
                <a:ea typeface="Calibri" panose="020F0502020204030204" pitchFamily="34" charset="0"/>
              </a:rPr>
              <a:t>Ground</a:t>
            </a:r>
            <a:r>
              <a:rPr lang="en-IN" sz="1600" dirty="0">
                <a:solidFill>
                  <a:srgbClr val="000000"/>
                </a:solidFill>
                <a:effectLst/>
                <a:latin typeface="Times New Roman" panose="02020603050405020304" pitchFamily="18" charset="0"/>
                <a:ea typeface="Calibri" panose="020F0502020204030204" pitchFamily="34" charset="0"/>
              </a:rPr>
              <a:t>, The ground pin connects the 555 timer to the negative (0v) supply rail.</a:t>
            </a:r>
            <a:endParaRPr lang="en-IN" sz="2400" dirty="0">
              <a:solidFill>
                <a:srgbClr val="000000"/>
              </a:solidFill>
              <a:effectLst/>
              <a:latin typeface="Times New Roman" panose="02020603050405020304" pitchFamily="18" charset="0"/>
              <a:ea typeface="Calibri" panose="020F0502020204030204" pitchFamily="34" charset="0"/>
            </a:endParaRPr>
          </a:p>
          <a:p>
            <a:pPr lvl="0" algn="just">
              <a:buSzPts val="1000"/>
              <a:tabLst>
                <a:tab pos="457200" algn="l"/>
              </a:tabLst>
            </a:pPr>
            <a:r>
              <a:rPr lang="en-IN" sz="1600" dirty="0">
                <a:solidFill>
                  <a:srgbClr val="000000"/>
                </a:solidFill>
                <a:effectLst/>
                <a:latin typeface="Times New Roman" panose="02020603050405020304" pitchFamily="18" charset="0"/>
                <a:ea typeface="Calibri" panose="020F0502020204030204" pitchFamily="34" charset="0"/>
              </a:rPr>
              <a:t>• Pin 2. – </a:t>
            </a:r>
            <a:r>
              <a:rPr lang="en-IN" sz="1600" b="1" dirty="0">
                <a:solidFill>
                  <a:srgbClr val="000000"/>
                </a:solidFill>
                <a:effectLst/>
                <a:latin typeface="Times New Roman" panose="02020603050405020304" pitchFamily="18" charset="0"/>
                <a:ea typeface="Calibri" panose="020F0502020204030204" pitchFamily="34" charset="0"/>
              </a:rPr>
              <a:t>Trigger</a:t>
            </a:r>
            <a:r>
              <a:rPr lang="en-IN" sz="1600" dirty="0">
                <a:solidFill>
                  <a:srgbClr val="000000"/>
                </a:solidFill>
                <a:effectLst/>
                <a:latin typeface="Times New Roman" panose="02020603050405020304" pitchFamily="18" charset="0"/>
                <a:ea typeface="Calibri" panose="020F0502020204030204" pitchFamily="34" charset="0"/>
              </a:rPr>
              <a:t>, The negative input to comparator No 1. A negative pulse on this pin “sets” the internal Flip-flop when the voltage drops below 1/3Vcc causing the output to switch from a “LOW” to a “HIGH” state.</a:t>
            </a:r>
            <a:endParaRPr lang="en-IN" sz="2400" dirty="0">
              <a:solidFill>
                <a:srgbClr val="000000"/>
              </a:solidFill>
              <a:effectLst/>
              <a:latin typeface="Times New Roman" panose="02020603050405020304" pitchFamily="18" charset="0"/>
              <a:ea typeface="Calibri" panose="020F0502020204030204" pitchFamily="34" charset="0"/>
            </a:endParaRPr>
          </a:p>
          <a:p>
            <a:pPr lvl="0" algn="just">
              <a:buSzPts val="1000"/>
              <a:tabLst>
                <a:tab pos="457200" algn="l"/>
              </a:tabLst>
            </a:pPr>
            <a:r>
              <a:rPr lang="en-IN" sz="1600" dirty="0">
                <a:solidFill>
                  <a:srgbClr val="000000"/>
                </a:solidFill>
                <a:effectLst/>
                <a:latin typeface="Times New Roman" panose="02020603050405020304" pitchFamily="18" charset="0"/>
                <a:ea typeface="Calibri" panose="020F0502020204030204" pitchFamily="34" charset="0"/>
              </a:rPr>
              <a:t>• Pin 3. – </a:t>
            </a:r>
            <a:r>
              <a:rPr lang="en-IN" sz="1600" b="1" dirty="0">
                <a:solidFill>
                  <a:srgbClr val="000000"/>
                </a:solidFill>
                <a:effectLst/>
                <a:latin typeface="Times New Roman" panose="02020603050405020304" pitchFamily="18" charset="0"/>
                <a:ea typeface="Calibri" panose="020F0502020204030204" pitchFamily="34" charset="0"/>
              </a:rPr>
              <a:t>Output</a:t>
            </a:r>
            <a:r>
              <a:rPr lang="en-IN" sz="1600" dirty="0">
                <a:solidFill>
                  <a:srgbClr val="000000"/>
                </a:solidFill>
                <a:effectLst/>
                <a:latin typeface="Times New Roman" panose="02020603050405020304" pitchFamily="18" charset="0"/>
                <a:ea typeface="Calibri" panose="020F0502020204030204" pitchFamily="34" charset="0"/>
              </a:rPr>
              <a:t>, The output pin can drive any TTL circuit and is capable of sourcing or sinking up to 200mA of current at an output voltage equal to approximately </a:t>
            </a:r>
            <a:r>
              <a:rPr lang="en-IN" sz="1600" dirty="0" err="1">
                <a:solidFill>
                  <a:srgbClr val="000000"/>
                </a:solidFill>
                <a:effectLst/>
                <a:latin typeface="Times New Roman" panose="02020603050405020304" pitchFamily="18" charset="0"/>
                <a:ea typeface="Calibri" panose="020F0502020204030204" pitchFamily="34" charset="0"/>
              </a:rPr>
              <a:t>Vcc</a:t>
            </a:r>
            <a:r>
              <a:rPr lang="en-IN" sz="1600" dirty="0">
                <a:solidFill>
                  <a:srgbClr val="000000"/>
                </a:solidFill>
                <a:effectLst/>
                <a:latin typeface="Times New Roman" panose="02020603050405020304" pitchFamily="18" charset="0"/>
                <a:ea typeface="Calibri" panose="020F0502020204030204" pitchFamily="34" charset="0"/>
              </a:rPr>
              <a:t> – 1.5V so small speakers, LEDs or motors can be connected directly to the output.</a:t>
            </a:r>
            <a:endParaRPr lang="en-IN" sz="2400" dirty="0">
              <a:solidFill>
                <a:srgbClr val="000000"/>
              </a:solidFill>
              <a:effectLst/>
              <a:latin typeface="Times New Roman" panose="02020603050405020304" pitchFamily="18" charset="0"/>
              <a:ea typeface="Calibri" panose="020F0502020204030204" pitchFamily="34" charset="0"/>
            </a:endParaRPr>
          </a:p>
          <a:p>
            <a:pPr lvl="0" algn="just">
              <a:buSzPts val="1000"/>
              <a:tabLst>
                <a:tab pos="457200" algn="l"/>
              </a:tabLst>
            </a:pPr>
            <a:r>
              <a:rPr lang="en-IN" sz="1600" dirty="0">
                <a:solidFill>
                  <a:srgbClr val="000000"/>
                </a:solidFill>
                <a:effectLst/>
                <a:latin typeface="Times New Roman" panose="02020603050405020304" pitchFamily="18" charset="0"/>
                <a:ea typeface="Calibri" panose="020F0502020204030204" pitchFamily="34" charset="0"/>
              </a:rPr>
              <a:t>• Pin 4. – </a:t>
            </a:r>
            <a:r>
              <a:rPr lang="en-IN" sz="1600" b="1" dirty="0">
                <a:solidFill>
                  <a:srgbClr val="000000"/>
                </a:solidFill>
                <a:effectLst/>
                <a:latin typeface="Times New Roman" panose="02020603050405020304" pitchFamily="18" charset="0"/>
                <a:ea typeface="Calibri" panose="020F0502020204030204" pitchFamily="34" charset="0"/>
              </a:rPr>
              <a:t>Reset</a:t>
            </a:r>
            <a:r>
              <a:rPr lang="en-IN" sz="1600" dirty="0">
                <a:solidFill>
                  <a:srgbClr val="000000"/>
                </a:solidFill>
                <a:effectLst/>
                <a:latin typeface="Times New Roman" panose="02020603050405020304" pitchFamily="18" charset="0"/>
                <a:ea typeface="Calibri" panose="020F0502020204030204" pitchFamily="34" charset="0"/>
              </a:rPr>
              <a:t>, This pin is used to “reset” the internal Flip-flop controlling the state of the output, pin 3. This is an active-low input and is generally connected to a logic “1” level when not used to prevent any unwanted resetting of the output.</a:t>
            </a:r>
            <a:endParaRPr lang="en-IN" sz="2400" dirty="0">
              <a:solidFill>
                <a:srgbClr val="000000"/>
              </a:solidFill>
              <a:effectLst/>
              <a:latin typeface="Times New Roman" panose="02020603050405020304" pitchFamily="18" charset="0"/>
              <a:ea typeface="Calibri" panose="020F0502020204030204" pitchFamily="34" charset="0"/>
            </a:endParaRPr>
          </a:p>
          <a:p>
            <a:pPr lvl="0" algn="just">
              <a:buSzPts val="1000"/>
              <a:tabLst>
                <a:tab pos="457200" algn="l"/>
              </a:tabLst>
            </a:pPr>
            <a:r>
              <a:rPr lang="en-IN" sz="1600" dirty="0">
                <a:solidFill>
                  <a:srgbClr val="000000"/>
                </a:solidFill>
                <a:effectLst/>
                <a:latin typeface="Times New Roman" panose="02020603050405020304" pitchFamily="18" charset="0"/>
                <a:ea typeface="Calibri" panose="020F0502020204030204" pitchFamily="34" charset="0"/>
              </a:rPr>
              <a:t>• Pin 5. – </a:t>
            </a:r>
            <a:r>
              <a:rPr lang="en-IN" sz="1600" b="1" dirty="0">
                <a:solidFill>
                  <a:srgbClr val="000000"/>
                </a:solidFill>
                <a:effectLst/>
                <a:latin typeface="Times New Roman" panose="02020603050405020304" pitchFamily="18" charset="0"/>
                <a:ea typeface="Calibri" panose="020F0502020204030204" pitchFamily="34" charset="0"/>
              </a:rPr>
              <a:t>Control Voltage</a:t>
            </a:r>
            <a:r>
              <a:rPr lang="en-IN" sz="1600" dirty="0">
                <a:solidFill>
                  <a:srgbClr val="000000"/>
                </a:solidFill>
                <a:effectLst/>
                <a:latin typeface="Times New Roman" panose="02020603050405020304" pitchFamily="18" charset="0"/>
                <a:ea typeface="Calibri" panose="020F0502020204030204" pitchFamily="34" charset="0"/>
              </a:rPr>
              <a:t>, This pin controls the timing of the 555 by overriding the 2/3Vcc level of the voltage divider network. By applying a voltage to this pin the width of the output signal can be varied independently of the RC timing network. When not used it is connected to ground via a 10nF capacitor to eliminate any noise.</a:t>
            </a:r>
            <a:endParaRPr lang="en-IN" sz="2400" dirty="0">
              <a:solidFill>
                <a:srgbClr val="000000"/>
              </a:solidFill>
              <a:effectLst/>
              <a:latin typeface="Times New Roman" panose="02020603050405020304" pitchFamily="18" charset="0"/>
              <a:ea typeface="Calibri" panose="020F0502020204030204" pitchFamily="34" charset="0"/>
            </a:endParaRPr>
          </a:p>
          <a:p>
            <a:pPr lvl="0" algn="just">
              <a:buSzPts val="1000"/>
              <a:tabLst>
                <a:tab pos="457200" algn="l"/>
              </a:tabLst>
            </a:pPr>
            <a:r>
              <a:rPr lang="en-IN" sz="1600" dirty="0">
                <a:solidFill>
                  <a:srgbClr val="000000"/>
                </a:solidFill>
                <a:effectLst/>
                <a:latin typeface="Times New Roman" panose="02020603050405020304" pitchFamily="18" charset="0"/>
                <a:ea typeface="Calibri" panose="020F0502020204030204" pitchFamily="34" charset="0"/>
              </a:rPr>
              <a:t>• Pin 6. – </a:t>
            </a:r>
            <a:r>
              <a:rPr lang="en-IN" sz="1600" b="1" dirty="0">
                <a:solidFill>
                  <a:srgbClr val="000000"/>
                </a:solidFill>
                <a:effectLst/>
                <a:latin typeface="Times New Roman" panose="02020603050405020304" pitchFamily="18" charset="0"/>
                <a:ea typeface="Calibri" panose="020F0502020204030204" pitchFamily="34" charset="0"/>
              </a:rPr>
              <a:t>Threshold</a:t>
            </a:r>
            <a:r>
              <a:rPr lang="en-IN" sz="1600" dirty="0">
                <a:solidFill>
                  <a:srgbClr val="000000"/>
                </a:solidFill>
                <a:effectLst/>
                <a:latin typeface="Times New Roman" panose="02020603050405020304" pitchFamily="18" charset="0"/>
                <a:ea typeface="Calibri" panose="020F0502020204030204" pitchFamily="34" charset="0"/>
              </a:rPr>
              <a:t>, The positive input to comparator No 2. This pin is used to reset the Flip-flop when the voltage applied to it exceeds 2/3Vcc causing the output to switch from “HIGH” to “LOW” state. This pin connects directly to the RC timing circuit.</a:t>
            </a:r>
            <a:endParaRPr lang="en-IN" sz="2400" dirty="0">
              <a:solidFill>
                <a:srgbClr val="000000"/>
              </a:solidFill>
              <a:effectLst/>
              <a:latin typeface="Times New Roman" panose="02020603050405020304" pitchFamily="18" charset="0"/>
              <a:ea typeface="Calibri" panose="020F0502020204030204" pitchFamily="34" charset="0"/>
            </a:endParaRPr>
          </a:p>
          <a:p>
            <a:pPr lvl="0" algn="just">
              <a:buSzPts val="1000"/>
              <a:tabLst>
                <a:tab pos="457200" algn="l"/>
              </a:tabLst>
            </a:pPr>
            <a:r>
              <a:rPr lang="en-IN" sz="1600" dirty="0">
                <a:solidFill>
                  <a:srgbClr val="000000"/>
                </a:solidFill>
                <a:effectLst/>
                <a:latin typeface="Times New Roman" panose="02020603050405020304" pitchFamily="18" charset="0"/>
                <a:ea typeface="Calibri" panose="020F0502020204030204" pitchFamily="34" charset="0"/>
              </a:rPr>
              <a:t>• Pin 7. – </a:t>
            </a:r>
            <a:r>
              <a:rPr lang="en-IN" sz="1600" b="1" dirty="0">
                <a:solidFill>
                  <a:srgbClr val="000000"/>
                </a:solidFill>
                <a:effectLst/>
                <a:latin typeface="Times New Roman" panose="02020603050405020304" pitchFamily="18" charset="0"/>
                <a:ea typeface="Calibri" panose="020F0502020204030204" pitchFamily="34" charset="0"/>
              </a:rPr>
              <a:t>Discharge</a:t>
            </a:r>
            <a:r>
              <a:rPr lang="en-IN" sz="1600" dirty="0">
                <a:solidFill>
                  <a:srgbClr val="000000"/>
                </a:solidFill>
                <a:effectLst/>
                <a:latin typeface="Times New Roman" panose="02020603050405020304" pitchFamily="18" charset="0"/>
                <a:ea typeface="Calibri" panose="020F0502020204030204" pitchFamily="34" charset="0"/>
              </a:rPr>
              <a:t>, The discharge pin is connected directly to the Collector of an internal NPN transistor which is used to “discharge” the timing capacitor to ground when the output at pin 3 switches “LOW”.</a:t>
            </a:r>
            <a:endParaRPr lang="en-IN" sz="2400" dirty="0">
              <a:solidFill>
                <a:srgbClr val="000000"/>
              </a:solidFill>
              <a:effectLst/>
              <a:latin typeface="Times New Roman" panose="02020603050405020304" pitchFamily="18" charset="0"/>
              <a:ea typeface="Calibri" panose="020F0502020204030204" pitchFamily="34" charset="0"/>
            </a:endParaRPr>
          </a:p>
          <a:p>
            <a:pPr lvl="0" algn="just">
              <a:buSzPts val="1000"/>
              <a:tabLst>
                <a:tab pos="457200" algn="l"/>
              </a:tabLst>
            </a:pPr>
            <a:r>
              <a:rPr lang="en-IN" sz="1600" dirty="0">
                <a:solidFill>
                  <a:srgbClr val="000000"/>
                </a:solidFill>
                <a:effectLst/>
                <a:latin typeface="Times New Roman" panose="02020603050405020304" pitchFamily="18" charset="0"/>
                <a:ea typeface="Calibri" panose="020F0502020204030204" pitchFamily="34" charset="0"/>
              </a:rPr>
              <a:t>• Pin 8. – </a:t>
            </a:r>
            <a:r>
              <a:rPr lang="en-IN" sz="1600" b="1" dirty="0">
                <a:solidFill>
                  <a:srgbClr val="000000"/>
                </a:solidFill>
                <a:effectLst/>
                <a:latin typeface="Times New Roman" panose="02020603050405020304" pitchFamily="18" charset="0"/>
                <a:ea typeface="Calibri" panose="020F0502020204030204" pitchFamily="34" charset="0"/>
              </a:rPr>
              <a:t>Supply +</a:t>
            </a:r>
            <a:r>
              <a:rPr lang="en-IN" sz="1600" b="1" dirty="0" err="1">
                <a:solidFill>
                  <a:srgbClr val="000000"/>
                </a:solidFill>
                <a:effectLst/>
                <a:latin typeface="Times New Roman" panose="02020603050405020304" pitchFamily="18" charset="0"/>
                <a:ea typeface="Calibri" panose="020F0502020204030204" pitchFamily="34" charset="0"/>
              </a:rPr>
              <a:t>Vcc</a:t>
            </a:r>
            <a:r>
              <a:rPr lang="en-IN" sz="1600" dirty="0">
                <a:solidFill>
                  <a:srgbClr val="000000"/>
                </a:solidFill>
                <a:effectLst/>
                <a:latin typeface="Times New Roman" panose="02020603050405020304" pitchFamily="18" charset="0"/>
                <a:ea typeface="Calibri" panose="020F0502020204030204" pitchFamily="34" charset="0"/>
              </a:rPr>
              <a:t>, This is the power supply pin and for general purpose TTL 555 timers is between 4.5V and 15V.</a:t>
            </a:r>
            <a:endParaRPr lang="en-IN" sz="2400" dirty="0">
              <a:solidFill>
                <a:srgbClr val="000000"/>
              </a:solidFill>
              <a:effectLst/>
              <a:latin typeface="Times New Roman" panose="02020603050405020304" pitchFamily="18" charset="0"/>
              <a:ea typeface="Calibri" panose="020F0502020204030204" pitchFamily="34" charset="0"/>
            </a:endParaRPr>
          </a:p>
          <a:p>
            <a:pPr algn="just"/>
            <a:r>
              <a:rPr lang="en-US" sz="1600" dirty="0">
                <a:solidFill>
                  <a:srgbClr val="000000"/>
                </a:solidFill>
                <a:effectLst/>
                <a:latin typeface="Times New Roman" panose="02020603050405020304" pitchFamily="18" charset="0"/>
                <a:ea typeface="Calibri" panose="020F0502020204030204" pitchFamily="34" charset="0"/>
              </a:rPr>
              <a:t> </a:t>
            </a:r>
            <a:endParaRPr lang="en-IN" sz="2400" dirty="0">
              <a:solidFill>
                <a:srgbClr val="000000"/>
              </a:solidFill>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600890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Diagram 9">
            <a:extLst>
              <a:ext uri="{FF2B5EF4-FFF2-40B4-BE49-F238E27FC236}">
                <a16:creationId xmlns:a16="http://schemas.microsoft.com/office/drawing/2014/main" id="{CA1DFBD9-759D-F226-DF79-C5A91C05CA1E}"/>
              </a:ext>
            </a:extLst>
          </p:cNvPr>
          <p:cNvGraphicFramePr/>
          <p:nvPr>
            <p:extLst>
              <p:ext uri="{D42A27DB-BD31-4B8C-83A1-F6EECF244321}">
                <p14:modId xmlns:p14="http://schemas.microsoft.com/office/powerpoint/2010/main" val="2350645121"/>
              </p:ext>
            </p:extLst>
          </p:nvPr>
        </p:nvGraphicFramePr>
        <p:xfrm>
          <a:off x="698090" y="403123"/>
          <a:ext cx="10655709" cy="32053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Table 8">
            <a:extLst>
              <a:ext uri="{FF2B5EF4-FFF2-40B4-BE49-F238E27FC236}">
                <a16:creationId xmlns:a16="http://schemas.microsoft.com/office/drawing/2014/main" id="{62D4CBD1-AAFE-32B3-1E50-D16079F03058}"/>
              </a:ext>
            </a:extLst>
          </p:cNvPr>
          <p:cNvGraphicFramePr>
            <a:graphicFrameLocks noGrp="1"/>
          </p:cNvGraphicFramePr>
          <p:nvPr>
            <p:extLst>
              <p:ext uri="{D42A27DB-BD31-4B8C-83A1-F6EECF244321}">
                <p14:modId xmlns:p14="http://schemas.microsoft.com/office/powerpoint/2010/main" val="2828747911"/>
              </p:ext>
            </p:extLst>
          </p:nvPr>
        </p:nvGraphicFramePr>
        <p:xfrm>
          <a:off x="838200" y="3926568"/>
          <a:ext cx="10515600" cy="1828800"/>
        </p:xfrm>
        <a:graphic>
          <a:graphicData uri="http://schemas.openxmlformats.org/drawingml/2006/table">
            <a:tbl>
              <a:tblPr>
                <a:tableStyleId>{B301B821-A1FF-4177-AEE7-76D212191A09}</a:tableStyleId>
              </a:tblPr>
              <a:tblGrid>
                <a:gridCol w="3505200">
                  <a:extLst>
                    <a:ext uri="{9D8B030D-6E8A-4147-A177-3AD203B41FA5}">
                      <a16:colId xmlns:a16="http://schemas.microsoft.com/office/drawing/2014/main" val="2256772139"/>
                    </a:ext>
                  </a:extLst>
                </a:gridCol>
                <a:gridCol w="3505200">
                  <a:extLst>
                    <a:ext uri="{9D8B030D-6E8A-4147-A177-3AD203B41FA5}">
                      <a16:colId xmlns:a16="http://schemas.microsoft.com/office/drawing/2014/main" val="3154651140"/>
                    </a:ext>
                  </a:extLst>
                </a:gridCol>
                <a:gridCol w="3505200">
                  <a:extLst>
                    <a:ext uri="{9D8B030D-6E8A-4147-A177-3AD203B41FA5}">
                      <a16:colId xmlns:a16="http://schemas.microsoft.com/office/drawing/2014/main" val="2095491789"/>
                    </a:ext>
                  </a:extLst>
                </a:gridCol>
              </a:tblGrid>
              <a:tr h="0">
                <a:tc>
                  <a:txBody>
                    <a:bodyPr/>
                    <a:lstStyle/>
                    <a:p>
                      <a:pPr>
                        <a:buNone/>
                      </a:pPr>
                      <a:r>
                        <a:rPr lang="en-IN" b="1" dirty="0"/>
                        <a:t>Feature</a:t>
                      </a:r>
                    </a:p>
                  </a:txBody>
                  <a:tcPr anchor="ctr"/>
                </a:tc>
                <a:tc>
                  <a:txBody>
                    <a:bodyPr/>
                    <a:lstStyle/>
                    <a:p>
                      <a:pPr>
                        <a:buNone/>
                      </a:pPr>
                      <a:r>
                        <a:rPr lang="en-IN" b="1"/>
                        <a:t>Monostable</a:t>
                      </a:r>
                      <a:endParaRPr lang="en-IN"/>
                    </a:p>
                  </a:txBody>
                  <a:tcPr anchor="ctr"/>
                </a:tc>
                <a:tc>
                  <a:txBody>
                    <a:bodyPr/>
                    <a:lstStyle/>
                    <a:p>
                      <a:pPr>
                        <a:buNone/>
                      </a:pPr>
                      <a:r>
                        <a:rPr lang="en-IN" b="1"/>
                        <a:t>Astable</a:t>
                      </a:r>
                      <a:endParaRPr lang="en-IN"/>
                    </a:p>
                  </a:txBody>
                  <a:tcPr anchor="ctr"/>
                </a:tc>
                <a:extLst>
                  <a:ext uri="{0D108BD9-81ED-4DB2-BD59-A6C34878D82A}">
                    <a16:rowId xmlns:a16="http://schemas.microsoft.com/office/drawing/2014/main" val="2731464505"/>
                  </a:ext>
                </a:extLst>
              </a:tr>
              <a:tr h="0">
                <a:tc>
                  <a:txBody>
                    <a:bodyPr/>
                    <a:lstStyle/>
                    <a:p>
                      <a:pPr>
                        <a:buNone/>
                      </a:pPr>
                      <a:r>
                        <a:rPr lang="en-IN" b="1" i="1"/>
                        <a:t>Stable states</a:t>
                      </a:r>
                    </a:p>
                  </a:txBody>
                  <a:tcPr anchor="ctr"/>
                </a:tc>
                <a:tc>
                  <a:txBody>
                    <a:bodyPr/>
                    <a:lstStyle/>
                    <a:p>
                      <a:pPr>
                        <a:buNone/>
                      </a:pPr>
                      <a:r>
                        <a:rPr lang="en-IN"/>
                        <a:t>1</a:t>
                      </a:r>
                    </a:p>
                  </a:txBody>
                  <a:tcPr anchor="ctr"/>
                </a:tc>
                <a:tc>
                  <a:txBody>
                    <a:bodyPr/>
                    <a:lstStyle/>
                    <a:p>
                      <a:pPr>
                        <a:buNone/>
                      </a:pPr>
                      <a:r>
                        <a:rPr lang="en-IN"/>
                        <a:t>0</a:t>
                      </a:r>
                    </a:p>
                  </a:txBody>
                  <a:tcPr anchor="ctr"/>
                </a:tc>
                <a:extLst>
                  <a:ext uri="{0D108BD9-81ED-4DB2-BD59-A6C34878D82A}">
                    <a16:rowId xmlns:a16="http://schemas.microsoft.com/office/drawing/2014/main" val="1884477608"/>
                  </a:ext>
                </a:extLst>
              </a:tr>
              <a:tr h="0">
                <a:tc>
                  <a:txBody>
                    <a:bodyPr/>
                    <a:lstStyle/>
                    <a:p>
                      <a:pPr>
                        <a:buNone/>
                      </a:pPr>
                      <a:r>
                        <a:rPr lang="en-IN" b="1" i="1"/>
                        <a:t>Output behavior</a:t>
                      </a:r>
                    </a:p>
                  </a:txBody>
                  <a:tcPr anchor="ctr"/>
                </a:tc>
                <a:tc>
                  <a:txBody>
                    <a:bodyPr/>
                    <a:lstStyle/>
                    <a:p>
                      <a:pPr>
                        <a:buNone/>
                      </a:pPr>
                      <a:r>
                        <a:rPr lang="en-IN"/>
                        <a:t>Single pulse</a:t>
                      </a:r>
                    </a:p>
                  </a:txBody>
                  <a:tcPr anchor="ctr"/>
                </a:tc>
                <a:tc>
                  <a:txBody>
                    <a:bodyPr/>
                    <a:lstStyle/>
                    <a:p>
                      <a:pPr>
                        <a:buNone/>
                      </a:pPr>
                      <a:r>
                        <a:rPr lang="en-IN"/>
                        <a:t>Continuous oscillation</a:t>
                      </a:r>
                    </a:p>
                  </a:txBody>
                  <a:tcPr anchor="ctr"/>
                </a:tc>
                <a:extLst>
                  <a:ext uri="{0D108BD9-81ED-4DB2-BD59-A6C34878D82A}">
                    <a16:rowId xmlns:a16="http://schemas.microsoft.com/office/drawing/2014/main" val="941108559"/>
                  </a:ext>
                </a:extLst>
              </a:tr>
              <a:tr h="0">
                <a:tc>
                  <a:txBody>
                    <a:bodyPr/>
                    <a:lstStyle/>
                    <a:p>
                      <a:pPr>
                        <a:buNone/>
                      </a:pPr>
                      <a:r>
                        <a:rPr lang="en-IN" b="1" i="1"/>
                        <a:t>Trigger needed?</a:t>
                      </a:r>
                    </a:p>
                  </a:txBody>
                  <a:tcPr anchor="ctr"/>
                </a:tc>
                <a:tc>
                  <a:txBody>
                    <a:bodyPr/>
                    <a:lstStyle/>
                    <a:p>
                      <a:pPr>
                        <a:buNone/>
                      </a:pPr>
                      <a:r>
                        <a:rPr lang="en-IN" dirty="0"/>
                        <a:t>Yes</a:t>
                      </a:r>
                    </a:p>
                  </a:txBody>
                  <a:tcPr anchor="ctr"/>
                </a:tc>
                <a:tc>
                  <a:txBody>
                    <a:bodyPr/>
                    <a:lstStyle/>
                    <a:p>
                      <a:pPr>
                        <a:buNone/>
                      </a:pPr>
                      <a:r>
                        <a:rPr lang="en-IN"/>
                        <a:t>No</a:t>
                      </a:r>
                    </a:p>
                  </a:txBody>
                  <a:tcPr anchor="ctr"/>
                </a:tc>
                <a:extLst>
                  <a:ext uri="{0D108BD9-81ED-4DB2-BD59-A6C34878D82A}">
                    <a16:rowId xmlns:a16="http://schemas.microsoft.com/office/drawing/2014/main" val="3313970743"/>
                  </a:ext>
                </a:extLst>
              </a:tr>
              <a:tr h="0">
                <a:tc>
                  <a:txBody>
                    <a:bodyPr/>
                    <a:lstStyle/>
                    <a:p>
                      <a:pPr>
                        <a:buNone/>
                      </a:pPr>
                      <a:r>
                        <a:rPr lang="en-IN" b="1" i="1" dirty="0"/>
                        <a:t>Uses</a:t>
                      </a:r>
                    </a:p>
                  </a:txBody>
                  <a:tcPr anchor="ctr"/>
                </a:tc>
                <a:tc>
                  <a:txBody>
                    <a:bodyPr/>
                    <a:lstStyle/>
                    <a:p>
                      <a:pPr>
                        <a:buNone/>
                      </a:pPr>
                      <a:r>
                        <a:rPr lang="en-IN"/>
                        <a:t>Timing delay, pulse generation</a:t>
                      </a:r>
                    </a:p>
                  </a:txBody>
                  <a:tcPr anchor="ctr"/>
                </a:tc>
                <a:tc>
                  <a:txBody>
                    <a:bodyPr/>
                    <a:lstStyle/>
                    <a:p>
                      <a:pPr>
                        <a:buNone/>
                      </a:pPr>
                      <a:r>
                        <a:rPr lang="en-IN" dirty="0"/>
                        <a:t>Clocks, blinkers, square waves</a:t>
                      </a:r>
                    </a:p>
                  </a:txBody>
                  <a:tcPr anchor="ctr"/>
                </a:tc>
                <a:extLst>
                  <a:ext uri="{0D108BD9-81ED-4DB2-BD59-A6C34878D82A}">
                    <a16:rowId xmlns:a16="http://schemas.microsoft.com/office/drawing/2014/main" val="3569750818"/>
                  </a:ext>
                </a:extLst>
              </a:tr>
            </a:tbl>
          </a:graphicData>
        </a:graphic>
      </p:graphicFrame>
    </p:spTree>
    <p:extLst>
      <p:ext uri="{BB962C8B-B14F-4D97-AF65-F5344CB8AC3E}">
        <p14:creationId xmlns:p14="http://schemas.microsoft.com/office/powerpoint/2010/main" val="145304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3E4AEC-2B84-C76E-B550-2C8B42E47A57}"/>
              </a:ext>
            </a:extLst>
          </p:cNvPr>
          <p:cNvPicPr>
            <a:picLocks noChangeAspect="1"/>
          </p:cNvPicPr>
          <p:nvPr/>
        </p:nvPicPr>
        <p:blipFill>
          <a:blip r:embed="rId2"/>
          <a:stretch>
            <a:fillRect/>
          </a:stretch>
        </p:blipFill>
        <p:spPr>
          <a:xfrm>
            <a:off x="8090609" y="1174552"/>
            <a:ext cx="4101391" cy="3953594"/>
          </a:xfrm>
          <a:prstGeom prst="rect">
            <a:avLst/>
          </a:prstGeom>
        </p:spPr>
      </p:pic>
      <p:sp>
        <p:nvSpPr>
          <p:cNvPr id="5" name="TextBox 4">
            <a:extLst>
              <a:ext uri="{FF2B5EF4-FFF2-40B4-BE49-F238E27FC236}">
                <a16:creationId xmlns:a16="http://schemas.microsoft.com/office/drawing/2014/main" id="{AB875FBD-DA1D-A42C-503F-949A55EAB39A}"/>
              </a:ext>
            </a:extLst>
          </p:cNvPr>
          <p:cNvSpPr txBox="1"/>
          <p:nvPr/>
        </p:nvSpPr>
        <p:spPr>
          <a:xfrm>
            <a:off x="373627" y="980444"/>
            <a:ext cx="7089058" cy="535531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algn="just"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This circuit encased in an IC, is just analogous to a basic 555 timer circuit, with the only exception that in monostable circuit, two capacitors and a  resistor do also exist outside IC.</a:t>
            </a:r>
          </a:p>
          <a:p>
            <a:pPr lvl="0" algn="just"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dirty="0">
                <a:solidFill>
                  <a:srgbClr val="0A0A0A"/>
                </a:solidFill>
                <a:latin typeface="Times New Roman" panose="02020603050405020304" pitchFamily="18" charset="0"/>
                <a:cs typeface="Times New Roman" panose="02020603050405020304" pitchFamily="18" charset="0"/>
              </a:rPr>
              <a:t>A monostable multivibrator, also known as a one-shot pulse generator, has one stable state and one unstable state. </a:t>
            </a:r>
          </a:p>
          <a:p>
            <a:pPr lvl="0" algn="just" eaLnBrk="0" fontAlgn="base" hangingPunct="0">
              <a:spcBef>
                <a:spcPct val="0"/>
              </a:spcBef>
              <a:spcAft>
                <a:spcPct val="0"/>
              </a:spcAft>
            </a:pPr>
            <a:endParaRPr lang="en-US" altLang="en-US" dirty="0">
              <a:solidFill>
                <a:srgbClr val="0A0A0A"/>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dirty="0">
                <a:solidFill>
                  <a:srgbClr val="0A0A0A"/>
                </a:solidFill>
                <a:latin typeface="Times New Roman" panose="02020603050405020304" pitchFamily="18" charset="0"/>
                <a:cs typeface="Times New Roman" panose="02020603050405020304" pitchFamily="18" charset="0"/>
              </a:rPr>
              <a:t>Operation: It remains in its stable state until an external trigger pulse is applied. The trigger forces the circuit into its unstable state for a specific, predetermined period (determined by an external RC network), after which it automatically returns to its original stable state.</a:t>
            </a:r>
          </a:p>
          <a:p>
            <a:pPr lvl="0" algn="just" eaLnBrk="0" fontAlgn="base" hangingPunct="0">
              <a:spcBef>
                <a:spcPct val="0"/>
              </a:spcBef>
              <a:spcAft>
                <a:spcPct val="0"/>
              </a:spcAft>
            </a:pPr>
            <a:endParaRPr lang="en-US" altLang="en-US" dirty="0">
              <a:solidFill>
                <a:srgbClr val="0A0A0A"/>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FontTx/>
              <a:buChar char="•"/>
            </a:pPr>
            <a:r>
              <a:rPr lang="en-US" altLang="en-US" b="1" dirty="0">
                <a:solidFill>
                  <a:srgbClr val="0A0A0A"/>
                </a:solidFill>
                <a:latin typeface="Times New Roman" panose="02020603050405020304" pitchFamily="18" charset="0"/>
                <a:cs typeface="Times New Roman" panose="02020603050405020304" pitchFamily="18" charset="0"/>
              </a:rPr>
              <a:t>Triggering</a:t>
            </a:r>
            <a:r>
              <a:rPr lang="en-US" altLang="en-US" dirty="0">
                <a:solidFill>
                  <a:srgbClr val="0A0A0A"/>
                </a:solidFill>
                <a:latin typeface="Times New Roman" panose="02020603050405020304" pitchFamily="18" charset="0"/>
                <a:cs typeface="Times New Roman" panose="02020603050405020304" pitchFamily="18" charset="0"/>
              </a:rPr>
              <a:t>: Requires an external trigger pulse to initiate each cycle.</a:t>
            </a:r>
          </a:p>
          <a:p>
            <a:pPr lvl="0" algn="just" eaLnBrk="0" fontAlgn="base" hangingPunct="0">
              <a:spcBef>
                <a:spcPct val="0"/>
              </a:spcBef>
              <a:spcAft>
                <a:spcPct val="0"/>
              </a:spcAft>
              <a:buFontTx/>
              <a:buChar char="•"/>
            </a:pPr>
            <a:r>
              <a:rPr lang="en-US" altLang="en-US" b="1" dirty="0">
                <a:solidFill>
                  <a:srgbClr val="0A0A0A"/>
                </a:solidFill>
                <a:latin typeface="Times New Roman" panose="02020603050405020304" pitchFamily="18" charset="0"/>
                <a:cs typeface="Times New Roman" panose="02020603050405020304" pitchFamily="18" charset="0"/>
              </a:rPr>
              <a:t>Applications</a:t>
            </a:r>
            <a:r>
              <a:rPr lang="en-US" altLang="en-US" dirty="0">
                <a:solidFill>
                  <a:srgbClr val="0A0A0A"/>
                </a:solidFill>
                <a:latin typeface="Times New Roman" panose="02020603050405020304" pitchFamily="18" charset="0"/>
                <a:cs typeface="Times New Roman" panose="02020603050405020304" pitchFamily="18" charset="0"/>
              </a:rPr>
              <a:t>: Used in time delay circuits, pulse shaping (converting short pulses into wider ones), and switch debouncing. </a:t>
            </a:r>
          </a:p>
          <a:p>
            <a:pPr algn="just" eaLnBrk="0" fontAlgn="base" hangingPunct="0">
              <a:spcBef>
                <a:spcPct val="0"/>
              </a:spcBef>
              <a:spcAft>
                <a:spcPct val="0"/>
              </a:spcAft>
              <a:buFontTx/>
              <a:buChar char="•"/>
            </a:pPr>
            <a:r>
              <a:rPr lang="en-US" altLang="en-US" b="1" dirty="0">
                <a:solidFill>
                  <a:srgbClr val="0A0A0A"/>
                </a:solidFill>
                <a:latin typeface="Times New Roman" panose="02020603050405020304" pitchFamily="18" charset="0"/>
                <a:cs typeface="Times New Roman" panose="02020603050405020304" pitchFamily="18" charset="0"/>
              </a:rPr>
              <a:t>Output</a:t>
            </a:r>
            <a:r>
              <a:rPr lang="en-US" altLang="en-US" dirty="0">
                <a:solidFill>
                  <a:srgbClr val="0A0A0A"/>
                </a:solidFill>
                <a:latin typeface="Times New Roman" panose="02020603050405020304" pitchFamily="18" charset="0"/>
                <a:cs typeface="Times New Roman" panose="02020603050405020304" pitchFamily="18" charset="0"/>
              </a:rPr>
              <a:t>: Produces a single output pulse of a fixed duration for each input trigger pulse. Astable Multivibrator</a:t>
            </a:r>
          </a:p>
          <a:p>
            <a:pPr lvl="0" algn="just" eaLnBrk="0" fontAlgn="base" hangingPunct="0">
              <a:spcBef>
                <a:spcPct val="0"/>
              </a:spcBef>
              <a:spcAft>
                <a:spcPct val="0"/>
              </a:spcAft>
              <a:buFontTx/>
              <a:buChar char="•"/>
            </a:pPr>
            <a:endParaRPr lang="en-US" altLang="en-US" dirty="0">
              <a:solidFill>
                <a:srgbClr val="0A0A0A"/>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C579390-4C0F-FCBF-02E2-108376F8ACA5}"/>
              </a:ext>
            </a:extLst>
          </p:cNvPr>
          <p:cNvSpPr txBox="1"/>
          <p:nvPr/>
        </p:nvSpPr>
        <p:spPr>
          <a:xfrm>
            <a:off x="3244645" y="152912"/>
            <a:ext cx="6096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0" algn="ctr" eaLnBrk="0" fontAlgn="base" hangingPunct="0">
              <a:spcBef>
                <a:spcPct val="0"/>
              </a:spcBef>
              <a:spcAft>
                <a:spcPct val="0"/>
              </a:spcAft>
            </a:pPr>
            <a:r>
              <a:rPr lang="en-US" altLang="en-US" sz="1800" b="1" dirty="0">
                <a:solidFill>
                  <a:srgbClr val="0A0A0A"/>
                </a:solidFill>
                <a:latin typeface="Google Sans"/>
              </a:rPr>
              <a:t>Monostable Multivibrator</a:t>
            </a:r>
          </a:p>
        </p:txBody>
      </p:sp>
    </p:spTree>
    <p:extLst>
      <p:ext uri="{BB962C8B-B14F-4D97-AF65-F5344CB8AC3E}">
        <p14:creationId xmlns:p14="http://schemas.microsoft.com/office/powerpoint/2010/main" val="1621628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D3E171-D5AD-2FE6-99C8-0C4B4C6A7AAD}"/>
              </a:ext>
            </a:extLst>
          </p:cNvPr>
          <p:cNvPicPr>
            <a:picLocks noChangeAspect="1"/>
          </p:cNvPicPr>
          <p:nvPr/>
        </p:nvPicPr>
        <p:blipFill>
          <a:blip r:embed="rId3"/>
          <a:srcRect l="14798" t="14516"/>
          <a:stretch>
            <a:fillRect/>
          </a:stretch>
        </p:blipFill>
        <p:spPr>
          <a:xfrm>
            <a:off x="7741636" y="491929"/>
            <a:ext cx="4195886" cy="2418736"/>
          </a:xfrm>
          <a:prstGeom prst="rect">
            <a:avLst/>
          </a:prstGeom>
        </p:spPr>
      </p:pic>
      <p:sp>
        <p:nvSpPr>
          <p:cNvPr id="7" name="TextBox 6">
            <a:extLst>
              <a:ext uri="{FF2B5EF4-FFF2-40B4-BE49-F238E27FC236}">
                <a16:creationId xmlns:a16="http://schemas.microsoft.com/office/drawing/2014/main" id="{4EAB73C4-2B3D-D9F4-1E3C-4B73C5678F60}"/>
              </a:ext>
            </a:extLst>
          </p:cNvPr>
          <p:cNvSpPr txBox="1"/>
          <p:nvPr/>
        </p:nvSpPr>
        <p:spPr>
          <a:xfrm>
            <a:off x="254478" y="859065"/>
            <a:ext cx="7393859" cy="541686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spcAft>
                <a:spcPts val="1875"/>
              </a:spcAft>
              <a:buNone/>
            </a:pPr>
            <a:r>
              <a:rPr lang="en-US" sz="1800" b="0" i="0" dirty="0">
                <a:solidFill>
                  <a:srgbClr val="000000"/>
                </a:solidFill>
                <a:effectLst/>
                <a:latin typeface="georgia" panose="02040502050405020303" pitchFamily="18" charset="0"/>
              </a:rPr>
              <a:t>(1). When circuit is energized (normal operating state), then</a:t>
            </a:r>
          </a:p>
          <a:p>
            <a:pPr marL="285750" indent="-285750" algn="just">
              <a:spcAft>
                <a:spcPts val="375"/>
              </a:spcAft>
              <a:buFont typeface="Arial" panose="020B0604020202020204" pitchFamily="34" charset="0"/>
              <a:buChar char="•"/>
            </a:pPr>
            <a:r>
              <a:rPr lang="en-US" sz="1800" i="0" dirty="0">
                <a:solidFill>
                  <a:srgbClr val="2C2F34"/>
                </a:solidFill>
                <a:effectLst/>
                <a:latin typeface="georgia" panose="02040502050405020303" pitchFamily="18" charset="0"/>
              </a:rPr>
              <a:t> </a:t>
            </a:r>
            <a:r>
              <a:rPr lang="en-US" sz="1600" b="1" i="1" dirty="0">
                <a:solidFill>
                  <a:srgbClr val="2C2F34"/>
                </a:solidFill>
                <a:effectLst/>
                <a:latin typeface="georgia" panose="02040502050405020303" pitchFamily="18" charset="0"/>
              </a:rPr>
              <a:t>its output is low</a:t>
            </a:r>
            <a:endParaRPr lang="en-US" sz="1600" b="1" i="1" dirty="0">
              <a:solidFill>
                <a:srgbClr val="2C2F34"/>
              </a:solidFill>
              <a:effectLst/>
              <a:latin typeface="Georgia" panose="02040502050405020303" pitchFamily="18" charset="0"/>
            </a:endParaRPr>
          </a:p>
          <a:p>
            <a:pPr marL="285750" indent="-285750" algn="just">
              <a:spcAft>
                <a:spcPts val="375"/>
              </a:spcAft>
              <a:buFont typeface="Arial" panose="020B0604020202020204" pitchFamily="34" charset="0"/>
              <a:buChar char="•"/>
            </a:pPr>
            <a:r>
              <a:rPr lang="en-US" sz="1600" b="1" i="1" dirty="0">
                <a:solidFill>
                  <a:srgbClr val="2C2F34"/>
                </a:solidFill>
                <a:effectLst/>
                <a:latin typeface="Georgia" panose="02040502050405020303" pitchFamily="18" charset="0"/>
              </a:rPr>
              <a:t> No charge exists on capacitor C</a:t>
            </a:r>
            <a:r>
              <a:rPr lang="en-US" sz="1600" b="1" i="1" baseline="-25000" dirty="0">
                <a:solidFill>
                  <a:srgbClr val="2C2F34"/>
                </a:solidFill>
                <a:effectLst/>
                <a:latin typeface="georgia" panose="02040502050405020303" pitchFamily="18" charset="0"/>
              </a:rPr>
              <a:t>1</a:t>
            </a:r>
            <a:endParaRPr lang="en-US" sz="1600" b="1" i="1" dirty="0">
              <a:solidFill>
                <a:srgbClr val="2C2F34"/>
              </a:solidFill>
              <a:effectLst/>
              <a:latin typeface="Georgia" panose="02040502050405020303" pitchFamily="18" charset="0"/>
            </a:endParaRPr>
          </a:p>
          <a:p>
            <a:pPr marL="285750" indent="-285750" algn="just">
              <a:spcAft>
                <a:spcPts val="375"/>
              </a:spcAft>
              <a:buFont typeface="Arial" panose="020B0604020202020204" pitchFamily="34" charset="0"/>
              <a:buChar char="•"/>
            </a:pPr>
            <a:r>
              <a:rPr lang="en-US" sz="1600" b="1" i="1" dirty="0">
                <a:solidFill>
                  <a:srgbClr val="2C2F34"/>
                </a:solidFill>
                <a:effectLst/>
                <a:latin typeface="Georgia" panose="02040502050405020303" pitchFamily="18" charset="0"/>
              </a:rPr>
              <a:t>Discharge circuit (pin number 7) tends to be closed</a:t>
            </a:r>
          </a:p>
          <a:p>
            <a:pPr algn="just">
              <a:spcAft>
                <a:spcPts val="375"/>
              </a:spcAft>
            </a:pPr>
            <a:r>
              <a:rPr lang="en-US" i="0" dirty="0">
                <a:solidFill>
                  <a:srgbClr val="2C2F34"/>
                </a:solidFill>
                <a:effectLst/>
                <a:latin typeface="Georgia" panose="02040502050405020303" pitchFamily="18" charset="0"/>
              </a:rPr>
              <a:t>(</a:t>
            </a:r>
            <a:r>
              <a:rPr lang="en-US" dirty="0"/>
              <a:t>In this stable state, the output is low (logic 0), and an internal transistor keeps the timing capacitor discharged)</a:t>
            </a:r>
          </a:p>
          <a:p>
            <a:pPr algn="just">
              <a:spcAft>
                <a:spcPts val="375"/>
              </a:spcAft>
            </a:pPr>
            <a:endParaRPr lang="en-US" i="0" dirty="0">
              <a:solidFill>
                <a:srgbClr val="2C2F34"/>
              </a:solidFill>
              <a:effectLst/>
              <a:latin typeface="Georgia" panose="02040502050405020303" pitchFamily="18" charset="0"/>
            </a:endParaRPr>
          </a:p>
          <a:p>
            <a:pPr algn="just">
              <a:spcAft>
                <a:spcPts val="1875"/>
              </a:spcAft>
              <a:buNone/>
            </a:pPr>
            <a:r>
              <a:rPr lang="en-US" sz="1800" b="0" i="0" dirty="0">
                <a:solidFill>
                  <a:srgbClr val="000000"/>
                </a:solidFill>
                <a:effectLst/>
                <a:latin typeface="georgia" panose="02040502050405020303" pitchFamily="18" charset="0"/>
              </a:rPr>
              <a:t>(2). When a trigger input pulse is provided, output tends to become high and discharge path is open circuited.</a:t>
            </a:r>
          </a:p>
          <a:p>
            <a:pPr algn="just">
              <a:spcAft>
                <a:spcPts val="1875"/>
              </a:spcAft>
              <a:buNone/>
            </a:pPr>
            <a:r>
              <a:rPr lang="en-US" sz="1800" b="0" i="0" dirty="0">
                <a:solidFill>
                  <a:srgbClr val="000000"/>
                </a:solidFill>
                <a:effectLst/>
                <a:latin typeface="georgia" panose="02040502050405020303" pitchFamily="18" charset="0"/>
              </a:rPr>
              <a:t>(3). Capacitor C</a:t>
            </a:r>
            <a:r>
              <a:rPr lang="en-US" sz="1800" b="0" i="0" baseline="-25000" dirty="0">
                <a:solidFill>
                  <a:srgbClr val="000000"/>
                </a:solidFill>
                <a:effectLst/>
                <a:latin typeface="georgia" panose="02040502050405020303" pitchFamily="18" charset="0"/>
              </a:rPr>
              <a:t>1</a:t>
            </a:r>
            <a:r>
              <a:rPr lang="en-US" sz="1800" b="0" i="0" dirty="0">
                <a:solidFill>
                  <a:srgbClr val="000000"/>
                </a:solidFill>
                <a:effectLst/>
                <a:latin typeface="georgia" panose="02040502050405020303" pitchFamily="18" charset="0"/>
              </a:rPr>
              <a:t> charges till V</a:t>
            </a:r>
            <a:r>
              <a:rPr lang="en-US" sz="1800" b="0" i="0" baseline="-25000" dirty="0">
                <a:solidFill>
                  <a:srgbClr val="000000"/>
                </a:solidFill>
                <a:effectLst/>
                <a:latin typeface="georgia" panose="02040502050405020303" pitchFamily="18" charset="0"/>
              </a:rPr>
              <a:t>CC </a:t>
            </a:r>
            <a:r>
              <a:rPr lang="en-US" sz="1800" b="0" i="0" dirty="0">
                <a:solidFill>
                  <a:srgbClr val="000000"/>
                </a:solidFill>
                <a:effectLst/>
                <a:latin typeface="georgia" panose="02040502050405020303" pitchFamily="18" charset="0"/>
              </a:rPr>
              <a:t>with time constant R</a:t>
            </a:r>
            <a:r>
              <a:rPr lang="en-US" sz="1800" b="0" i="0" baseline="-25000" dirty="0">
                <a:solidFill>
                  <a:srgbClr val="000000"/>
                </a:solidFill>
                <a:effectLst/>
                <a:latin typeface="georgia" panose="02040502050405020303" pitchFamily="18" charset="0"/>
              </a:rPr>
              <a:t>1</a:t>
            </a:r>
            <a:r>
              <a:rPr lang="en-US" sz="1800" b="0" i="0" dirty="0">
                <a:solidFill>
                  <a:srgbClr val="000000"/>
                </a:solidFill>
                <a:effectLst/>
                <a:latin typeface="georgia" panose="02040502050405020303" pitchFamily="18" charset="0"/>
              </a:rPr>
              <a:t> C</a:t>
            </a:r>
            <a:r>
              <a:rPr lang="en-US" sz="1800" b="0" i="0" baseline="-25000" dirty="0">
                <a:solidFill>
                  <a:srgbClr val="000000"/>
                </a:solidFill>
                <a:effectLst/>
                <a:latin typeface="georgia" panose="02040502050405020303" pitchFamily="18" charset="0"/>
              </a:rPr>
              <a:t>1</a:t>
            </a:r>
            <a:endParaRPr lang="en-US" sz="1800" b="0" i="0" dirty="0">
              <a:solidFill>
                <a:srgbClr val="000000"/>
              </a:solidFill>
              <a:effectLst/>
              <a:latin typeface="georgia" panose="02040502050405020303" pitchFamily="18" charset="0"/>
            </a:endParaRPr>
          </a:p>
          <a:p>
            <a:pPr algn="just">
              <a:spcAft>
                <a:spcPts val="1875"/>
              </a:spcAft>
              <a:buNone/>
            </a:pPr>
            <a:r>
              <a:rPr lang="en-US" sz="1800" b="0" i="0" dirty="0">
                <a:solidFill>
                  <a:srgbClr val="000000"/>
                </a:solidFill>
                <a:effectLst/>
                <a:latin typeface="georgia" panose="02040502050405020303" pitchFamily="18" charset="0"/>
              </a:rPr>
              <a:t>(4). When capacitor voltage reach up to 2/3 </a:t>
            </a:r>
            <a:r>
              <a:rPr lang="en-US" dirty="0">
                <a:solidFill>
                  <a:srgbClr val="000000"/>
                </a:solidFill>
                <a:latin typeface="georgia" panose="02040502050405020303" pitchFamily="18" charset="0"/>
              </a:rPr>
              <a:t>V</a:t>
            </a:r>
            <a:r>
              <a:rPr lang="en-US" baseline="-25000" dirty="0">
                <a:solidFill>
                  <a:srgbClr val="000000"/>
                </a:solidFill>
                <a:latin typeface="georgia" panose="02040502050405020303" pitchFamily="18" charset="0"/>
              </a:rPr>
              <a:t>CC</a:t>
            </a:r>
            <a:r>
              <a:rPr lang="en-US" dirty="0">
                <a:solidFill>
                  <a:srgbClr val="000000"/>
                </a:solidFill>
                <a:latin typeface="georgia" panose="02040502050405020303" pitchFamily="18" charset="0"/>
              </a:rPr>
              <a:t> (threshold value)</a:t>
            </a:r>
            <a:r>
              <a:rPr lang="en-US" sz="1800" b="0" i="0" dirty="0">
                <a:solidFill>
                  <a:srgbClr val="000000"/>
                </a:solidFill>
                <a:effectLst/>
                <a:latin typeface="georgia" panose="02040502050405020303" pitchFamily="18" charset="0"/>
              </a:rPr>
              <a:t>, then comparator sets output on low and discharge path </a:t>
            </a:r>
            <a:r>
              <a:rPr lang="en-US" dirty="0">
                <a:solidFill>
                  <a:srgbClr val="000000"/>
                </a:solidFill>
                <a:latin typeface="georgia" panose="02040502050405020303" pitchFamily="18" charset="0"/>
              </a:rPr>
              <a:t>short circuited</a:t>
            </a:r>
            <a:r>
              <a:rPr lang="en-US" sz="1800" b="0" i="0" dirty="0">
                <a:solidFill>
                  <a:srgbClr val="000000"/>
                </a:solidFill>
                <a:effectLst/>
                <a:latin typeface="georgia" panose="02040502050405020303" pitchFamily="18" charset="0"/>
              </a:rPr>
              <a:t> again.</a:t>
            </a:r>
          </a:p>
          <a:p>
            <a:pPr algn="just">
              <a:spcAft>
                <a:spcPts val="1875"/>
              </a:spcAft>
              <a:buNone/>
            </a:pPr>
            <a:r>
              <a:rPr lang="en-US" sz="1800" b="0" i="0" dirty="0">
                <a:solidFill>
                  <a:srgbClr val="000000"/>
                </a:solidFill>
                <a:effectLst/>
                <a:latin typeface="georgia" panose="02040502050405020303" pitchFamily="18" charset="0"/>
              </a:rPr>
              <a:t>(5). As the discharge path </a:t>
            </a:r>
            <a:r>
              <a:rPr lang="en-US" dirty="0">
                <a:solidFill>
                  <a:srgbClr val="000000"/>
                </a:solidFill>
                <a:latin typeface="georgia" panose="02040502050405020303" pitchFamily="18" charset="0"/>
              </a:rPr>
              <a:t>is short circuited</a:t>
            </a:r>
            <a:r>
              <a:rPr lang="en-US" sz="1800" b="0" i="0" dirty="0">
                <a:solidFill>
                  <a:srgbClr val="000000"/>
                </a:solidFill>
                <a:effectLst/>
                <a:latin typeface="georgia" panose="02040502050405020303" pitchFamily="18" charset="0"/>
              </a:rPr>
              <a:t>, capacitor C</a:t>
            </a:r>
            <a:r>
              <a:rPr lang="en-US" sz="1800" b="0" i="0" baseline="-25000" dirty="0">
                <a:solidFill>
                  <a:srgbClr val="000000"/>
                </a:solidFill>
                <a:effectLst/>
                <a:latin typeface="georgia" panose="02040502050405020303" pitchFamily="18" charset="0"/>
              </a:rPr>
              <a:t>1</a:t>
            </a:r>
            <a:r>
              <a:rPr lang="en-US" sz="1800" b="0" i="0" dirty="0">
                <a:solidFill>
                  <a:srgbClr val="000000"/>
                </a:solidFill>
                <a:effectLst/>
                <a:latin typeface="georgia" panose="02040502050405020303" pitchFamily="18" charset="0"/>
              </a:rPr>
              <a:t> starts to discharge very speedily. </a:t>
            </a:r>
          </a:p>
        </p:txBody>
      </p:sp>
      <p:pic>
        <p:nvPicPr>
          <p:cNvPr id="9" name="Picture 8">
            <a:extLst>
              <a:ext uri="{FF2B5EF4-FFF2-40B4-BE49-F238E27FC236}">
                <a16:creationId xmlns:a16="http://schemas.microsoft.com/office/drawing/2014/main" id="{C173E60A-7E93-054E-5F29-83DC1D3B22C2}"/>
              </a:ext>
            </a:extLst>
          </p:cNvPr>
          <p:cNvPicPr>
            <a:picLocks noChangeAspect="1"/>
          </p:cNvPicPr>
          <p:nvPr/>
        </p:nvPicPr>
        <p:blipFill>
          <a:blip r:embed="rId4"/>
          <a:srcRect r="13775"/>
          <a:stretch>
            <a:fillRect/>
          </a:stretch>
        </p:blipFill>
        <p:spPr>
          <a:xfrm>
            <a:off x="7889677" y="3225615"/>
            <a:ext cx="4047846" cy="2773319"/>
          </a:xfrm>
          <a:prstGeom prst="rect">
            <a:avLst/>
          </a:prstGeom>
        </p:spPr>
      </p:pic>
    </p:spTree>
    <p:extLst>
      <p:ext uri="{BB962C8B-B14F-4D97-AF65-F5344CB8AC3E}">
        <p14:creationId xmlns:p14="http://schemas.microsoft.com/office/powerpoint/2010/main" val="3307102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492A48B-99FC-6112-398A-6837999C50B5}"/>
              </a:ext>
            </a:extLst>
          </p:cNvPr>
          <p:cNvSpPr>
            <a:spLocks noChangeArrowheads="1"/>
          </p:cNvSpPr>
          <p:nvPr/>
        </p:nvSpPr>
        <p:spPr bwMode="auto">
          <a:xfrm>
            <a:off x="309229" y="926408"/>
            <a:ext cx="7674565" cy="54680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1568"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rgbClr val="0A0A0A"/>
              </a:solidFill>
              <a:effectLst/>
              <a:latin typeface="Georgia" panose="02040502050405020303"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Georgia" panose="02040502050405020303" pitchFamily="18" charset="0"/>
                <a:cs typeface="Times New Roman" panose="02020603050405020304" pitchFamily="18" charset="0"/>
              </a:rPr>
              <a:t>In this circuit, two  resistors R1 and R2 and a capacitor C1 are external components, which form a timing network. A capacitor C2 is also present in this circuit, which has been connected with control voltage.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Georgia" panose="02040502050405020303"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A0A0A"/>
                </a:solidFill>
                <a:effectLst/>
                <a:latin typeface="Georgia" panose="02040502050405020303" pitchFamily="18" charset="0"/>
                <a:cs typeface="Times New Roman" panose="02020603050405020304" pitchFamily="18" charset="0"/>
              </a:rPr>
              <a:t>An astable multivibrator, also called a </a:t>
            </a:r>
            <a:r>
              <a:rPr kumimoji="0" lang="en-US" altLang="en-US" b="1" i="0" u="none" strike="noStrike" cap="none" normalizeH="0" baseline="0" dirty="0">
                <a:ln>
                  <a:noFill/>
                </a:ln>
                <a:solidFill>
                  <a:srgbClr val="0A0A0A"/>
                </a:solidFill>
                <a:effectLst/>
                <a:latin typeface="Georgia" panose="02040502050405020303" pitchFamily="18" charset="0"/>
                <a:cs typeface="Times New Roman" panose="02020603050405020304" pitchFamily="18" charset="0"/>
              </a:rPr>
              <a:t>free-running oscillator</a:t>
            </a:r>
            <a:r>
              <a:rPr kumimoji="0" lang="en-US" altLang="en-US" b="0" i="0" u="none" strike="noStrike" cap="none" normalizeH="0" baseline="0" dirty="0">
                <a:ln>
                  <a:noFill/>
                </a:ln>
                <a:solidFill>
                  <a:srgbClr val="0A0A0A"/>
                </a:solidFill>
                <a:effectLst/>
                <a:latin typeface="Georgia" panose="02040502050405020303" pitchFamily="18" charset="0"/>
                <a:cs typeface="Times New Roman" panose="02020603050405020304" pitchFamily="18" charset="0"/>
              </a:rPr>
              <a:t>, has </a:t>
            </a:r>
            <a:r>
              <a:rPr kumimoji="0" lang="en-US" altLang="en-US" b="1" i="0" u="none" strike="noStrike" cap="none" normalizeH="0" baseline="0" dirty="0">
                <a:ln>
                  <a:noFill/>
                </a:ln>
                <a:solidFill>
                  <a:srgbClr val="0A0A0A"/>
                </a:solidFill>
                <a:effectLst/>
                <a:latin typeface="Georgia" panose="02040502050405020303" pitchFamily="18" charset="0"/>
                <a:cs typeface="Times New Roman" panose="02020603050405020304" pitchFamily="18" charset="0"/>
              </a:rPr>
              <a:t>no stable states</a:t>
            </a:r>
            <a:r>
              <a:rPr kumimoji="0" lang="en-US" altLang="en-US" b="0" i="0" u="none" strike="noStrike" cap="none" normalizeH="0" baseline="0" dirty="0">
                <a:ln>
                  <a:noFill/>
                </a:ln>
                <a:solidFill>
                  <a:srgbClr val="0A0A0A"/>
                </a:solidFill>
                <a:effectLst/>
                <a:latin typeface="Georgia" panose="02040502050405020303" pitchFamily="18" charset="0"/>
                <a:cs typeface="Times New Roman" panose="02020603050405020304" pitchFamily="18" charset="0"/>
              </a:rPr>
              <a:t> and continuously oscillates between two unstable states (high and low voltage) as long as power is supplied.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Georgia" panose="02040502050405020303"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latin typeface="Georgia" panose="02040502050405020303" pitchFamily="18" charset="0"/>
                <a:cs typeface="Times New Roman" panose="02020603050405020304" pitchFamily="18" charset="0"/>
              </a:rPr>
              <a:t>Operation</a:t>
            </a:r>
            <a:r>
              <a:rPr kumimoji="0" lang="en-US" altLang="en-US" b="0" i="0" u="none" strike="noStrike" cap="none" normalizeH="0" baseline="0" dirty="0">
                <a:ln>
                  <a:noFill/>
                </a:ln>
                <a:solidFill>
                  <a:srgbClr val="0A0A0A"/>
                </a:solidFill>
                <a:effectLst/>
                <a:latin typeface="Georgia" panose="02040502050405020303" pitchFamily="18" charset="0"/>
                <a:cs typeface="Times New Roman" panose="02020603050405020304" pitchFamily="18" charset="0"/>
              </a:rPr>
              <a:t>: It automatically switches back and forth between two states through a positive feedback loop and an RC (resistor-capacitor) timing network that charges and discharges capacitors to control the switching frequency.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rgbClr val="0A0A0A"/>
              </a:solidFill>
              <a:effectLst/>
              <a:latin typeface="Georgia" panose="02040502050405020303"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latin typeface="Georgia" panose="02040502050405020303" pitchFamily="18" charset="0"/>
                <a:cs typeface="Times New Roman" panose="02020603050405020304" pitchFamily="18" charset="0"/>
              </a:rPr>
              <a:t>Output</a:t>
            </a:r>
            <a:r>
              <a:rPr kumimoji="0" lang="en-US" altLang="en-US" b="0" i="0" u="none" strike="noStrike" cap="none" normalizeH="0" baseline="0" dirty="0">
                <a:ln>
                  <a:noFill/>
                </a:ln>
                <a:solidFill>
                  <a:srgbClr val="0A0A0A"/>
                </a:solidFill>
                <a:effectLst/>
                <a:latin typeface="Georgia" panose="02040502050405020303" pitchFamily="18" charset="0"/>
                <a:cs typeface="Times New Roman" panose="02020603050405020304" pitchFamily="18" charset="0"/>
              </a:rPr>
              <a:t>: Produces a continuous, periodic square wave or pulse train.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latin typeface="Georgia" panose="02040502050405020303" pitchFamily="18" charset="0"/>
                <a:cs typeface="Times New Roman" panose="02020603050405020304" pitchFamily="18" charset="0"/>
              </a:rPr>
              <a:t>Triggering</a:t>
            </a:r>
            <a:r>
              <a:rPr kumimoji="0" lang="en-US" altLang="en-US" b="0" i="0" u="none" strike="noStrike" cap="none" normalizeH="0" baseline="0" dirty="0">
                <a:ln>
                  <a:noFill/>
                </a:ln>
                <a:solidFill>
                  <a:srgbClr val="0A0A0A"/>
                </a:solidFill>
                <a:effectLst/>
                <a:latin typeface="Georgia" panose="02040502050405020303" pitchFamily="18" charset="0"/>
                <a:cs typeface="Times New Roman" panose="02020603050405020304" pitchFamily="18" charset="0"/>
              </a:rPr>
              <a:t>: No external trigger is required for continuous operation.</a:t>
            </a:r>
          </a:p>
          <a:p>
            <a:pPr lvl="0" algn="just">
              <a:buFontTx/>
              <a:buChar char="•"/>
            </a:pPr>
            <a:r>
              <a:rPr kumimoji="0" lang="en-US" altLang="en-US" b="1" i="0" u="none" strike="noStrike" cap="none" normalizeH="0" baseline="0" dirty="0">
                <a:ln>
                  <a:noFill/>
                </a:ln>
                <a:solidFill>
                  <a:srgbClr val="0A0A0A"/>
                </a:solidFill>
                <a:effectLst/>
                <a:latin typeface="Georgia" panose="02040502050405020303" pitchFamily="18" charset="0"/>
                <a:cs typeface="Times New Roman" panose="02020603050405020304" pitchFamily="18" charset="0"/>
              </a:rPr>
              <a:t>Applications</a:t>
            </a:r>
            <a:r>
              <a:rPr kumimoji="0" lang="en-US" altLang="en-US" b="0" i="0" u="none" strike="noStrike" cap="none" normalizeH="0" baseline="0" dirty="0">
                <a:ln>
                  <a:noFill/>
                </a:ln>
                <a:solidFill>
                  <a:srgbClr val="0A0A0A"/>
                </a:solidFill>
                <a:effectLst/>
                <a:latin typeface="Georgia" panose="02040502050405020303" pitchFamily="18" charset="0"/>
                <a:cs typeface="Times New Roman" panose="02020603050405020304" pitchFamily="18" charset="0"/>
              </a:rPr>
              <a:t>: Used in clock generators for microprocessors, flashing lights, and general timing oscillator circuits.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Georgia" panose="02040502050405020303"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85F45DBE-994C-FA64-5102-E75BBB09501F}"/>
              </a:ext>
            </a:extLst>
          </p:cNvPr>
          <p:cNvPicPr>
            <a:picLocks noChangeAspect="1"/>
          </p:cNvPicPr>
          <p:nvPr/>
        </p:nvPicPr>
        <p:blipFill>
          <a:blip r:embed="rId2"/>
          <a:srcRect r="7810"/>
          <a:stretch>
            <a:fillRect/>
          </a:stretch>
        </p:blipFill>
        <p:spPr>
          <a:xfrm>
            <a:off x="7983794" y="1554717"/>
            <a:ext cx="4220082" cy="3808157"/>
          </a:xfrm>
          <a:prstGeom prst="rect">
            <a:avLst/>
          </a:prstGeom>
        </p:spPr>
      </p:pic>
      <p:sp>
        <p:nvSpPr>
          <p:cNvPr id="14" name="TextBox 13">
            <a:extLst>
              <a:ext uri="{FF2B5EF4-FFF2-40B4-BE49-F238E27FC236}">
                <a16:creationId xmlns:a16="http://schemas.microsoft.com/office/drawing/2014/main" id="{2E5935C2-35C3-B4A4-6B03-7CABC3052903}"/>
              </a:ext>
            </a:extLst>
          </p:cNvPr>
          <p:cNvSpPr txBox="1"/>
          <p:nvPr/>
        </p:nvSpPr>
        <p:spPr>
          <a:xfrm>
            <a:off x="2915264" y="81403"/>
            <a:ext cx="6223818"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A0A0A"/>
                </a:solidFill>
                <a:effectLst/>
                <a:latin typeface="Google Sans"/>
              </a:rPr>
              <a:t>Astable Multivibrator</a:t>
            </a:r>
          </a:p>
        </p:txBody>
      </p:sp>
    </p:spTree>
    <p:extLst>
      <p:ext uri="{BB962C8B-B14F-4D97-AF65-F5344CB8AC3E}">
        <p14:creationId xmlns:p14="http://schemas.microsoft.com/office/powerpoint/2010/main" val="3542415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E19A53-7B77-4914-4844-1E206FE257D8}"/>
              </a:ext>
            </a:extLst>
          </p:cNvPr>
          <p:cNvSpPr txBox="1"/>
          <p:nvPr/>
        </p:nvSpPr>
        <p:spPr>
          <a:xfrm>
            <a:off x="194477" y="324463"/>
            <a:ext cx="7238712" cy="5814412"/>
          </a:xfrm>
          <a:prstGeom prst="rect">
            <a:avLst/>
          </a:prstGeom>
          <a:noFill/>
        </p:spPr>
        <p:txBody>
          <a:bodyPr wrap="square">
            <a:spAutoFit/>
          </a:bodyPr>
          <a:lstStyle/>
          <a:p>
            <a:pPr algn="just">
              <a:spcAft>
                <a:spcPts val="1875"/>
              </a:spcAft>
              <a:buNone/>
            </a:pPr>
            <a:r>
              <a:rPr lang="en-US" sz="1600" b="0" i="0" dirty="0">
                <a:solidFill>
                  <a:srgbClr val="000000"/>
                </a:solidFill>
                <a:effectLst/>
                <a:latin typeface="Georgia" panose="02040502050405020303" pitchFamily="18" charset="0"/>
              </a:rPr>
              <a:t>(1). As soon as the circuit is energized, then immediately thereafter;</a:t>
            </a:r>
          </a:p>
          <a:p>
            <a:pPr marL="285750" indent="-285750" algn="just">
              <a:spcAft>
                <a:spcPts val="375"/>
              </a:spcAft>
              <a:buFont typeface="Arial" panose="020B0604020202020204" pitchFamily="34" charset="0"/>
              <a:buChar char="•"/>
            </a:pPr>
            <a:r>
              <a:rPr lang="en-US" sz="1400" b="1" i="1" dirty="0">
                <a:solidFill>
                  <a:srgbClr val="2C2F34"/>
                </a:solidFill>
                <a:effectLst/>
                <a:latin typeface="Georgia" panose="02040502050405020303" pitchFamily="18" charset="0"/>
              </a:rPr>
              <a:t>Voltage level on threshold and input terminal turns out to be low (as compared to 2/3 level of V</a:t>
            </a:r>
            <a:r>
              <a:rPr lang="en-US" sz="1400" b="1" i="1" baseline="-25000" dirty="0">
                <a:solidFill>
                  <a:srgbClr val="2C2F34"/>
                </a:solidFill>
                <a:effectLst/>
                <a:latin typeface="Georgia" panose="02040502050405020303" pitchFamily="18" charset="0"/>
              </a:rPr>
              <a:t>CC</a:t>
            </a:r>
            <a:r>
              <a:rPr lang="en-US" sz="1400" b="1" i="1" dirty="0">
                <a:solidFill>
                  <a:srgbClr val="2C2F34"/>
                </a:solidFill>
                <a:effectLst/>
                <a:latin typeface="Georgia" panose="02040502050405020303" pitchFamily="18" charset="0"/>
              </a:rPr>
              <a:t>)</a:t>
            </a:r>
          </a:p>
          <a:p>
            <a:pPr marL="285750" indent="-285750" algn="just">
              <a:spcAft>
                <a:spcPts val="375"/>
              </a:spcAft>
              <a:buFont typeface="Arial" panose="020B0604020202020204" pitchFamily="34" charset="0"/>
              <a:buChar char="•"/>
            </a:pPr>
            <a:r>
              <a:rPr lang="en-US" sz="1400" b="1" i="1" dirty="0">
                <a:solidFill>
                  <a:srgbClr val="2C2F34"/>
                </a:solidFill>
                <a:effectLst/>
                <a:latin typeface="Georgia" panose="02040502050405020303" pitchFamily="18" charset="0"/>
              </a:rPr>
              <a:t> Output is high</a:t>
            </a:r>
          </a:p>
          <a:p>
            <a:pPr marL="285750" indent="-285750" algn="just">
              <a:spcAft>
                <a:spcPts val="375"/>
              </a:spcAft>
              <a:buFont typeface="Arial" panose="020B0604020202020204" pitchFamily="34" charset="0"/>
              <a:buChar char="•"/>
            </a:pPr>
            <a:r>
              <a:rPr lang="en-US" sz="1400" b="1" i="1" dirty="0">
                <a:solidFill>
                  <a:srgbClr val="2C2F34"/>
                </a:solidFill>
                <a:effectLst/>
                <a:latin typeface="Georgia" panose="02040502050405020303" pitchFamily="18" charset="0"/>
              </a:rPr>
              <a:t>Discharge path (pin number 7) </a:t>
            </a:r>
            <a:r>
              <a:rPr lang="en-US" sz="1400" b="1" i="1" dirty="0">
                <a:solidFill>
                  <a:srgbClr val="2C2F34"/>
                </a:solidFill>
                <a:latin typeface="Georgia" panose="02040502050405020303" pitchFamily="18" charset="0"/>
              </a:rPr>
              <a:t>is</a:t>
            </a:r>
            <a:r>
              <a:rPr lang="en-US" sz="1400" b="1" i="1" dirty="0">
                <a:solidFill>
                  <a:srgbClr val="2C2F34"/>
                </a:solidFill>
                <a:effectLst/>
                <a:latin typeface="Georgia" panose="02040502050405020303" pitchFamily="18" charset="0"/>
              </a:rPr>
              <a:t> open circuited</a:t>
            </a:r>
          </a:p>
          <a:p>
            <a:pPr marL="285750" indent="-285750" algn="just">
              <a:spcAft>
                <a:spcPts val="375"/>
              </a:spcAft>
              <a:buFont typeface="Arial" panose="020B0604020202020204" pitchFamily="34" charset="0"/>
              <a:buChar char="•"/>
            </a:pPr>
            <a:r>
              <a:rPr lang="en-US" sz="1400" b="1" i="1" dirty="0">
                <a:solidFill>
                  <a:srgbClr val="2C2F34"/>
                </a:solidFill>
                <a:effectLst/>
                <a:latin typeface="Georgia" panose="02040502050405020303" pitchFamily="18" charset="0"/>
              </a:rPr>
              <a:t>Capacitor C</a:t>
            </a:r>
            <a:r>
              <a:rPr lang="en-US" sz="1400" b="1" i="1" baseline="-25000" dirty="0">
                <a:solidFill>
                  <a:srgbClr val="2C2F34"/>
                </a:solidFill>
                <a:effectLst/>
                <a:latin typeface="Georgia" panose="02040502050405020303" pitchFamily="18" charset="0"/>
              </a:rPr>
              <a:t>1</a:t>
            </a:r>
            <a:r>
              <a:rPr lang="en-US" sz="1400" b="1" i="1" dirty="0">
                <a:solidFill>
                  <a:srgbClr val="2C2F34"/>
                </a:solidFill>
                <a:effectLst/>
                <a:latin typeface="Georgia" panose="02040502050405020303" pitchFamily="18" charset="0"/>
              </a:rPr>
              <a:t> starts charging with time constant (R</a:t>
            </a:r>
            <a:r>
              <a:rPr lang="en-US" sz="1400" b="1" i="1" baseline="-25000" dirty="0">
                <a:solidFill>
                  <a:srgbClr val="2C2F34"/>
                </a:solidFill>
                <a:effectLst/>
                <a:latin typeface="Georgia" panose="02040502050405020303" pitchFamily="18" charset="0"/>
              </a:rPr>
              <a:t>1</a:t>
            </a:r>
            <a:r>
              <a:rPr lang="en-US" sz="1400" b="1" i="1" dirty="0">
                <a:solidFill>
                  <a:srgbClr val="2C2F34"/>
                </a:solidFill>
                <a:effectLst/>
                <a:latin typeface="Georgia" panose="02040502050405020303" pitchFamily="18" charset="0"/>
              </a:rPr>
              <a:t> + R</a:t>
            </a:r>
            <a:r>
              <a:rPr lang="en-US" sz="1400" b="1" i="1" baseline="-25000" dirty="0">
                <a:solidFill>
                  <a:srgbClr val="2C2F34"/>
                </a:solidFill>
                <a:effectLst/>
                <a:latin typeface="Georgia" panose="02040502050405020303" pitchFamily="18" charset="0"/>
              </a:rPr>
              <a:t>2</a:t>
            </a:r>
            <a:r>
              <a:rPr lang="en-US" sz="1400" b="1" i="1" dirty="0">
                <a:solidFill>
                  <a:srgbClr val="2C2F34"/>
                </a:solidFill>
                <a:effectLst/>
                <a:latin typeface="Georgia" panose="02040502050405020303" pitchFamily="18" charset="0"/>
              </a:rPr>
              <a:t>) C</a:t>
            </a:r>
            <a:r>
              <a:rPr lang="en-US" sz="1400" b="1" i="1" baseline="-25000" dirty="0">
                <a:solidFill>
                  <a:srgbClr val="2C2F34"/>
                </a:solidFill>
                <a:effectLst/>
                <a:latin typeface="Georgia" panose="02040502050405020303" pitchFamily="18" charset="0"/>
              </a:rPr>
              <a:t>1</a:t>
            </a:r>
            <a:r>
              <a:rPr lang="en-US" sz="1400" b="1" i="1" dirty="0">
                <a:solidFill>
                  <a:srgbClr val="2C2F34"/>
                </a:solidFill>
                <a:effectLst/>
                <a:latin typeface="Georgia" panose="02040502050405020303" pitchFamily="18" charset="0"/>
              </a:rPr>
              <a:t> till V</a:t>
            </a:r>
            <a:r>
              <a:rPr lang="en-US" sz="1400" b="1" i="1" baseline="-25000" dirty="0">
                <a:solidFill>
                  <a:srgbClr val="2C2F34"/>
                </a:solidFill>
                <a:effectLst/>
                <a:latin typeface="Georgia" panose="02040502050405020303" pitchFamily="18" charset="0"/>
              </a:rPr>
              <a:t>CC</a:t>
            </a:r>
            <a:r>
              <a:rPr lang="en-US" sz="1400" b="1" i="1" dirty="0">
                <a:solidFill>
                  <a:srgbClr val="2C2F34"/>
                </a:solidFill>
                <a:effectLst/>
                <a:latin typeface="Georgia" panose="02040502050405020303" pitchFamily="18" charset="0"/>
              </a:rPr>
              <a:t>.</a:t>
            </a:r>
          </a:p>
          <a:p>
            <a:pPr marL="285750" indent="-285750" algn="just">
              <a:spcAft>
                <a:spcPts val="375"/>
              </a:spcAft>
              <a:buFont typeface="Arial" panose="020B0604020202020204" pitchFamily="34" charset="0"/>
              <a:buChar char="•"/>
            </a:pPr>
            <a:endParaRPr lang="en-US" sz="1400" b="1" i="1" dirty="0">
              <a:solidFill>
                <a:srgbClr val="2C2F34"/>
              </a:solidFill>
              <a:effectLst/>
              <a:latin typeface="Georgia" panose="02040502050405020303" pitchFamily="18" charset="0"/>
            </a:endParaRPr>
          </a:p>
          <a:p>
            <a:pPr algn="just">
              <a:spcAft>
                <a:spcPts val="1875"/>
              </a:spcAft>
              <a:buNone/>
            </a:pPr>
            <a:r>
              <a:rPr lang="en-US" sz="1600" b="0" i="0" dirty="0">
                <a:solidFill>
                  <a:srgbClr val="000000"/>
                </a:solidFill>
                <a:effectLst/>
                <a:latin typeface="Georgia" panose="02040502050405020303" pitchFamily="18" charset="0"/>
              </a:rPr>
              <a:t>(2). When voltage value parallel to capacitor C</a:t>
            </a:r>
            <a:r>
              <a:rPr lang="en-US" sz="1600" b="0" i="0" baseline="-25000" dirty="0">
                <a:solidFill>
                  <a:srgbClr val="000000"/>
                </a:solidFill>
                <a:effectLst/>
                <a:latin typeface="Georgia" panose="02040502050405020303" pitchFamily="18" charset="0"/>
              </a:rPr>
              <a:t>1</a:t>
            </a:r>
            <a:r>
              <a:rPr lang="en-US" sz="1600" b="0" i="0" dirty="0">
                <a:solidFill>
                  <a:srgbClr val="000000"/>
                </a:solidFill>
                <a:effectLst/>
                <a:latin typeface="Georgia" panose="02040502050405020303" pitchFamily="18" charset="0"/>
              </a:rPr>
              <a:t>, which is also connected to threshold terminal reaches 2/3 V</a:t>
            </a:r>
            <a:r>
              <a:rPr lang="en-US" sz="1600" b="0" i="0" baseline="-25000" dirty="0">
                <a:solidFill>
                  <a:srgbClr val="000000"/>
                </a:solidFill>
                <a:effectLst/>
                <a:latin typeface="Georgia" panose="02040502050405020303" pitchFamily="18" charset="0"/>
              </a:rPr>
              <a:t>CC</a:t>
            </a:r>
            <a:r>
              <a:rPr lang="en-US" sz="1600" b="0" i="0" dirty="0">
                <a:solidFill>
                  <a:srgbClr val="000000"/>
                </a:solidFill>
                <a:effectLst/>
                <a:latin typeface="Georgia" panose="02040502050405020303" pitchFamily="18" charset="0"/>
              </a:rPr>
              <a:t> , then comparator sets output on low and the discharge path tends to close.</a:t>
            </a:r>
          </a:p>
          <a:p>
            <a:pPr algn="just">
              <a:spcAft>
                <a:spcPts val="1875"/>
              </a:spcAft>
              <a:buNone/>
            </a:pPr>
            <a:r>
              <a:rPr lang="en-US" sz="1600" b="0" i="0" dirty="0">
                <a:solidFill>
                  <a:srgbClr val="000000"/>
                </a:solidFill>
                <a:effectLst/>
                <a:latin typeface="Georgia" panose="02040502050405020303" pitchFamily="18" charset="0"/>
              </a:rPr>
              <a:t>(3). As a result of closure of discharge path, capacitor C</a:t>
            </a:r>
            <a:r>
              <a:rPr lang="en-US" sz="1600" b="0" i="0" baseline="-25000" dirty="0">
                <a:solidFill>
                  <a:srgbClr val="000000"/>
                </a:solidFill>
                <a:effectLst/>
                <a:latin typeface="Georgia" panose="02040502050405020303" pitchFamily="18" charset="0"/>
              </a:rPr>
              <a:t>1</a:t>
            </a:r>
            <a:r>
              <a:rPr lang="en-US" sz="1600" b="0" i="0" dirty="0">
                <a:solidFill>
                  <a:srgbClr val="000000"/>
                </a:solidFill>
                <a:effectLst/>
                <a:latin typeface="Georgia" panose="02040502050405020303" pitchFamily="18" charset="0"/>
              </a:rPr>
              <a:t> discharges very swiftly via R</a:t>
            </a:r>
            <a:r>
              <a:rPr lang="en-US" sz="1600" b="0" i="0" baseline="-25000" dirty="0">
                <a:solidFill>
                  <a:srgbClr val="000000"/>
                </a:solidFill>
                <a:effectLst/>
                <a:latin typeface="Georgia" panose="02040502050405020303" pitchFamily="18" charset="0"/>
              </a:rPr>
              <a:t>2</a:t>
            </a:r>
            <a:r>
              <a:rPr lang="en-US" sz="1600" b="0" i="0" dirty="0">
                <a:solidFill>
                  <a:srgbClr val="000000"/>
                </a:solidFill>
                <a:effectLst/>
                <a:latin typeface="Georgia" panose="02040502050405020303" pitchFamily="18" charset="0"/>
              </a:rPr>
              <a:t>, in such a situation, discharge time constant is R</a:t>
            </a:r>
            <a:r>
              <a:rPr lang="en-US" sz="1600" b="0" i="0" baseline="-25000" dirty="0">
                <a:solidFill>
                  <a:srgbClr val="000000"/>
                </a:solidFill>
                <a:effectLst/>
                <a:latin typeface="Georgia" panose="02040502050405020303" pitchFamily="18" charset="0"/>
              </a:rPr>
              <a:t>2</a:t>
            </a:r>
            <a:r>
              <a:rPr lang="en-US" sz="1600" b="0" i="0" dirty="0">
                <a:solidFill>
                  <a:srgbClr val="000000"/>
                </a:solidFill>
                <a:effectLst/>
                <a:latin typeface="Georgia" panose="02040502050405020303" pitchFamily="18" charset="0"/>
              </a:rPr>
              <a:t>C</a:t>
            </a:r>
            <a:r>
              <a:rPr lang="en-US" sz="1600" b="0" i="0" baseline="-25000" dirty="0">
                <a:solidFill>
                  <a:srgbClr val="000000"/>
                </a:solidFill>
                <a:effectLst/>
                <a:latin typeface="Georgia" panose="02040502050405020303" pitchFamily="18" charset="0"/>
              </a:rPr>
              <a:t>1</a:t>
            </a:r>
            <a:r>
              <a:rPr lang="en-US" sz="1600" b="0" i="0" dirty="0">
                <a:solidFill>
                  <a:srgbClr val="000000"/>
                </a:solidFill>
                <a:effectLst/>
                <a:latin typeface="Georgia" panose="02040502050405020303" pitchFamily="18" charset="0"/>
              </a:rPr>
              <a:t>.</a:t>
            </a:r>
          </a:p>
          <a:p>
            <a:pPr algn="just">
              <a:spcAft>
                <a:spcPts val="1875"/>
              </a:spcAft>
              <a:buNone/>
            </a:pPr>
            <a:r>
              <a:rPr lang="en-US" sz="1600" b="0" i="0" dirty="0">
                <a:solidFill>
                  <a:srgbClr val="000000"/>
                </a:solidFill>
                <a:effectLst/>
                <a:latin typeface="Georgia" panose="02040502050405020303" pitchFamily="18" charset="0"/>
              </a:rPr>
              <a:t>(4). When C</a:t>
            </a:r>
            <a:r>
              <a:rPr lang="en-US" sz="1600" b="0" i="0" baseline="-25000" dirty="0">
                <a:solidFill>
                  <a:srgbClr val="000000"/>
                </a:solidFill>
                <a:effectLst/>
                <a:latin typeface="Georgia" panose="02040502050405020303" pitchFamily="18" charset="0"/>
              </a:rPr>
              <a:t>1</a:t>
            </a:r>
            <a:r>
              <a:rPr lang="en-US" sz="1600" b="0" i="0" dirty="0">
                <a:solidFill>
                  <a:srgbClr val="000000"/>
                </a:solidFill>
                <a:effectLst/>
                <a:latin typeface="Georgia" panose="02040502050405020303" pitchFamily="18" charset="0"/>
              </a:rPr>
              <a:t> capacitor discharges up to 1/3 level of V</a:t>
            </a:r>
            <a:r>
              <a:rPr lang="en-US" sz="1600" b="0" i="0" baseline="-25000" dirty="0">
                <a:solidFill>
                  <a:srgbClr val="000000"/>
                </a:solidFill>
                <a:effectLst/>
                <a:latin typeface="Georgia" panose="02040502050405020303" pitchFamily="18" charset="0"/>
              </a:rPr>
              <a:t>CC</a:t>
            </a:r>
            <a:r>
              <a:rPr lang="en-US" sz="1600" b="0" i="0" dirty="0">
                <a:solidFill>
                  <a:srgbClr val="000000"/>
                </a:solidFill>
                <a:effectLst/>
                <a:latin typeface="Georgia" panose="02040502050405020303" pitchFamily="18" charset="0"/>
              </a:rPr>
              <a:t>, the comparator circuit tends to push output high, further discharge path also opens.</a:t>
            </a:r>
          </a:p>
          <a:p>
            <a:pPr algn="just">
              <a:spcAft>
                <a:spcPts val="1875"/>
              </a:spcAft>
              <a:buNone/>
            </a:pPr>
            <a:r>
              <a:rPr lang="en-US" sz="1600" b="0" i="0" dirty="0">
                <a:solidFill>
                  <a:srgbClr val="000000"/>
                </a:solidFill>
                <a:effectLst/>
                <a:latin typeface="Georgia" panose="02040502050405020303" pitchFamily="18" charset="0"/>
              </a:rPr>
              <a:t>(5). C tends to re-charge via (R</a:t>
            </a:r>
            <a:r>
              <a:rPr lang="en-US" sz="1600" b="0" i="0" baseline="-25000" dirty="0">
                <a:solidFill>
                  <a:srgbClr val="000000"/>
                </a:solidFill>
                <a:effectLst/>
                <a:latin typeface="Georgia" panose="02040502050405020303" pitchFamily="18" charset="0"/>
              </a:rPr>
              <a:t>1</a:t>
            </a:r>
            <a:r>
              <a:rPr lang="en-US" sz="1600" b="0" i="0" dirty="0">
                <a:solidFill>
                  <a:srgbClr val="000000"/>
                </a:solidFill>
                <a:effectLst/>
                <a:latin typeface="Georgia" panose="02040502050405020303" pitchFamily="18" charset="0"/>
              </a:rPr>
              <a:t> + R2) C</a:t>
            </a:r>
            <a:r>
              <a:rPr lang="en-US" sz="1600" b="0" i="0" baseline="-25000" dirty="0">
                <a:solidFill>
                  <a:srgbClr val="000000"/>
                </a:solidFill>
                <a:effectLst/>
                <a:latin typeface="Georgia" panose="02040502050405020303" pitchFamily="18" charset="0"/>
              </a:rPr>
              <a:t>1</a:t>
            </a:r>
            <a:r>
              <a:rPr lang="en-US" sz="1600" b="0" i="0" dirty="0">
                <a:solidFill>
                  <a:srgbClr val="000000"/>
                </a:solidFill>
                <a:effectLst/>
                <a:latin typeface="Georgia" panose="02040502050405020303" pitchFamily="18" charset="0"/>
              </a:rPr>
              <a:t> time constant up to V</a:t>
            </a:r>
            <a:r>
              <a:rPr lang="en-US" sz="1600" b="0" i="0" baseline="-25000" dirty="0">
                <a:solidFill>
                  <a:srgbClr val="000000"/>
                </a:solidFill>
                <a:effectLst/>
                <a:latin typeface="Georgia" panose="02040502050405020303" pitchFamily="18" charset="0"/>
              </a:rPr>
              <a:t>CC</a:t>
            </a:r>
            <a:endParaRPr lang="en-US" sz="1600" b="0" i="0" dirty="0">
              <a:solidFill>
                <a:srgbClr val="000000"/>
              </a:solidFill>
              <a:effectLst/>
              <a:latin typeface="Georgia" panose="02040502050405020303" pitchFamily="18" charset="0"/>
            </a:endParaRPr>
          </a:p>
          <a:p>
            <a:pPr algn="just">
              <a:spcAft>
                <a:spcPts val="1875"/>
              </a:spcAft>
              <a:buNone/>
            </a:pPr>
            <a:r>
              <a:rPr lang="en-US" sz="1600" b="0" i="0" dirty="0">
                <a:solidFill>
                  <a:srgbClr val="000000"/>
                </a:solidFill>
                <a:effectLst/>
                <a:latin typeface="Georgia" panose="02040502050405020303" pitchFamily="18" charset="0"/>
              </a:rPr>
              <a:t>(6). After this, afore-mentioned 2, 3, 4 and 5 steps are repeated alternately until the circuit has been de- energized (i.e. until the circuits’ supply is turned off, above-mentioned factors are repeated continuously)</a:t>
            </a:r>
          </a:p>
        </p:txBody>
      </p:sp>
      <p:pic>
        <p:nvPicPr>
          <p:cNvPr id="6" name="Picture 5">
            <a:extLst>
              <a:ext uri="{FF2B5EF4-FFF2-40B4-BE49-F238E27FC236}">
                <a16:creationId xmlns:a16="http://schemas.microsoft.com/office/drawing/2014/main" id="{B9215511-4C47-5E86-9C42-17B30660EF10}"/>
              </a:ext>
            </a:extLst>
          </p:cNvPr>
          <p:cNvPicPr>
            <a:picLocks noChangeAspect="1"/>
          </p:cNvPicPr>
          <p:nvPr/>
        </p:nvPicPr>
        <p:blipFill>
          <a:blip r:embed="rId2"/>
          <a:stretch>
            <a:fillRect/>
          </a:stretch>
        </p:blipFill>
        <p:spPr>
          <a:xfrm>
            <a:off x="7339672" y="309393"/>
            <a:ext cx="4825018" cy="1782294"/>
          </a:xfrm>
          <a:prstGeom prst="rect">
            <a:avLst/>
          </a:prstGeom>
        </p:spPr>
      </p:pic>
      <p:pic>
        <p:nvPicPr>
          <p:cNvPr id="10" name="Picture 9">
            <a:extLst>
              <a:ext uri="{FF2B5EF4-FFF2-40B4-BE49-F238E27FC236}">
                <a16:creationId xmlns:a16="http://schemas.microsoft.com/office/drawing/2014/main" id="{F4FAD7D7-63AF-29D5-117D-48F0F307FF06}"/>
              </a:ext>
            </a:extLst>
          </p:cNvPr>
          <p:cNvPicPr>
            <a:picLocks noChangeAspect="1"/>
          </p:cNvPicPr>
          <p:nvPr/>
        </p:nvPicPr>
        <p:blipFill>
          <a:blip r:embed="rId3"/>
          <a:srcRect t="-1" r="46925" b="-5239"/>
          <a:stretch>
            <a:fillRect/>
          </a:stretch>
        </p:blipFill>
        <p:spPr>
          <a:xfrm>
            <a:off x="8971825" y="2920375"/>
            <a:ext cx="2315607" cy="2271057"/>
          </a:xfrm>
          <a:prstGeom prst="rect">
            <a:avLst/>
          </a:prstGeom>
        </p:spPr>
      </p:pic>
    </p:spTree>
    <p:extLst>
      <p:ext uri="{BB962C8B-B14F-4D97-AF65-F5344CB8AC3E}">
        <p14:creationId xmlns:p14="http://schemas.microsoft.com/office/powerpoint/2010/main" val="2395081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D45C0AF-CED4-94B7-B57C-EB80C91408C9}"/>
              </a:ext>
            </a:extLst>
          </p:cNvPr>
          <p:cNvPicPr>
            <a:picLocks noChangeAspect="1"/>
          </p:cNvPicPr>
          <p:nvPr/>
        </p:nvPicPr>
        <p:blipFill>
          <a:blip r:embed="rId2"/>
          <a:srcRect t="55351"/>
          <a:stretch>
            <a:fillRect/>
          </a:stretch>
        </p:blipFill>
        <p:spPr>
          <a:xfrm>
            <a:off x="0" y="1553497"/>
            <a:ext cx="12197909" cy="2625212"/>
          </a:xfrm>
          <a:prstGeom prst="rect">
            <a:avLst/>
          </a:prstGeom>
        </p:spPr>
      </p:pic>
    </p:spTree>
    <p:extLst>
      <p:ext uri="{BB962C8B-B14F-4D97-AF65-F5344CB8AC3E}">
        <p14:creationId xmlns:p14="http://schemas.microsoft.com/office/powerpoint/2010/main" val="4210452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61CBB7-CD9F-B7CE-846D-4D739F9996FA}"/>
              </a:ext>
            </a:extLst>
          </p:cNvPr>
          <p:cNvSpPr txBox="1"/>
          <p:nvPr/>
        </p:nvSpPr>
        <p:spPr>
          <a:xfrm>
            <a:off x="2757537" y="405839"/>
            <a:ext cx="6097384"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1800" b="1" dirty="0">
                <a:effectLst/>
                <a:latin typeface="Times New Roman" panose="02020603050405020304" pitchFamily="18" charset="0"/>
                <a:ea typeface="Times New Roman" panose="02020603050405020304" pitchFamily="18" charset="0"/>
              </a:rPr>
              <a:t>Overview of Cellular Communication</a:t>
            </a:r>
            <a:endParaRPr lang="en-IN" dirty="0"/>
          </a:p>
        </p:txBody>
      </p:sp>
      <p:sp>
        <p:nvSpPr>
          <p:cNvPr id="4" name="TextBox 3">
            <a:extLst>
              <a:ext uri="{FF2B5EF4-FFF2-40B4-BE49-F238E27FC236}">
                <a16:creationId xmlns:a16="http://schemas.microsoft.com/office/drawing/2014/main" id="{F074B289-C099-8F20-306F-6BBC9A384F35}"/>
              </a:ext>
            </a:extLst>
          </p:cNvPr>
          <p:cNvSpPr txBox="1"/>
          <p:nvPr/>
        </p:nvSpPr>
        <p:spPr>
          <a:xfrm>
            <a:off x="1078334" y="775171"/>
            <a:ext cx="10035331" cy="5909310"/>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What are Cellular Networks? </a:t>
            </a:r>
            <a:r>
              <a:rPr lang="en-US" dirty="0">
                <a:latin typeface="Times New Roman" panose="02020603050405020304" pitchFamily="18" charset="0"/>
                <a:cs typeface="Times New Roman" panose="02020603050405020304" pitchFamily="18" charset="0"/>
              </a:rPr>
              <a:t>Cellular networks are a type of wireless communication system that allows mobile devices, such as smartphones and tablets, to connect and communicate. </a:t>
            </a:r>
          </a:p>
          <a:p>
            <a:pPr algn="just"/>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network is divided into smaller geographic areas called "cells," each served by a base station (cell tower). The cells enable efficient use of radio frequencies and support large numbers of users over a wide area.</a:t>
            </a:r>
          </a:p>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Cellular Network Architecture</a:t>
            </a:r>
          </a:p>
          <a:p>
            <a:pPr algn="just"/>
            <a:endParaRPr lang="en-US" b="1"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Base Station (Cell Tower):</a:t>
            </a:r>
            <a:r>
              <a:rPr lang="en-US" dirty="0">
                <a:latin typeface="Times New Roman" panose="02020603050405020304" pitchFamily="18" charset="0"/>
                <a:cs typeface="Times New Roman" panose="02020603050405020304" pitchFamily="18" charset="0"/>
              </a:rPr>
              <a:t> Transmits and receives signals to/from mobile devices within its cell. It serves as the bridge between mobile devices and the core network.</a:t>
            </a: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Mobile Device (User Equipment):</a:t>
            </a:r>
            <a:r>
              <a:rPr lang="en-US" dirty="0">
                <a:latin typeface="Times New Roman" panose="02020603050405020304" pitchFamily="18" charset="0"/>
                <a:cs typeface="Times New Roman" panose="02020603050405020304" pitchFamily="18" charset="0"/>
              </a:rPr>
              <a:t> Includes phones, tablets, and other wireless devices that connect to the network.</a:t>
            </a: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Mobile Switching Center (MSC):</a:t>
            </a:r>
            <a:r>
              <a:rPr lang="en-US" dirty="0">
                <a:latin typeface="Times New Roman" panose="02020603050405020304" pitchFamily="18" charset="0"/>
                <a:cs typeface="Times New Roman" panose="02020603050405020304" pitchFamily="18" charset="0"/>
              </a:rPr>
              <a:t> Manages the routing of voice calls and data, handovers, and coordination with other networks. The central part of the network that handles data routing, call management, and connection to other networks (e.g., the internet).</a:t>
            </a: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Home Location Register (HLR) and Visitor Location Register (VLR):</a:t>
            </a:r>
            <a:r>
              <a:rPr lang="en-US" dirty="0">
                <a:latin typeface="Times New Roman" panose="02020603050405020304" pitchFamily="18" charset="0"/>
                <a:cs typeface="Times New Roman" panose="02020603050405020304" pitchFamily="18" charset="0"/>
              </a:rPr>
              <a:t> Databases that store user information, including location, subscription details, and authentication data.</a:t>
            </a:r>
          </a:p>
        </p:txBody>
      </p:sp>
    </p:spTree>
    <p:extLst>
      <p:ext uri="{BB962C8B-B14F-4D97-AF65-F5344CB8AC3E}">
        <p14:creationId xmlns:p14="http://schemas.microsoft.com/office/powerpoint/2010/main" val="4043632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4CF2B4-8C6E-273C-B752-F13FFA4531E3}"/>
              </a:ext>
            </a:extLst>
          </p:cNvPr>
          <p:cNvSpPr txBox="1"/>
          <p:nvPr/>
        </p:nvSpPr>
        <p:spPr>
          <a:xfrm>
            <a:off x="915020" y="421325"/>
            <a:ext cx="10361960" cy="571188"/>
          </a:xfrm>
          <a:prstGeom prst="rect">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rmAutofit fontScale="92500" lnSpcReduction="10000"/>
          </a:bodyPr>
          <a:lstStyle/>
          <a:p>
            <a:pPr algn="ctr">
              <a:spcBef>
                <a:spcPct val="0"/>
              </a:spcBef>
              <a:spcAft>
                <a:spcPts val="600"/>
              </a:spcAft>
            </a:pPr>
            <a:r>
              <a:rPr lang="en-US" sz="3600" b="1" i="0" dirty="0">
                <a:solidFill>
                  <a:schemeClr val="tx1"/>
                </a:solidFill>
                <a:effectLst/>
                <a:highlight>
                  <a:srgbClr val="FFFFFF"/>
                </a:highlight>
                <a:latin typeface="+mj-lt"/>
                <a:ea typeface="+mj-ea"/>
                <a:cs typeface="+mj-cs"/>
              </a:rPr>
              <a:t> Emerging Technologies</a:t>
            </a:r>
          </a:p>
        </p:txBody>
      </p:sp>
      <p:graphicFrame>
        <p:nvGraphicFramePr>
          <p:cNvPr id="2" name="Diagram 1">
            <a:extLst>
              <a:ext uri="{FF2B5EF4-FFF2-40B4-BE49-F238E27FC236}">
                <a16:creationId xmlns:a16="http://schemas.microsoft.com/office/drawing/2014/main" id="{13D689D9-3BB9-1EB8-4400-CDFABC5F80B0}"/>
              </a:ext>
            </a:extLst>
          </p:cNvPr>
          <p:cNvGraphicFramePr/>
          <p:nvPr/>
        </p:nvGraphicFramePr>
        <p:xfrm>
          <a:off x="562329" y="1317170"/>
          <a:ext cx="11147072" cy="4889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7541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graphicEl>
                                              <a:dgm id="{C44DA9C9-9AC4-45E0-ACF7-3EA252F38862}"/>
                                            </p:graphicEl>
                                          </p:spTgt>
                                        </p:tgtEl>
                                        <p:attrNameLst>
                                          <p:attrName>style.visibility</p:attrName>
                                        </p:attrNameLst>
                                      </p:cBhvr>
                                      <p:to>
                                        <p:strVal val="visible"/>
                                      </p:to>
                                    </p:set>
                                    <p:anim calcmode="lin" valueType="num">
                                      <p:cBhvr additive="base">
                                        <p:cTn id="7" dur="500" fill="hold"/>
                                        <p:tgtEl>
                                          <p:spTgt spid="2">
                                            <p:graphicEl>
                                              <a:dgm id="{C44DA9C9-9AC4-45E0-ACF7-3EA252F38862}"/>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graphicEl>
                                              <a:dgm id="{C44DA9C9-9AC4-45E0-ACF7-3EA252F38862}"/>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graphicEl>
                                              <a:dgm id="{63453CF5-7BAA-4179-AA50-A5F8FE6EFEF0}"/>
                                            </p:graphicEl>
                                          </p:spTgt>
                                        </p:tgtEl>
                                        <p:attrNameLst>
                                          <p:attrName>style.visibility</p:attrName>
                                        </p:attrNameLst>
                                      </p:cBhvr>
                                      <p:to>
                                        <p:strVal val="visible"/>
                                      </p:to>
                                    </p:set>
                                    <p:anim calcmode="lin" valueType="num">
                                      <p:cBhvr additive="base">
                                        <p:cTn id="11" dur="500" fill="hold"/>
                                        <p:tgtEl>
                                          <p:spTgt spid="2">
                                            <p:graphicEl>
                                              <a:dgm id="{63453CF5-7BAA-4179-AA50-A5F8FE6EFEF0}"/>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graphicEl>
                                              <a:dgm id="{63453CF5-7BAA-4179-AA50-A5F8FE6EFEF0}"/>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graphicEl>
                                              <a:dgm id="{2A0C2805-36C1-4427-94E4-0A76E1B7F9BD}"/>
                                            </p:graphicEl>
                                          </p:spTgt>
                                        </p:tgtEl>
                                        <p:attrNameLst>
                                          <p:attrName>style.visibility</p:attrName>
                                        </p:attrNameLst>
                                      </p:cBhvr>
                                      <p:to>
                                        <p:strVal val="visible"/>
                                      </p:to>
                                    </p:set>
                                    <p:anim calcmode="lin" valueType="num">
                                      <p:cBhvr additive="base">
                                        <p:cTn id="17" dur="500" fill="hold"/>
                                        <p:tgtEl>
                                          <p:spTgt spid="2">
                                            <p:graphicEl>
                                              <a:dgm id="{2A0C2805-36C1-4427-94E4-0A76E1B7F9BD}"/>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graphicEl>
                                              <a:dgm id="{2A0C2805-36C1-4427-94E4-0A76E1B7F9BD}"/>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
                                            <p:graphicEl>
                                              <a:dgm id="{AEC0B38A-2C38-4566-87EC-52C27E655ABE}"/>
                                            </p:graphicEl>
                                          </p:spTgt>
                                        </p:tgtEl>
                                        <p:attrNameLst>
                                          <p:attrName>style.visibility</p:attrName>
                                        </p:attrNameLst>
                                      </p:cBhvr>
                                      <p:to>
                                        <p:strVal val="visible"/>
                                      </p:to>
                                    </p:set>
                                    <p:anim calcmode="lin" valueType="num">
                                      <p:cBhvr additive="base">
                                        <p:cTn id="23" dur="500" fill="hold"/>
                                        <p:tgtEl>
                                          <p:spTgt spid="2">
                                            <p:graphicEl>
                                              <a:dgm id="{AEC0B38A-2C38-4566-87EC-52C27E655ABE}"/>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graphicEl>
                                              <a:dgm id="{AEC0B38A-2C38-4566-87EC-52C27E655ABE}"/>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
                                            <p:graphicEl>
                                              <a:dgm id="{2EAEBCEE-1A83-4C5F-B642-1396FAA1AF70}"/>
                                            </p:graphicEl>
                                          </p:spTgt>
                                        </p:tgtEl>
                                        <p:attrNameLst>
                                          <p:attrName>style.visibility</p:attrName>
                                        </p:attrNameLst>
                                      </p:cBhvr>
                                      <p:to>
                                        <p:strVal val="visible"/>
                                      </p:to>
                                    </p:set>
                                    <p:anim calcmode="lin" valueType="num">
                                      <p:cBhvr additive="base">
                                        <p:cTn id="27" dur="500" fill="hold"/>
                                        <p:tgtEl>
                                          <p:spTgt spid="2">
                                            <p:graphicEl>
                                              <a:dgm id="{2EAEBCEE-1A83-4C5F-B642-1396FAA1AF70}"/>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graphicEl>
                                              <a:dgm id="{2EAEBCEE-1A83-4C5F-B642-1396FAA1AF70}"/>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
                                            <p:graphicEl>
                                              <a:dgm id="{72643BF2-7899-4E51-930C-2468C8CF2BFB}"/>
                                            </p:graphicEl>
                                          </p:spTgt>
                                        </p:tgtEl>
                                        <p:attrNameLst>
                                          <p:attrName>style.visibility</p:attrName>
                                        </p:attrNameLst>
                                      </p:cBhvr>
                                      <p:to>
                                        <p:strVal val="visible"/>
                                      </p:to>
                                    </p:set>
                                    <p:anim calcmode="lin" valueType="num">
                                      <p:cBhvr additive="base">
                                        <p:cTn id="33" dur="500" fill="hold"/>
                                        <p:tgtEl>
                                          <p:spTgt spid="2">
                                            <p:graphicEl>
                                              <a:dgm id="{72643BF2-7899-4E51-930C-2468C8CF2BFB}"/>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graphicEl>
                                              <a:dgm id="{72643BF2-7899-4E51-930C-2468C8CF2BFB}"/>
                                            </p:graphic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
                                            <p:graphicEl>
                                              <a:dgm id="{B50998E4-F7AD-40CC-82FD-B441FD11AA50}"/>
                                            </p:graphicEl>
                                          </p:spTgt>
                                        </p:tgtEl>
                                        <p:attrNameLst>
                                          <p:attrName>style.visibility</p:attrName>
                                        </p:attrNameLst>
                                      </p:cBhvr>
                                      <p:to>
                                        <p:strVal val="visible"/>
                                      </p:to>
                                    </p:set>
                                    <p:anim calcmode="lin" valueType="num">
                                      <p:cBhvr additive="base">
                                        <p:cTn id="39" dur="500" fill="hold"/>
                                        <p:tgtEl>
                                          <p:spTgt spid="2">
                                            <p:graphicEl>
                                              <a:dgm id="{B50998E4-F7AD-40CC-82FD-B441FD11AA50}"/>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2">
                                            <p:graphicEl>
                                              <a:dgm id="{B50998E4-F7AD-40CC-82FD-B441FD11AA50}"/>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
                                            <p:graphicEl>
                                              <a:dgm id="{74A3E749-C1F6-4AFC-9F60-7856911AC598}"/>
                                            </p:graphicEl>
                                          </p:spTgt>
                                        </p:tgtEl>
                                        <p:attrNameLst>
                                          <p:attrName>style.visibility</p:attrName>
                                        </p:attrNameLst>
                                      </p:cBhvr>
                                      <p:to>
                                        <p:strVal val="visible"/>
                                      </p:to>
                                    </p:set>
                                    <p:anim calcmode="lin" valueType="num">
                                      <p:cBhvr additive="base">
                                        <p:cTn id="43" dur="500" fill="hold"/>
                                        <p:tgtEl>
                                          <p:spTgt spid="2">
                                            <p:graphicEl>
                                              <a:dgm id="{74A3E749-C1F6-4AFC-9F60-7856911AC598}"/>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graphicEl>
                                              <a:dgm id="{74A3E749-C1F6-4AFC-9F60-7856911AC598}"/>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graphicEl>
                                              <a:dgm id="{9031F889-1270-42D3-B2C1-70DD400F527C}"/>
                                            </p:graphicEl>
                                          </p:spTgt>
                                        </p:tgtEl>
                                        <p:attrNameLst>
                                          <p:attrName>style.visibility</p:attrName>
                                        </p:attrNameLst>
                                      </p:cBhvr>
                                      <p:to>
                                        <p:strVal val="visible"/>
                                      </p:to>
                                    </p:set>
                                    <p:anim calcmode="lin" valueType="num">
                                      <p:cBhvr additive="base">
                                        <p:cTn id="49" dur="500" fill="hold"/>
                                        <p:tgtEl>
                                          <p:spTgt spid="2">
                                            <p:graphicEl>
                                              <a:dgm id="{9031F889-1270-42D3-B2C1-70DD400F527C}"/>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graphicEl>
                                              <a:dgm id="{9031F889-1270-42D3-B2C1-70DD400F527C}"/>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4CF2B4-8C6E-273C-B752-F13FFA4531E3}"/>
              </a:ext>
            </a:extLst>
          </p:cNvPr>
          <p:cNvSpPr txBox="1"/>
          <p:nvPr/>
        </p:nvSpPr>
        <p:spPr>
          <a:xfrm>
            <a:off x="1850575" y="446599"/>
            <a:ext cx="8411120" cy="718172"/>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pPr>
            <a:r>
              <a:rPr lang="en-US" sz="3600" b="1" i="0" dirty="0">
                <a:solidFill>
                  <a:schemeClr val="tx1"/>
                </a:solidFill>
                <a:effectLst/>
                <a:highlight>
                  <a:srgbClr val="FFFFFF"/>
                </a:highlight>
                <a:latin typeface="+mj-lt"/>
                <a:ea typeface="+mj-ea"/>
                <a:cs typeface="+mj-cs"/>
              </a:rPr>
              <a:t> Emerging Technologies</a:t>
            </a:r>
          </a:p>
        </p:txBody>
      </p:sp>
      <p:graphicFrame>
        <p:nvGraphicFramePr>
          <p:cNvPr id="6" name="TextBox 2">
            <a:extLst>
              <a:ext uri="{FF2B5EF4-FFF2-40B4-BE49-F238E27FC236}">
                <a16:creationId xmlns:a16="http://schemas.microsoft.com/office/drawing/2014/main" id="{BDDE87D0-EB05-3D61-2009-339EC3BC2E64}"/>
              </a:ext>
            </a:extLst>
          </p:cNvPr>
          <p:cNvGraphicFramePr/>
          <p:nvPr>
            <p:extLst>
              <p:ext uri="{D42A27DB-BD31-4B8C-83A1-F6EECF244321}">
                <p14:modId xmlns:p14="http://schemas.microsoft.com/office/powerpoint/2010/main" val="3272460655"/>
              </p:ext>
            </p:extLst>
          </p:nvPr>
        </p:nvGraphicFramePr>
        <p:xfrm>
          <a:off x="664029" y="1611370"/>
          <a:ext cx="10798628" cy="42687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66187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A9E70D-E0FB-25E6-67C9-BF3F1777B1B2}"/>
              </a:ext>
            </a:extLst>
          </p:cNvPr>
          <p:cNvSpPr txBox="1"/>
          <p:nvPr/>
        </p:nvSpPr>
        <p:spPr>
          <a:xfrm>
            <a:off x="1130531" y="216170"/>
            <a:ext cx="10307782" cy="4001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000" b="1" i="0" dirty="0">
                <a:solidFill>
                  <a:srgbClr val="444444"/>
                </a:solidFill>
                <a:effectLst/>
                <a:latin typeface="Poppins" panose="00000500000000000000" pitchFamily="2" charset="0"/>
              </a:rPr>
              <a:t>Block Diagram of Communication Systems</a:t>
            </a:r>
          </a:p>
        </p:txBody>
      </p:sp>
      <p:pic>
        <p:nvPicPr>
          <p:cNvPr id="5" name="Picture 4">
            <a:extLst>
              <a:ext uri="{FF2B5EF4-FFF2-40B4-BE49-F238E27FC236}">
                <a16:creationId xmlns:a16="http://schemas.microsoft.com/office/drawing/2014/main" id="{09674E12-F5E4-49E8-8BAC-47B0AD60BE9A}"/>
              </a:ext>
            </a:extLst>
          </p:cNvPr>
          <p:cNvPicPr>
            <a:picLocks noChangeAspect="1"/>
          </p:cNvPicPr>
          <p:nvPr/>
        </p:nvPicPr>
        <p:blipFill>
          <a:blip r:embed="rId2"/>
          <a:stretch>
            <a:fillRect/>
          </a:stretch>
        </p:blipFill>
        <p:spPr>
          <a:xfrm>
            <a:off x="1500809" y="1102828"/>
            <a:ext cx="8803066" cy="5039554"/>
          </a:xfrm>
          <a:prstGeom prst="rect">
            <a:avLst/>
          </a:prstGeom>
        </p:spPr>
      </p:pic>
    </p:spTree>
    <p:extLst>
      <p:ext uri="{BB962C8B-B14F-4D97-AF65-F5344CB8AC3E}">
        <p14:creationId xmlns:p14="http://schemas.microsoft.com/office/powerpoint/2010/main" val="3950090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2BF3C8-2F86-31C9-7877-CF772A4D2768}"/>
              </a:ext>
            </a:extLst>
          </p:cNvPr>
          <p:cNvSpPr txBox="1"/>
          <p:nvPr/>
        </p:nvSpPr>
        <p:spPr>
          <a:xfrm>
            <a:off x="754744" y="460501"/>
            <a:ext cx="10361960" cy="101995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2800" b="1" i="0" dirty="0">
                <a:effectLst/>
                <a:highlight>
                  <a:srgbClr val="FFFFFF"/>
                </a:highlight>
                <a:latin typeface="+mj-lt"/>
                <a:ea typeface="+mj-ea"/>
                <a:cs typeface="+mj-cs"/>
              </a:rPr>
              <a:t>Components of a Communication System</a:t>
            </a:r>
          </a:p>
        </p:txBody>
      </p:sp>
      <p:graphicFrame>
        <p:nvGraphicFramePr>
          <p:cNvPr id="32" name="TextBox 3">
            <a:extLst>
              <a:ext uri="{FF2B5EF4-FFF2-40B4-BE49-F238E27FC236}">
                <a16:creationId xmlns:a16="http://schemas.microsoft.com/office/drawing/2014/main" id="{2B4D3885-2334-542E-B778-F381A5EDE887}"/>
              </a:ext>
            </a:extLst>
          </p:cNvPr>
          <p:cNvGraphicFramePr/>
          <p:nvPr/>
        </p:nvGraphicFramePr>
        <p:xfrm>
          <a:off x="562329" y="1328061"/>
          <a:ext cx="11064158" cy="48550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2584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2">
                                            <p:graphicEl>
                                              <a:dgm id="{F6DD2DEB-463A-4F27-869B-6449A7B42050}"/>
                                            </p:graphicEl>
                                          </p:spTgt>
                                        </p:tgtEl>
                                      </p:cBhvr>
                                    </p:animEffect>
                                    <p:animScale>
                                      <p:cBhvr>
                                        <p:cTn id="7" dur="250" autoRev="1" fill="hold"/>
                                        <p:tgtEl>
                                          <p:spTgt spid="32">
                                            <p:graphicEl>
                                              <a:dgm id="{F6DD2DEB-463A-4F27-869B-6449A7B42050}"/>
                                            </p:graphicEl>
                                          </p:spTgt>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32">
                                            <p:graphicEl>
                                              <a:dgm id="{F67C45D6-CAA6-4512-8BE7-54254D191371}"/>
                                            </p:graphicEl>
                                          </p:spTgt>
                                        </p:tgtEl>
                                      </p:cBhvr>
                                    </p:animEffect>
                                    <p:animScale>
                                      <p:cBhvr>
                                        <p:cTn id="10" dur="250" autoRev="1" fill="hold"/>
                                        <p:tgtEl>
                                          <p:spTgt spid="32">
                                            <p:graphicEl>
                                              <a:dgm id="{F67C45D6-CAA6-4512-8BE7-54254D191371}"/>
                                            </p:graphicEl>
                                          </p:spTgt>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26" presetClass="emph" presetSubtype="0" fill="hold" grpId="0" nodeType="clickEffect">
                                  <p:stCondLst>
                                    <p:cond delay="0"/>
                                  </p:stCondLst>
                                  <p:childTnLst>
                                    <p:animEffect transition="out" filter="fade">
                                      <p:cBhvr>
                                        <p:cTn id="14" dur="500" tmFilter="0, 0; .2, .5; .8, .5; 1, 0"/>
                                        <p:tgtEl>
                                          <p:spTgt spid="32">
                                            <p:graphicEl>
                                              <a:dgm id="{9CE82048-3DD1-48EE-A0A3-AE88CF8E8F9C}"/>
                                            </p:graphicEl>
                                          </p:spTgt>
                                        </p:tgtEl>
                                      </p:cBhvr>
                                    </p:animEffect>
                                    <p:animScale>
                                      <p:cBhvr>
                                        <p:cTn id="15" dur="250" autoRev="1" fill="hold"/>
                                        <p:tgtEl>
                                          <p:spTgt spid="32">
                                            <p:graphicEl>
                                              <a:dgm id="{9CE82048-3DD1-48EE-A0A3-AE88CF8E8F9C}"/>
                                            </p:graphicEl>
                                          </p:spTgt>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26" presetClass="emph" presetSubtype="0" fill="hold" grpId="0" nodeType="clickEffect">
                                  <p:stCondLst>
                                    <p:cond delay="0"/>
                                  </p:stCondLst>
                                  <p:childTnLst>
                                    <p:animEffect transition="out" filter="fade">
                                      <p:cBhvr>
                                        <p:cTn id="19" dur="500" tmFilter="0, 0; .2, .5; .8, .5; 1, 0"/>
                                        <p:tgtEl>
                                          <p:spTgt spid="32">
                                            <p:graphicEl>
                                              <a:dgm id="{FB006D98-5F50-4383-B11D-FF190916ECFC}"/>
                                            </p:graphicEl>
                                          </p:spTgt>
                                        </p:tgtEl>
                                      </p:cBhvr>
                                    </p:animEffect>
                                    <p:animScale>
                                      <p:cBhvr>
                                        <p:cTn id="20" dur="250" autoRev="1" fill="hold"/>
                                        <p:tgtEl>
                                          <p:spTgt spid="32">
                                            <p:graphicEl>
                                              <a:dgm id="{FB006D98-5F50-4383-B11D-FF190916ECFC}"/>
                                            </p:graphicEl>
                                          </p:spTgt>
                                        </p:tgtEl>
                                      </p:cBhvr>
                                      <p:by x="105000" y="105000"/>
                                    </p:animScale>
                                  </p:childTnLst>
                                </p:cTn>
                              </p:par>
                              <p:par>
                                <p:cTn id="21" presetID="26" presetClass="emph" presetSubtype="0" fill="hold" grpId="0" nodeType="withEffect">
                                  <p:stCondLst>
                                    <p:cond delay="0"/>
                                  </p:stCondLst>
                                  <p:childTnLst>
                                    <p:animEffect transition="out" filter="fade">
                                      <p:cBhvr>
                                        <p:cTn id="22" dur="500" tmFilter="0, 0; .2, .5; .8, .5; 1, 0"/>
                                        <p:tgtEl>
                                          <p:spTgt spid="32">
                                            <p:graphicEl>
                                              <a:dgm id="{448D027F-5E1A-403B-BFDB-467E3AD7572A}"/>
                                            </p:graphicEl>
                                          </p:spTgt>
                                        </p:tgtEl>
                                      </p:cBhvr>
                                    </p:animEffect>
                                    <p:animScale>
                                      <p:cBhvr>
                                        <p:cTn id="23" dur="250" autoRev="1" fill="hold"/>
                                        <p:tgtEl>
                                          <p:spTgt spid="32">
                                            <p:graphicEl>
                                              <a:dgm id="{448D027F-5E1A-403B-BFDB-467E3AD7572A}"/>
                                            </p:graphicEl>
                                          </p:spTgt>
                                        </p:tgtEl>
                                      </p:cBhvr>
                                      <p:by x="105000" y="105000"/>
                                    </p:animScale>
                                  </p:childTnLst>
                                </p:cTn>
                              </p:par>
                            </p:childTnLst>
                          </p:cTn>
                        </p:par>
                      </p:childTnLst>
                    </p:cTn>
                  </p:par>
                  <p:par>
                    <p:cTn id="24" fill="hold">
                      <p:stCondLst>
                        <p:cond delay="indefinite"/>
                      </p:stCondLst>
                      <p:childTnLst>
                        <p:par>
                          <p:cTn id="25" fill="hold">
                            <p:stCondLst>
                              <p:cond delay="0"/>
                            </p:stCondLst>
                            <p:childTnLst>
                              <p:par>
                                <p:cTn id="26" presetID="26" presetClass="emph" presetSubtype="0" fill="hold" grpId="0" nodeType="clickEffect">
                                  <p:stCondLst>
                                    <p:cond delay="0"/>
                                  </p:stCondLst>
                                  <p:childTnLst>
                                    <p:animEffect transition="out" filter="fade">
                                      <p:cBhvr>
                                        <p:cTn id="27" dur="500" tmFilter="0, 0; .2, .5; .8, .5; 1, 0"/>
                                        <p:tgtEl>
                                          <p:spTgt spid="32">
                                            <p:graphicEl>
                                              <a:dgm id="{7355BDA2-69D5-4039-9876-6905CA3CDA37}"/>
                                            </p:graphicEl>
                                          </p:spTgt>
                                        </p:tgtEl>
                                      </p:cBhvr>
                                    </p:animEffect>
                                    <p:animScale>
                                      <p:cBhvr>
                                        <p:cTn id="28" dur="250" autoRev="1" fill="hold"/>
                                        <p:tgtEl>
                                          <p:spTgt spid="32">
                                            <p:graphicEl>
                                              <a:dgm id="{7355BDA2-69D5-4039-9876-6905CA3CDA37}"/>
                                            </p:graphicEl>
                                          </p:spTgt>
                                        </p:tgtEl>
                                      </p:cBhvr>
                                      <p:by x="105000" y="105000"/>
                                    </p:animScale>
                                  </p:childTnLst>
                                </p:cTn>
                              </p:par>
                            </p:childTnLst>
                          </p:cTn>
                        </p:par>
                      </p:childTnLst>
                    </p:cTn>
                  </p:par>
                  <p:par>
                    <p:cTn id="29" fill="hold">
                      <p:stCondLst>
                        <p:cond delay="indefinite"/>
                      </p:stCondLst>
                      <p:childTnLst>
                        <p:par>
                          <p:cTn id="30" fill="hold">
                            <p:stCondLst>
                              <p:cond delay="0"/>
                            </p:stCondLst>
                            <p:childTnLst>
                              <p:par>
                                <p:cTn id="31" presetID="26" presetClass="emph" presetSubtype="0" fill="hold" grpId="0" nodeType="clickEffect">
                                  <p:stCondLst>
                                    <p:cond delay="0"/>
                                  </p:stCondLst>
                                  <p:childTnLst>
                                    <p:animEffect transition="out" filter="fade">
                                      <p:cBhvr>
                                        <p:cTn id="32" dur="500" tmFilter="0, 0; .2, .5; .8, .5; 1, 0"/>
                                        <p:tgtEl>
                                          <p:spTgt spid="32">
                                            <p:graphicEl>
                                              <a:dgm id="{0DD3392B-457C-404C-A25D-A36FE712B5A6}"/>
                                            </p:graphicEl>
                                          </p:spTgt>
                                        </p:tgtEl>
                                      </p:cBhvr>
                                    </p:animEffect>
                                    <p:animScale>
                                      <p:cBhvr>
                                        <p:cTn id="33" dur="250" autoRev="1" fill="hold"/>
                                        <p:tgtEl>
                                          <p:spTgt spid="32">
                                            <p:graphicEl>
                                              <a:dgm id="{0DD3392B-457C-404C-A25D-A36FE712B5A6}"/>
                                            </p:graphicEl>
                                          </p:spTgt>
                                        </p:tgtEl>
                                      </p:cBhvr>
                                      <p:by x="105000" y="105000"/>
                                    </p:animScale>
                                  </p:childTnLst>
                                </p:cTn>
                              </p:par>
                              <p:par>
                                <p:cTn id="34" presetID="26" presetClass="emph" presetSubtype="0" fill="hold" grpId="0" nodeType="withEffect">
                                  <p:stCondLst>
                                    <p:cond delay="0"/>
                                  </p:stCondLst>
                                  <p:childTnLst>
                                    <p:animEffect transition="out" filter="fade">
                                      <p:cBhvr>
                                        <p:cTn id="35" dur="500" tmFilter="0, 0; .2, .5; .8, .5; 1, 0"/>
                                        <p:tgtEl>
                                          <p:spTgt spid="32">
                                            <p:graphicEl>
                                              <a:dgm id="{C3F4E290-A971-4DFE-8C63-56DDC5899581}"/>
                                            </p:graphicEl>
                                          </p:spTgt>
                                        </p:tgtEl>
                                      </p:cBhvr>
                                    </p:animEffect>
                                    <p:animScale>
                                      <p:cBhvr>
                                        <p:cTn id="36" dur="250" autoRev="1" fill="hold"/>
                                        <p:tgtEl>
                                          <p:spTgt spid="32">
                                            <p:graphicEl>
                                              <a:dgm id="{C3F4E290-A971-4DFE-8C63-56DDC5899581}"/>
                                            </p:graphicEl>
                                          </p:spTgt>
                                        </p:tgtEl>
                                      </p:cBhvr>
                                      <p:by x="105000" y="105000"/>
                                    </p:animScale>
                                  </p:childTnLst>
                                </p:cTn>
                              </p:par>
                            </p:childTnLst>
                          </p:cTn>
                        </p:par>
                      </p:childTnLst>
                    </p:cTn>
                  </p:par>
                  <p:par>
                    <p:cTn id="37" fill="hold">
                      <p:stCondLst>
                        <p:cond delay="indefinite"/>
                      </p:stCondLst>
                      <p:childTnLst>
                        <p:par>
                          <p:cTn id="38" fill="hold">
                            <p:stCondLst>
                              <p:cond delay="0"/>
                            </p:stCondLst>
                            <p:childTnLst>
                              <p:par>
                                <p:cTn id="39" presetID="26" presetClass="emph" presetSubtype="0" fill="hold" grpId="0" nodeType="clickEffect">
                                  <p:stCondLst>
                                    <p:cond delay="0"/>
                                  </p:stCondLst>
                                  <p:childTnLst>
                                    <p:animEffect transition="out" filter="fade">
                                      <p:cBhvr>
                                        <p:cTn id="40" dur="500" tmFilter="0, 0; .2, .5; .8, .5; 1, 0"/>
                                        <p:tgtEl>
                                          <p:spTgt spid="32">
                                            <p:graphicEl>
                                              <a:dgm id="{17C49CBF-2E41-4768-8FF5-D9F4CC2AD3F0}"/>
                                            </p:graphicEl>
                                          </p:spTgt>
                                        </p:tgtEl>
                                      </p:cBhvr>
                                    </p:animEffect>
                                    <p:animScale>
                                      <p:cBhvr>
                                        <p:cTn id="41" dur="250" autoRev="1" fill="hold"/>
                                        <p:tgtEl>
                                          <p:spTgt spid="32">
                                            <p:graphicEl>
                                              <a:dgm id="{17C49CBF-2E41-4768-8FF5-D9F4CC2AD3F0}"/>
                                            </p:graphicEl>
                                          </p:spTgt>
                                        </p:tgtEl>
                                      </p:cBhvr>
                                      <p:by x="105000" y="105000"/>
                                    </p:animScale>
                                  </p:childTnLst>
                                </p:cTn>
                              </p:par>
                            </p:childTnLst>
                          </p:cTn>
                        </p:par>
                      </p:childTnLst>
                    </p:cTn>
                  </p:par>
                  <p:par>
                    <p:cTn id="42" fill="hold">
                      <p:stCondLst>
                        <p:cond delay="indefinite"/>
                      </p:stCondLst>
                      <p:childTnLst>
                        <p:par>
                          <p:cTn id="43" fill="hold">
                            <p:stCondLst>
                              <p:cond delay="0"/>
                            </p:stCondLst>
                            <p:childTnLst>
                              <p:par>
                                <p:cTn id="44" presetID="26" presetClass="emph" presetSubtype="0" fill="hold" grpId="0" nodeType="clickEffect">
                                  <p:stCondLst>
                                    <p:cond delay="0"/>
                                  </p:stCondLst>
                                  <p:childTnLst>
                                    <p:animEffect transition="out" filter="fade">
                                      <p:cBhvr>
                                        <p:cTn id="45" dur="500" tmFilter="0, 0; .2, .5; .8, .5; 1, 0"/>
                                        <p:tgtEl>
                                          <p:spTgt spid="32">
                                            <p:graphicEl>
                                              <a:dgm id="{B1B6EBB2-4FE8-4746-9358-C1ADD1F224D6}"/>
                                            </p:graphicEl>
                                          </p:spTgt>
                                        </p:tgtEl>
                                      </p:cBhvr>
                                    </p:animEffect>
                                    <p:animScale>
                                      <p:cBhvr>
                                        <p:cTn id="46" dur="250" autoRev="1" fill="hold"/>
                                        <p:tgtEl>
                                          <p:spTgt spid="32">
                                            <p:graphicEl>
                                              <a:dgm id="{B1B6EBB2-4FE8-4746-9358-C1ADD1F224D6}"/>
                                            </p:graphicEl>
                                          </p:spTgt>
                                        </p:tgtEl>
                                      </p:cBhvr>
                                      <p:by x="105000" y="105000"/>
                                    </p:animScale>
                                  </p:childTnLst>
                                </p:cTn>
                              </p:par>
                              <p:par>
                                <p:cTn id="47" presetID="26" presetClass="emph" presetSubtype="0" fill="hold" grpId="0" nodeType="withEffect">
                                  <p:stCondLst>
                                    <p:cond delay="0"/>
                                  </p:stCondLst>
                                  <p:childTnLst>
                                    <p:animEffect transition="out" filter="fade">
                                      <p:cBhvr>
                                        <p:cTn id="48" dur="500" tmFilter="0, 0; .2, .5; .8, .5; 1, 0"/>
                                        <p:tgtEl>
                                          <p:spTgt spid="32">
                                            <p:graphicEl>
                                              <a:dgm id="{70850475-F84F-4297-8D3D-D4AFE666096B}"/>
                                            </p:graphicEl>
                                          </p:spTgt>
                                        </p:tgtEl>
                                      </p:cBhvr>
                                    </p:animEffect>
                                    <p:animScale>
                                      <p:cBhvr>
                                        <p:cTn id="49" dur="250" autoRev="1" fill="hold"/>
                                        <p:tgtEl>
                                          <p:spTgt spid="32">
                                            <p:graphicEl>
                                              <a:dgm id="{70850475-F84F-4297-8D3D-D4AFE666096B}"/>
                                            </p:graphicEl>
                                          </p:spTgt>
                                        </p:tgtEl>
                                      </p:cBhvr>
                                      <p:by x="105000" y="105000"/>
                                    </p:animScale>
                                  </p:childTnLst>
                                </p:cTn>
                              </p:par>
                            </p:childTnLst>
                          </p:cTn>
                        </p:par>
                      </p:childTnLst>
                    </p:cTn>
                  </p:par>
                  <p:par>
                    <p:cTn id="50" fill="hold">
                      <p:stCondLst>
                        <p:cond delay="indefinite"/>
                      </p:stCondLst>
                      <p:childTnLst>
                        <p:par>
                          <p:cTn id="51" fill="hold">
                            <p:stCondLst>
                              <p:cond delay="0"/>
                            </p:stCondLst>
                            <p:childTnLst>
                              <p:par>
                                <p:cTn id="52" presetID="26" presetClass="emph" presetSubtype="0" fill="hold" grpId="0" nodeType="clickEffect">
                                  <p:stCondLst>
                                    <p:cond delay="0"/>
                                  </p:stCondLst>
                                  <p:childTnLst>
                                    <p:animEffect transition="out" filter="fade">
                                      <p:cBhvr>
                                        <p:cTn id="53" dur="500" tmFilter="0, 0; .2, .5; .8, .5; 1, 0"/>
                                        <p:tgtEl>
                                          <p:spTgt spid="32">
                                            <p:graphicEl>
                                              <a:dgm id="{CE6462AE-FFE0-4E5D-83D3-AD4FB6356D37}"/>
                                            </p:graphicEl>
                                          </p:spTgt>
                                        </p:tgtEl>
                                      </p:cBhvr>
                                    </p:animEffect>
                                    <p:animScale>
                                      <p:cBhvr>
                                        <p:cTn id="54" dur="250" autoRev="1" fill="hold"/>
                                        <p:tgtEl>
                                          <p:spTgt spid="32">
                                            <p:graphicEl>
                                              <a:dgm id="{CE6462AE-FFE0-4E5D-83D3-AD4FB6356D37}"/>
                                            </p:graphicEl>
                                          </p:spTgt>
                                        </p:tgtEl>
                                      </p:cBhvr>
                                      <p:by x="105000" y="105000"/>
                                    </p:animScale>
                                  </p:childTnLst>
                                </p:cTn>
                              </p:par>
                            </p:childTnLst>
                          </p:cTn>
                        </p:par>
                      </p:childTnLst>
                    </p:cTn>
                  </p:par>
                  <p:par>
                    <p:cTn id="55" fill="hold">
                      <p:stCondLst>
                        <p:cond delay="indefinite"/>
                      </p:stCondLst>
                      <p:childTnLst>
                        <p:par>
                          <p:cTn id="56" fill="hold">
                            <p:stCondLst>
                              <p:cond delay="0"/>
                            </p:stCondLst>
                            <p:childTnLst>
                              <p:par>
                                <p:cTn id="57" presetID="26" presetClass="emph" presetSubtype="0" fill="hold" grpId="0" nodeType="clickEffect">
                                  <p:stCondLst>
                                    <p:cond delay="0"/>
                                  </p:stCondLst>
                                  <p:childTnLst>
                                    <p:animEffect transition="out" filter="fade">
                                      <p:cBhvr>
                                        <p:cTn id="58" dur="500" tmFilter="0, 0; .2, .5; .8, .5; 1, 0"/>
                                        <p:tgtEl>
                                          <p:spTgt spid="32">
                                            <p:graphicEl>
                                              <a:dgm id="{099EC59B-6887-4311-9951-88A7874F3B82}"/>
                                            </p:graphicEl>
                                          </p:spTgt>
                                        </p:tgtEl>
                                      </p:cBhvr>
                                    </p:animEffect>
                                    <p:animScale>
                                      <p:cBhvr>
                                        <p:cTn id="59" dur="250" autoRev="1" fill="hold"/>
                                        <p:tgtEl>
                                          <p:spTgt spid="32">
                                            <p:graphicEl>
                                              <a:dgm id="{099EC59B-6887-4311-9951-88A7874F3B82}"/>
                                            </p:graphicEl>
                                          </p:spTgt>
                                        </p:tgtEl>
                                      </p:cBhvr>
                                      <p:by x="105000" y="105000"/>
                                    </p:animScale>
                                  </p:childTnLst>
                                </p:cTn>
                              </p:par>
                              <p:par>
                                <p:cTn id="60" presetID="26" presetClass="emph" presetSubtype="0" fill="hold" grpId="0" nodeType="withEffect">
                                  <p:stCondLst>
                                    <p:cond delay="0"/>
                                  </p:stCondLst>
                                  <p:childTnLst>
                                    <p:animEffect transition="out" filter="fade">
                                      <p:cBhvr>
                                        <p:cTn id="61" dur="500" tmFilter="0, 0; .2, .5; .8, .5; 1, 0"/>
                                        <p:tgtEl>
                                          <p:spTgt spid="32">
                                            <p:graphicEl>
                                              <a:dgm id="{393A0479-8703-4AB2-B43D-065C23AAC35E}"/>
                                            </p:graphicEl>
                                          </p:spTgt>
                                        </p:tgtEl>
                                      </p:cBhvr>
                                    </p:animEffect>
                                    <p:animScale>
                                      <p:cBhvr>
                                        <p:cTn id="62" dur="250" autoRev="1" fill="hold"/>
                                        <p:tgtEl>
                                          <p:spTgt spid="32">
                                            <p:graphicEl>
                                              <a:dgm id="{393A0479-8703-4AB2-B43D-065C23AAC35E}"/>
                                            </p:graphicEl>
                                          </p:spTgt>
                                        </p:tgtEl>
                                      </p:cBhvr>
                                      <p:by x="105000" y="105000"/>
                                    </p:animScale>
                                  </p:childTnLst>
                                </p:cTn>
                              </p:par>
                            </p:childTnLst>
                          </p:cTn>
                        </p:par>
                      </p:childTnLst>
                    </p:cTn>
                  </p:par>
                  <p:par>
                    <p:cTn id="63" fill="hold">
                      <p:stCondLst>
                        <p:cond delay="indefinite"/>
                      </p:stCondLst>
                      <p:childTnLst>
                        <p:par>
                          <p:cTn id="64" fill="hold">
                            <p:stCondLst>
                              <p:cond delay="0"/>
                            </p:stCondLst>
                            <p:childTnLst>
                              <p:par>
                                <p:cTn id="65" presetID="26" presetClass="emph" presetSubtype="0" fill="hold" grpId="0" nodeType="clickEffect">
                                  <p:stCondLst>
                                    <p:cond delay="0"/>
                                  </p:stCondLst>
                                  <p:childTnLst>
                                    <p:animEffect transition="out" filter="fade">
                                      <p:cBhvr>
                                        <p:cTn id="66" dur="500" tmFilter="0, 0; .2, .5; .8, .5; 1, 0"/>
                                        <p:tgtEl>
                                          <p:spTgt spid="32">
                                            <p:graphicEl>
                                              <a:dgm id="{391BC88C-8631-41BA-9D49-FF8A5AD435C6}"/>
                                            </p:graphicEl>
                                          </p:spTgt>
                                        </p:tgtEl>
                                      </p:cBhvr>
                                    </p:animEffect>
                                    <p:animScale>
                                      <p:cBhvr>
                                        <p:cTn id="67" dur="250" autoRev="1" fill="hold"/>
                                        <p:tgtEl>
                                          <p:spTgt spid="32">
                                            <p:graphicEl>
                                              <a:dgm id="{391BC88C-8631-41BA-9D49-FF8A5AD435C6}"/>
                                            </p:graphic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2" grpId="0">
        <p:bldSub>
          <a:bldDgm bld="one"/>
        </p:bldSub>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1D7775-146D-C2A3-50A0-615164DF1375}"/>
              </a:ext>
            </a:extLst>
          </p:cNvPr>
          <p:cNvSpPr txBox="1"/>
          <p:nvPr/>
        </p:nvSpPr>
        <p:spPr>
          <a:xfrm>
            <a:off x="1208314" y="145073"/>
            <a:ext cx="10025743" cy="40011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dirty="0"/>
              <a:t>Example Communication System: Consider a simple radio communication system:</a:t>
            </a:r>
          </a:p>
        </p:txBody>
      </p:sp>
      <p:graphicFrame>
        <p:nvGraphicFramePr>
          <p:cNvPr id="6" name="TextBox 2">
            <a:extLst>
              <a:ext uri="{FF2B5EF4-FFF2-40B4-BE49-F238E27FC236}">
                <a16:creationId xmlns:a16="http://schemas.microsoft.com/office/drawing/2014/main" id="{AB52D24F-C5A0-4AAA-578A-60EF0E2A109E}"/>
              </a:ext>
            </a:extLst>
          </p:cNvPr>
          <p:cNvGraphicFramePr/>
          <p:nvPr/>
        </p:nvGraphicFramePr>
        <p:xfrm>
          <a:off x="881742" y="797510"/>
          <a:ext cx="10678886" cy="52629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9432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51B4D10E-C09A-425A-846E-F19FEFBD406D}"/>
                                            </p:graphicEl>
                                          </p:spTgt>
                                        </p:tgtEl>
                                        <p:attrNameLst>
                                          <p:attrName>style.visibility</p:attrName>
                                        </p:attrNameLst>
                                      </p:cBhvr>
                                      <p:to>
                                        <p:strVal val="visible"/>
                                      </p:to>
                                    </p:set>
                                    <p:anim calcmode="lin" valueType="num">
                                      <p:cBhvr additive="base">
                                        <p:cTn id="7" dur="500" fill="hold"/>
                                        <p:tgtEl>
                                          <p:spTgt spid="6">
                                            <p:graphicEl>
                                              <a:dgm id="{51B4D10E-C09A-425A-846E-F19FEFBD406D}"/>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51B4D10E-C09A-425A-846E-F19FEFBD406D}"/>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graphicEl>
                                              <a:dgm id="{52849523-DA52-44E2-96D6-EF1A696B9B53}"/>
                                            </p:graphicEl>
                                          </p:spTgt>
                                        </p:tgtEl>
                                        <p:attrNameLst>
                                          <p:attrName>style.visibility</p:attrName>
                                        </p:attrNameLst>
                                      </p:cBhvr>
                                      <p:to>
                                        <p:strVal val="visible"/>
                                      </p:to>
                                    </p:set>
                                    <p:anim calcmode="lin" valueType="num">
                                      <p:cBhvr additive="base">
                                        <p:cTn id="11" dur="500" fill="hold"/>
                                        <p:tgtEl>
                                          <p:spTgt spid="6">
                                            <p:graphicEl>
                                              <a:dgm id="{52849523-DA52-44E2-96D6-EF1A696B9B53}"/>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graphicEl>
                                              <a:dgm id="{52849523-DA52-44E2-96D6-EF1A696B9B53}"/>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graphicEl>
                                              <a:dgm id="{3CB7EEDE-A877-4725-996B-390148832B83}"/>
                                            </p:graphicEl>
                                          </p:spTgt>
                                        </p:tgtEl>
                                        <p:attrNameLst>
                                          <p:attrName>style.visibility</p:attrName>
                                        </p:attrNameLst>
                                      </p:cBhvr>
                                      <p:to>
                                        <p:strVal val="visible"/>
                                      </p:to>
                                    </p:set>
                                    <p:anim calcmode="lin" valueType="num">
                                      <p:cBhvr additive="base">
                                        <p:cTn id="15" dur="500" fill="hold"/>
                                        <p:tgtEl>
                                          <p:spTgt spid="6">
                                            <p:graphicEl>
                                              <a:dgm id="{3CB7EEDE-A877-4725-996B-390148832B83}"/>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graphicEl>
                                              <a:dgm id="{3CB7EEDE-A877-4725-996B-390148832B83}"/>
                                            </p:graphic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graphicEl>
                                              <a:dgm id="{DE63C5EF-3744-485D-A7F4-6F9593A92949}"/>
                                            </p:graphicEl>
                                          </p:spTgt>
                                        </p:tgtEl>
                                        <p:attrNameLst>
                                          <p:attrName>style.visibility</p:attrName>
                                        </p:attrNameLst>
                                      </p:cBhvr>
                                      <p:to>
                                        <p:strVal val="visible"/>
                                      </p:to>
                                    </p:set>
                                    <p:anim calcmode="lin" valueType="num">
                                      <p:cBhvr additive="base">
                                        <p:cTn id="21" dur="500" fill="hold"/>
                                        <p:tgtEl>
                                          <p:spTgt spid="6">
                                            <p:graphicEl>
                                              <a:dgm id="{DE63C5EF-3744-485D-A7F4-6F9593A92949}"/>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graphicEl>
                                              <a:dgm id="{DE63C5EF-3744-485D-A7F4-6F9593A92949}"/>
                                            </p:graphic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6">
                                            <p:graphicEl>
                                              <a:dgm id="{BEDDECC8-76ED-4C5F-9D84-09D2B0FA1AED}"/>
                                            </p:graphicEl>
                                          </p:spTgt>
                                        </p:tgtEl>
                                        <p:attrNameLst>
                                          <p:attrName>style.visibility</p:attrName>
                                        </p:attrNameLst>
                                      </p:cBhvr>
                                      <p:to>
                                        <p:strVal val="visible"/>
                                      </p:to>
                                    </p:set>
                                    <p:anim calcmode="lin" valueType="num">
                                      <p:cBhvr additive="base">
                                        <p:cTn id="25" dur="500" fill="hold"/>
                                        <p:tgtEl>
                                          <p:spTgt spid="6">
                                            <p:graphicEl>
                                              <a:dgm id="{BEDDECC8-76ED-4C5F-9D84-09D2B0FA1AED}"/>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graphicEl>
                                              <a:dgm id="{BEDDECC8-76ED-4C5F-9D84-09D2B0FA1AED}"/>
                                            </p:graphic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
                                            <p:graphicEl>
                                              <a:dgm id="{D7B7D226-A150-47D8-BD49-CE8F6A46AAC5}"/>
                                            </p:graphicEl>
                                          </p:spTgt>
                                        </p:tgtEl>
                                        <p:attrNameLst>
                                          <p:attrName>style.visibility</p:attrName>
                                        </p:attrNameLst>
                                      </p:cBhvr>
                                      <p:to>
                                        <p:strVal val="visible"/>
                                      </p:to>
                                    </p:set>
                                    <p:anim calcmode="lin" valueType="num">
                                      <p:cBhvr additive="base">
                                        <p:cTn id="29" dur="500" fill="hold"/>
                                        <p:tgtEl>
                                          <p:spTgt spid="6">
                                            <p:graphicEl>
                                              <a:dgm id="{D7B7D226-A150-47D8-BD49-CE8F6A46AAC5}"/>
                                            </p:graphic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graphicEl>
                                              <a:dgm id="{D7B7D226-A150-47D8-BD49-CE8F6A46AAC5}"/>
                                            </p:graphic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
                                            <p:graphicEl>
                                              <a:dgm id="{ED03AF33-64FC-4C37-9882-EE25490742B3}"/>
                                            </p:graphicEl>
                                          </p:spTgt>
                                        </p:tgtEl>
                                        <p:attrNameLst>
                                          <p:attrName>style.visibility</p:attrName>
                                        </p:attrNameLst>
                                      </p:cBhvr>
                                      <p:to>
                                        <p:strVal val="visible"/>
                                      </p:to>
                                    </p:set>
                                    <p:anim calcmode="lin" valueType="num">
                                      <p:cBhvr additive="base">
                                        <p:cTn id="35" dur="500" fill="hold"/>
                                        <p:tgtEl>
                                          <p:spTgt spid="6">
                                            <p:graphicEl>
                                              <a:dgm id="{ED03AF33-64FC-4C37-9882-EE25490742B3}"/>
                                            </p:graphic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graphicEl>
                                              <a:dgm id="{ED03AF33-64FC-4C37-9882-EE25490742B3}"/>
                                            </p:graphic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6">
                                            <p:graphicEl>
                                              <a:dgm id="{B5433C2A-990B-498C-B03C-5C32B16A3EA9}"/>
                                            </p:graphicEl>
                                          </p:spTgt>
                                        </p:tgtEl>
                                        <p:attrNameLst>
                                          <p:attrName>style.visibility</p:attrName>
                                        </p:attrNameLst>
                                      </p:cBhvr>
                                      <p:to>
                                        <p:strVal val="visible"/>
                                      </p:to>
                                    </p:set>
                                    <p:anim calcmode="lin" valueType="num">
                                      <p:cBhvr additive="base">
                                        <p:cTn id="39" dur="500" fill="hold"/>
                                        <p:tgtEl>
                                          <p:spTgt spid="6">
                                            <p:graphicEl>
                                              <a:dgm id="{B5433C2A-990B-498C-B03C-5C32B16A3EA9}"/>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6">
                                            <p:graphicEl>
                                              <a:dgm id="{B5433C2A-990B-498C-B03C-5C32B16A3EA9}"/>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6">
                                            <p:graphicEl>
                                              <a:dgm id="{125F06A4-3062-4865-9B0F-86C14E23D1A8}"/>
                                            </p:graphicEl>
                                          </p:spTgt>
                                        </p:tgtEl>
                                        <p:attrNameLst>
                                          <p:attrName>style.visibility</p:attrName>
                                        </p:attrNameLst>
                                      </p:cBhvr>
                                      <p:to>
                                        <p:strVal val="visible"/>
                                      </p:to>
                                    </p:set>
                                    <p:anim calcmode="lin" valueType="num">
                                      <p:cBhvr additive="base">
                                        <p:cTn id="43" dur="500" fill="hold"/>
                                        <p:tgtEl>
                                          <p:spTgt spid="6">
                                            <p:graphicEl>
                                              <a:dgm id="{125F06A4-3062-4865-9B0F-86C14E23D1A8}"/>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graphicEl>
                                              <a:dgm id="{125F06A4-3062-4865-9B0F-86C14E23D1A8}"/>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graphicEl>
                                              <a:dgm id="{CB520422-18C2-4207-9BA3-4BE985D7837F}"/>
                                            </p:graphicEl>
                                          </p:spTgt>
                                        </p:tgtEl>
                                        <p:attrNameLst>
                                          <p:attrName>style.visibility</p:attrName>
                                        </p:attrNameLst>
                                      </p:cBhvr>
                                      <p:to>
                                        <p:strVal val="visible"/>
                                      </p:to>
                                    </p:set>
                                    <p:anim calcmode="lin" valueType="num">
                                      <p:cBhvr additive="base">
                                        <p:cTn id="49" dur="500" fill="hold"/>
                                        <p:tgtEl>
                                          <p:spTgt spid="6">
                                            <p:graphicEl>
                                              <a:dgm id="{CB520422-18C2-4207-9BA3-4BE985D7837F}"/>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graphicEl>
                                              <a:dgm id="{CB520422-18C2-4207-9BA3-4BE985D7837F}"/>
                                            </p:graphic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6">
                                            <p:graphicEl>
                                              <a:dgm id="{E37B058F-D067-4356-BFD1-EE8B8DBDC3B6}"/>
                                            </p:graphicEl>
                                          </p:spTgt>
                                        </p:tgtEl>
                                        <p:attrNameLst>
                                          <p:attrName>style.visibility</p:attrName>
                                        </p:attrNameLst>
                                      </p:cBhvr>
                                      <p:to>
                                        <p:strVal val="visible"/>
                                      </p:to>
                                    </p:set>
                                    <p:anim calcmode="lin" valueType="num">
                                      <p:cBhvr additive="base">
                                        <p:cTn id="53" dur="500" fill="hold"/>
                                        <p:tgtEl>
                                          <p:spTgt spid="6">
                                            <p:graphicEl>
                                              <a:dgm id="{E37B058F-D067-4356-BFD1-EE8B8DBDC3B6}"/>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graphicEl>
                                              <a:dgm id="{E37B058F-D067-4356-BFD1-EE8B8DBDC3B6}"/>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
                                            <p:graphicEl>
                                              <a:dgm id="{49E262FD-4878-4F36-A875-4AB9BDC9E6CB}"/>
                                            </p:graphicEl>
                                          </p:spTgt>
                                        </p:tgtEl>
                                        <p:attrNameLst>
                                          <p:attrName>style.visibility</p:attrName>
                                        </p:attrNameLst>
                                      </p:cBhvr>
                                      <p:to>
                                        <p:strVal val="visible"/>
                                      </p:to>
                                    </p:set>
                                    <p:anim calcmode="lin" valueType="num">
                                      <p:cBhvr additive="base">
                                        <p:cTn id="57" dur="500" fill="hold"/>
                                        <p:tgtEl>
                                          <p:spTgt spid="6">
                                            <p:graphicEl>
                                              <a:dgm id="{49E262FD-4878-4F36-A875-4AB9BDC9E6CB}"/>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graphicEl>
                                              <a:dgm id="{49E262FD-4878-4F36-A875-4AB9BDC9E6CB}"/>
                                            </p:graphic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6">
                                            <p:graphicEl>
                                              <a:dgm id="{03DE2E2C-9FBD-4C64-815B-F4AF08080870}"/>
                                            </p:graphicEl>
                                          </p:spTgt>
                                        </p:tgtEl>
                                        <p:attrNameLst>
                                          <p:attrName>style.visibility</p:attrName>
                                        </p:attrNameLst>
                                      </p:cBhvr>
                                      <p:to>
                                        <p:strVal val="visible"/>
                                      </p:to>
                                    </p:set>
                                    <p:anim calcmode="lin" valueType="num">
                                      <p:cBhvr additive="base">
                                        <p:cTn id="63" dur="500" fill="hold"/>
                                        <p:tgtEl>
                                          <p:spTgt spid="6">
                                            <p:graphicEl>
                                              <a:dgm id="{03DE2E2C-9FBD-4C64-815B-F4AF08080870}"/>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6">
                                            <p:graphicEl>
                                              <a:dgm id="{03DE2E2C-9FBD-4C64-815B-F4AF08080870}"/>
                                            </p:graphic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6">
                                            <p:graphicEl>
                                              <a:dgm id="{842E7868-05B1-4018-9B26-2B46DBDD06C4}"/>
                                            </p:graphicEl>
                                          </p:spTgt>
                                        </p:tgtEl>
                                        <p:attrNameLst>
                                          <p:attrName>style.visibility</p:attrName>
                                        </p:attrNameLst>
                                      </p:cBhvr>
                                      <p:to>
                                        <p:strVal val="visible"/>
                                      </p:to>
                                    </p:set>
                                    <p:anim calcmode="lin" valueType="num">
                                      <p:cBhvr additive="base">
                                        <p:cTn id="67" dur="500" fill="hold"/>
                                        <p:tgtEl>
                                          <p:spTgt spid="6">
                                            <p:graphicEl>
                                              <a:dgm id="{842E7868-05B1-4018-9B26-2B46DBDD06C4}"/>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6">
                                            <p:graphicEl>
                                              <a:dgm id="{842E7868-05B1-4018-9B26-2B46DBDD06C4}"/>
                                            </p:graphic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6">
                                            <p:graphicEl>
                                              <a:dgm id="{48762E20-8ECF-4A97-8884-B1431A1158AA}"/>
                                            </p:graphicEl>
                                          </p:spTgt>
                                        </p:tgtEl>
                                        <p:attrNameLst>
                                          <p:attrName>style.visibility</p:attrName>
                                        </p:attrNameLst>
                                      </p:cBhvr>
                                      <p:to>
                                        <p:strVal val="visible"/>
                                      </p:to>
                                    </p:set>
                                    <p:anim calcmode="lin" valueType="num">
                                      <p:cBhvr additive="base">
                                        <p:cTn id="71" dur="500" fill="hold"/>
                                        <p:tgtEl>
                                          <p:spTgt spid="6">
                                            <p:graphicEl>
                                              <a:dgm id="{48762E20-8ECF-4A97-8884-B1431A1158AA}"/>
                                            </p:graphicEl>
                                          </p:spTgt>
                                        </p:tgtEl>
                                        <p:attrNameLst>
                                          <p:attrName>ppt_x</p:attrName>
                                        </p:attrNameLst>
                                      </p:cBhvr>
                                      <p:tavLst>
                                        <p:tav tm="0">
                                          <p:val>
                                            <p:strVal val="#ppt_x"/>
                                          </p:val>
                                        </p:tav>
                                        <p:tav tm="100000">
                                          <p:val>
                                            <p:strVal val="#ppt_x"/>
                                          </p:val>
                                        </p:tav>
                                      </p:tavLst>
                                    </p:anim>
                                    <p:anim calcmode="lin" valueType="num">
                                      <p:cBhvr additive="base">
                                        <p:cTn id="72" dur="500" fill="hold"/>
                                        <p:tgtEl>
                                          <p:spTgt spid="6">
                                            <p:graphicEl>
                                              <a:dgm id="{48762E20-8ECF-4A97-8884-B1431A1158AA}"/>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DEF59AB-7114-6D1C-BEAB-C4430F9020C2}"/>
              </a:ext>
            </a:extLst>
          </p:cNvPr>
          <p:cNvSpPr txBox="1"/>
          <p:nvPr/>
        </p:nvSpPr>
        <p:spPr>
          <a:xfrm>
            <a:off x="482601" y="721946"/>
            <a:ext cx="10813250" cy="1971976"/>
          </a:xfrm>
          <a:prstGeom prst="rect">
            <a:avLst/>
          </a:prstGeom>
        </p:spPr>
        <p:txBody>
          <a:bodyPr vert="horz" lIns="91440" tIns="45720" rIns="91440" bIns="45720" rtlCol="0" anchor="ctr">
            <a:normAutofit/>
          </a:bodyPr>
          <a:lstStyle/>
          <a:p>
            <a:pPr>
              <a:spcBef>
                <a:spcPct val="0"/>
              </a:spcBef>
              <a:spcAft>
                <a:spcPts val="600"/>
              </a:spcAft>
            </a:pPr>
            <a:r>
              <a:rPr lang="en-US" sz="6600" b="1" i="0">
                <a:effectLst/>
                <a:highlight>
                  <a:srgbClr val="FFFFFF"/>
                </a:highlight>
                <a:latin typeface="+mj-lt"/>
                <a:ea typeface="+mj-ea"/>
                <a:cs typeface="+mj-cs"/>
              </a:rPr>
              <a:t>Types of Communication</a:t>
            </a:r>
          </a:p>
        </p:txBody>
      </p:sp>
      <p:sp>
        <p:nvSpPr>
          <p:cNvPr id="3" name="TextBox 2">
            <a:extLst>
              <a:ext uri="{FF2B5EF4-FFF2-40B4-BE49-F238E27FC236}">
                <a16:creationId xmlns:a16="http://schemas.microsoft.com/office/drawing/2014/main" id="{C82B9C0D-E1B7-F239-0C4B-0739A4BF737A}"/>
              </a:ext>
            </a:extLst>
          </p:cNvPr>
          <p:cNvSpPr txBox="1"/>
          <p:nvPr/>
        </p:nvSpPr>
        <p:spPr>
          <a:xfrm>
            <a:off x="482601" y="3282330"/>
            <a:ext cx="5189963" cy="2800893"/>
          </a:xfrm>
          <a:prstGeom prst="rect">
            <a:avLst/>
          </a:prstGeom>
        </p:spPr>
        <p:txBody>
          <a:bodyPr vert="horz" lIns="91440" tIns="45720" rIns="91440" bIns="45720" rtlCol="0" anchor="ctr">
            <a:normAutofit/>
          </a:bodyPr>
          <a:lstStyle/>
          <a:p>
            <a:pPr>
              <a:lnSpc>
                <a:spcPct val="90000"/>
              </a:lnSpc>
              <a:spcAft>
                <a:spcPts val="600"/>
              </a:spcAft>
              <a:buFont typeface="Arial" panose="020B0604020202020204" pitchFamily="34" charset="0"/>
              <a:buChar char="•"/>
            </a:pPr>
            <a:r>
              <a:rPr lang="en-US" sz="2000" b="1" i="0" dirty="0">
                <a:effectLst/>
                <a:highlight>
                  <a:srgbClr val="FFFFFF"/>
                </a:highlight>
              </a:rPr>
              <a:t>Analog Communication:</a:t>
            </a:r>
            <a:r>
              <a:rPr lang="en-US" sz="2000" b="0" i="0" dirty="0">
                <a:effectLst/>
                <a:highlight>
                  <a:srgbClr val="FFFFFF"/>
                </a:highlight>
              </a:rPr>
              <a:t> Transmits data using continuous signals. Examples include AM and FM radio.</a:t>
            </a:r>
          </a:p>
          <a:p>
            <a:pPr>
              <a:lnSpc>
                <a:spcPct val="90000"/>
              </a:lnSpc>
              <a:spcAft>
                <a:spcPts val="600"/>
              </a:spcAft>
              <a:buFont typeface="Arial" panose="020B0604020202020204" pitchFamily="34" charset="0"/>
              <a:buChar char="•"/>
            </a:pPr>
            <a:r>
              <a:rPr lang="en-US" sz="2000" b="1" i="0" dirty="0">
                <a:effectLst/>
                <a:highlight>
                  <a:srgbClr val="FFFFFF"/>
                </a:highlight>
              </a:rPr>
              <a:t>Digital Communication:</a:t>
            </a:r>
            <a:r>
              <a:rPr lang="en-US" sz="2000" b="0" i="0" dirty="0">
                <a:effectLst/>
                <a:highlight>
                  <a:srgbClr val="FFFFFF"/>
                </a:highlight>
              </a:rPr>
              <a:t> Transmits data using discrete signals (binary format). Examples include digital telephony, data communication through computers, and modern wireless communication systems like 4G/5G.</a:t>
            </a:r>
          </a:p>
          <a:p>
            <a:pPr>
              <a:lnSpc>
                <a:spcPct val="90000"/>
              </a:lnSpc>
              <a:spcAft>
                <a:spcPts val="600"/>
              </a:spcAft>
              <a:buFont typeface="Arial" panose="020B0604020202020204" pitchFamily="34" charset="0"/>
              <a:buChar char="•"/>
            </a:pPr>
            <a:endParaRPr lang="en-US" sz="2000" b="0" i="0" dirty="0">
              <a:effectLst/>
              <a:highlight>
                <a:srgbClr val="FFFFFF"/>
              </a:highlight>
            </a:endParaRPr>
          </a:p>
        </p:txBody>
      </p:sp>
      <p:pic>
        <p:nvPicPr>
          <p:cNvPr id="6" name="Picture 5" descr="A diagram of a graph&#10;&#10;Description automatically generated">
            <a:extLst>
              <a:ext uri="{FF2B5EF4-FFF2-40B4-BE49-F238E27FC236}">
                <a16:creationId xmlns:a16="http://schemas.microsoft.com/office/drawing/2014/main" id="{06C818F9-D37C-9F73-5654-524DC4D4EE8B}"/>
              </a:ext>
            </a:extLst>
          </p:cNvPr>
          <p:cNvPicPr>
            <a:picLocks noChangeAspect="1"/>
          </p:cNvPicPr>
          <p:nvPr/>
        </p:nvPicPr>
        <p:blipFill>
          <a:blip r:embed="rId2">
            <a:alphaModFix/>
          </a:blip>
          <a:stretch>
            <a:fillRect/>
          </a:stretch>
        </p:blipFill>
        <p:spPr>
          <a:xfrm>
            <a:off x="6132101" y="3104938"/>
            <a:ext cx="5461469" cy="3031115"/>
          </a:xfrm>
          <a:prstGeom prst="rect">
            <a:avLst/>
          </a:prstGeom>
        </p:spPr>
      </p:pic>
    </p:spTree>
    <p:extLst>
      <p:ext uri="{BB962C8B-B14F-4D97-AF65-F5344CB8AC3E}">
        <p14:creationId xmlns:p14="http://schemas.microsoft.com/office/powerpoint/2010/main" val="2528970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857ABAB-29EA-E899-1C9A-8F83064D5286}"/>
              </a:ext>
            </a:extLst>
          </p:cNvPr>
          <p:cNvSpPr txBox="1"/>
          <p:nvPr/>
        </p:nvSpPr>
        <p:spPr>
          <a:xfrm>
            <a:off x="482601" y="721946"/>
            <a:ext cx="10813250" cy="1067097"/>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pPr>
            <a:r>
              <a:rPr lang="en-US" sz="6100" b="1" i="0" dirty="0">
                <a:solidFill>
                  <a:schemeClr val="tx1"/>
                </a:solidFill>
                <a:effectLst/>
                <a:highlight>
                  <a:srgbClr val="FFFFFF"/>
                </a:highlight>
                <a:latin typeface="+mj-lt"/>
                <a:ea typeface="+mj-ea"/>
                <a:cs typeface="+mj-cs"/>
              </a:rPr>
              <a:t>What Is Modulation?</a:t>
            </a:r>
          </a:p>
        </p:txBody>
      </p:sp>
      <p:graphicFrame>
        <p:nvGraphicFramePr>
          <p:cNvPr id="2" name="Diagram 1">
            <a:extLst>
              <a:ext uri="{FF2B5EF4-FFF2-40B4-BE49-F238E27FC236}">
                <a16:creationId xmlns:a16="http://schemas.microsoft.com/office/drawing/2014/main" id="{913479AD-5B8A-B5A6-EE0D-6C41F7ABA24F}"/>
              </a:ext>
            </a:extLst>
          </p:cNvPr>
          <p:cNvGraphicFramePr/>
          <p:nvPr/>
        </p:nvGraphicFramePr>
        <p:xfrm>
          <a:off x="482601" y="2129580"/>
          <a:ext cx="11330607" cy="44427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6" name="Graphic 25" descr="Stream">
            <a:extLst>
              <a:ext uri="{FF2B5EF4-FFF2-40B4-BE49-F238E27FC236}">
                <a16:creationId xmlns:a16="http://schemas.microsoft.com/office/drawing/2014/main" id="{E0F7098D-1A12-8471-3887-096D626F53E9}"/>
              </a:ext>
            </a:extLst>
          </p:cNvPr>
          <p:cNvPicPr>
            <a:picLocks noChangeAspect="1"/>
          </p:cNvPicPr>
          <p:nvPr/>
        </p:nvPicPr>
        <p:blipFill>
          <a:blip r:embed="rId7">
            <a:alphaModFix/>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027635" y="-315686"/>
            <a:ext cx="2164365" cy="2164365"/>
          </a:xfrm>
          <a:prstGeom prst="rect">
            <a:avLst/>
          </a:prstGeom>
        </p:spPr>
      </p:pic>
    </p:spTree>
    <p:extLst>
      <p:ext uri="{BB962C8B-B14F-4D97-AF65-F5344CB8AC3E}">
        <p14:creationId xmlns:p14="http://schemas.microsoft.com/office/powerpoint/2010/main" val="1290587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910F851-96C2-F218-54F7-3E534F4B8016}"/>
                  </a:ext>
                </a:extLst>
              </p:cNvPr>
              <p:cNvSpPr txBox="1"/>
              <p:nvPr/>
            </p:nvSpPr>
            <p:spPr>
              <a:xfrm>
                <a:off x="419100" y="522515"/>
                <a:ext cx="11353800" cy="624786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2000" b="1" i="0" dirty="0">
                    <a:effectLst/>
                    <a:highlight>
                      <a:srgbClr val="FFFFFF"/>
                    </a:highlight>
                    <a:latin typeface="Times New Roman" panose="02020603050405020304" pitchFamily="18" charset="0"/>
                    <a:cs typeface="Times New Roman" panose="02020603050405020304" pitchFamily="18" charset="0"/>
                  </a:rPr>
                  <a:t>1. Antennae Height</a:t>
                </a:r>
              </a:p>
              <a:p>
                <a:pPr algn="just"/>
                <a:r>
                  <a:rPr lang="en-US" sz="2000" b="0" i="0" dirty="0">
                    <a:effectLst/>
                    <a:highlight>
                      <a:srgbClr val="FFFFFF"/>
                    </a:highlight>
                    <a:latin typeface="Times New Roman" panose="02020603050405020304" pitchFamily="18" charset="0"/>
                    <a:cs typeface="Times New Roman" panose="02020603050405020304" pitchFamily="18" charset="0"/>
                  </a:rPr>
                  <a:t>When the transmission occurs over free space, the antennae radiate the signal, and the receiver receives it. To operate efficiently, antennae need to be in the order of the magnitude of the wavelength of the transmitted signal.</a:t>
                </a:r>
              </a:p>
              <a:p>
                <a:pPr algn="just"/>
                <a:endParaRPr lang="en-US" sz="2000" b="0" i="0" dirty="0">
                  <a:effectLst/>
                  <a:highlight>
                    <a:srgbClr val="FFFFFF"/>
                  </a:highlight>
                  <a:latin typeface="Times New Roman" panose="02020603050405020304" pitchFamily="18" charset="0"/>
                  <a:cs typeface="Times New Roman" panose="02020603050405020304" pitchFamily="18" charset="0"/>
                </a:endParaRPr>
              </a:p>
              <a:p>
                <a:pPr algn="just"/>
                <a:r>
                  <a:rPr lang="en-US" sz="2000" b="1" i="0" dirty="0">
                    <a:effectLst/>
                    <a:highlight>
                      <a:srgbClr val="FFFFFF"/>
                    </a:highlight>
                    <a:latin typeface="Times New Roman" panose="02020603050405020304" pitchFamily="18" charset="0"/>
                    <a:cs typeface="Times New Roman" panose="02020603050405020304" pitchFamily="18" charset="0"/>
                  </a:rPr>
                  <a:t>𝐿=𝜆=</a:t>
                </a:r>
                <a:r>
                  <a:rPr lang="en-US" sz="2000" b="1" i="1" dirty="0">
                    <a:effectLst/>
                    <a:highlight>
                      <a:srgbClr val="FFFFFF"/>
                    </a:highlight>
                    <a:latin typeface="Times New Roman" panose="02020603050405020304" pitchFamily="18" charset="0"/>
                    <a:cs typeface="Times New Roman" panose="02020603050405020304" pitchFamily="18" charset="0"/>
                  </a:rPr>
                  <a:t>c/f</a:t>
                </a:r>
              </a:p>
              <a:p>
                <a:pPr algn="just"/>
                <a:endParaRPr lang="en-US" sz="2000" b="1" i="1" dirty="0">
                  <a:effectLst/>
                  <a:highlight>
                    <a:srgbClr val="FFFFFF"/>
                  </a:highlight>
                  <a:latin typeface="Times New Roman" panose="02020603050405020304" pitchFamily="18" charset="0"/>
                  <a:cs typeface="Times New Roman" panose="02020603050405020304" pitchFamily="18" charset="0"/>
                </a:endParaRPr>
              </a:p>
              <a:p>
                <a:pPr algn="just"/>
                <a:r>
                  <a:rPr lang="en-US" sz="2000" b="0" i="0" dirty="0">
                    <a:effectLst/>
                    <a:highlight>
                      <a:srgbClr val="FFFFFF"/>
                    </a:highlight>
                    <a:latin typeface="Times New Roman" panose="02020603050405020304" pitchFamily="18" charset="0"/>
                    <a:cs typeface="Times New Roman" panose="02020603050405020304" pitchFamily="18" charset="0"/>
                  </a:rPr>
                  <a:t>Speech frequencies range from 20 Hz to 20 kHz. Suppose this is a frequency of 20 kHz, and it is radiated out to a receiver through a channel of free space.</a:t>
                </a:r>
                <a:endParaRPr lang="en-US" sz="2000" dirty="0">
                  <a:highlight>
                    <a:srgbClr val="FFFFFF"/>
                  </a:highlight>
                  <a:latin typeface="Times New Roman" panose="02020603050405020304" pitchFamily="18" charset="0"/>
                  <a:cs typeface="Times New Roman" panose="02020603050405020304" pitchFamily="18" charset="0"/>
                </a:endParaRPr>
              </a:p>
              <a:p>
                <a:pPr algn="just"/>
                <a:endParaRPr lang="en-US" sz="2000" b="0" i="0" dirty="0">
                  <a:effectLst/>
                  <a:highlight>
                    <a:srgbClr val="FFFFFF"/>
                  </a:highlight>
                  <a:latin typeface="Times New Roman" panose="02020603050405020304" pitchFamily="18" charset="0"/>
                  <a:cs typeface="Times New Roman" panose="02020603050405020304" pitchFamily="18" charset="0"/>
                </a:endParaRPr>
              </a:p>
              <a:p>
                <a:pPr algn="just"/>
                <a:r>
                  <a:rPr lang="en-US" sz="2000" b="0" i="0" dirty="0">
                    <a:effectLst/>
                    <a:highlight>
                      <a:srgbClr val="FFFFFF"/>
                    </a:highlight>
                    <a:latin typeface="Times New Roman" panose="02020603050405020304" pitchFamily="18" charset="0"/>
                    <a:cs typeface="Times New Roman" panose="02020603050405020304" pitchFamily="18" charset="0"/>
                  </a:rPr>
                  <a:t>𝐿𝑒𝑛𝑔𝑡ℎ 𝑜𝑓 𝐴𝑛𝑡𝑒𝑛𝑛𝑎= 3∗</a:t>
                </a:r>
                <a14:m>
                  <m:oMath xmlns:m="http://schemas.openxmlformats.org/officeDocument/2006/math">
                    <m:sSup>
                      <m:sSupPr>
                        <m:ctrlPr>
                          <a:rPr lang="en-US" sz="2000" b="0" i="1" smtClean="0">
                            <a:effectLst/>
                            <a:highlight>
                              <a:srgbClr val="FFFFFF"/>
                            </a:highlight>
                            <a:latin typeface="Cambria Math" panose="02040503050406030204" pitchFamily="18" charset="0"/>
                            <a:cs typeface="Times New Roman" panose="02020603050405020304" pitchFamily="18" charset="0"/>
                          </a:rPr>
                        </m:ctrlPr>
                      </m:sSupPr>
                      <m:e>
                        <m:r>
                          <a:rPr lang="en-IN" sz="2000" b="0" i="1" smtClean="0">
                            <a:effectLst/>
                            <a:highlight>
                              <a:srgbClr val="FFFFFF"/>
                            </a:highlight>
                            <a:latin typeface="Cambria Math" panose="02040503050406030204" pitchFamily="18" charset="0"/>
                            <a:cs typeface="Times New Roman" panose="02020603050405020304" pitchFamily="18" charset="0"/>
                          </a:rPr>
                          <m:t>10</m:t>
                        </m:r>
                      </m:e>
                      <m:sup>
                        <m:r>
                          <a:rPr lang="en-IN" sz="2000" b="0" i="1" smtClean="0">
                            <a:effectLst/>
                            <a:highlight>
                              <a:srgbClr val="FFFFFF"/>
                            </a:highlight>
                            <a:latin typeface="Cambria Math" panose="02040503050406030204" pitchFamily="18" charset="0"/>
                            <a:cs typeface="Times New Roman" panose="02020603050405020304" pitchFamily="18" charset="0"/>
                          </a:rPr>
                          <m:t>8</m:t>
                        </m:r>
                      </m:sup>
                    </m:sSup>
                    <m:r>
                      <a:rPr lang="en-IN" sz="2000" b="0" i="1" smtClean="0">
                        <a:effectLst/>
                        <a:highlight>
                          <a:srgbClr val="FFFFFF"/>
                        </a:highlight>
                        <a:latin typeface="Cambria Math" panose="02040503050406030204" pitchFamily="18" charset="0"/>
                        <a:cs typeface="Times New Roman" panose="02020603050405020304" pitchFamily="18" charset="0"/>
                      </a:rPr>
                      <m:t>/</m:t>
                    </m:r>
                  </m:oMath>
                </a14:m>
                <a:r>
                  <a:rPr lang="en-US" sz="2000" b="0" i="0" dirty="0">
                    <a:effectLst/>
                    <a:highlight>
                      <a:srgbClr val="FFFFFF"/>
                    </a:highlight>
                    <a:latin typeface="Times New Roman" panose="02020603050405020304" pitchFamily="18" charset="0"/>
                    <a:cs typeface="Times New Roman" panose="02020603050405020304" pitchFamily="18" charset="0"/>
                  </a:rPr>
                  <a:t>20∗</a:t>
                </a:r>
                <a:r>
                  <a:rPr lang="en-US" sz="2000" dirty="0">
                    <a:highlight>
                      <a:srgbClr val="FFFFFF"/>
                    </a:highlight>
                    <a:cs typeface="Times New Roman" panose="02020603050405020304" pitchFamily="18" charset="0"/>
                  </a:rPr>
                  <a:t> </a:t>
                </a:r>
                <a14:m>
                  <m:oMath xmlns:m="http://schemas.openxmlformats.org/officeDocument/2006/math">
                    <m:sSup>
                      <m:sSupPr>
                        <m:ctrlPr>
                          <a:rPr lang="en-US" sz="2000" i="1">
                            <a:highlight>
                              <a:srgbClr val="FFFFFF"/>
                            </a:highlight>
                            <a:latin typeface="Cambria Math" panose="02040503050406030204" pitchFamily="18" charset="0"/>
                            <a:cs typeface="Times New Roman" panose="02020603050405020304" pitchFamily="18" charset="0"/>
                          </a:rPr>
                        </m:ctrlPr>
                      </m:sSupPr>
                      <m:e>
                        <m:r>
                          <a:rPr lang="en-IN" sz="2000" i="1">
                            <a:highlight>
                              <a:srgbClr val="FFFFFF"/>
                            </a:highlight>
                            <a:latin typeface="Cambria Math" panose="02040503050406030204" pitchFamily="18" charset="0"/>
                            <a:cs typeface="Times New Roman" panose="02020603050405020304" pitchFamily="18" charset="0"/>
                          </a:rPr>
                          <m:t>10</m:t>
                        </m:r>
                      </m:e>
                      <m:sup>
                        <m:r>
                          <a:rPr lang="en-IN" sz="2000" b="0" i="1" smtClean="0">
                            <a:highlight>
                              <a:srgbClr val="FFFFFF"/>
                            </a:highlight>
                            <a:latin typeface="Cambria Math" panose="02040503050406030204" pitchFamily="18" charset="0"/>
                            <a:cs typeface="Times New Roman" panose="02020603050405020304" pitchFamily="18" charset="0"/>
                          </a:rPr>
                          <m:t>3</m:t>
                        </m:r>
                      </m:sup>
                    </m:sSup>
                    <m:r>
                      <a:rPr lang="en-IN" sz="2000" b="0" i="0" smtClean="0">
                        <a:highlight>
                          <a:srgbClr val="FFFFFF"/>
                        </a:highlight>
                        <a:latin typeface="Cambria Math" panose="02040503050406030204" pitchFamily="18" charset="0"/>
                        <a:cs typeface="Times New Roman" panose="02020603050405020304" pitchFamily="18" charset="0"/>
                      </a:rPr>
                      <m:t>= </m:t>
                    </m:r>
                  </m:oMath>
                </a14:m>
                <a:r>
                  <a:rPr lang="en-US" sz="2000" b="0" i="0" dirty="0">
                    <a:effectLst/>
                    <a:highlight>
                      <a:srgbClr val="FFFFFF"/>
                    </a:highlight>
                    <a:latin typeface="Times New Roman" panose="02020603050405020304" pitchFamily="18" charset="0"/>
                    <a:cs typeface="Times New Roman" panose="02020603050405020304" pitchFamily="18" charset="0"/>
                  </a:rPr>
                  <a:t>15𝑘𝑚</a:t>
                </a:r>
              </a:p>
              <a:p>
                <a:pPr algn="just"/>
                <a:endParaRPr lang="en-US" sz="2000" b="0" i="0" dirty="0">
                  <a:effectLst/>
                  <a:highlight>
                    <a:srgbClr val="FFFFFF"/>
                  </a:highlight>
                  <a:latin typeface="Times New Roman" panose="02020603050405020304" pitchFamily="18" charset="0"/>
                  <a:cs typeface="Times New Roman" panose="02020603050405020304" pitchFamily="18" charset="0"/>
                </a:endParaRPr>
              </a:p>
              <a:p>
                <a:pPr algn="just"/>
                <a:r>
                  <a:rPr lang="en-US" sz="2000" b="0" i="0" dirty="0">
                    <a:effectLst/>
                    <a:highlight>
                      <a:srgbClr val="FFFFFF"/>
                    </a:highlight>
                    <a:latin typeface="Times New Roman" panose="02020603050405020304" pitchFamily="18" charset="0"/>
                    <a:cs typeface="Times New Roman" panose="02020603050405020304" pitchFamily="18" charset="0"/>
                  </a:rPr>
                  <a:t>It is impossible to build an antenna this big. Instead, say we give modulation a chance and use a 1000 kHz carrier wave to carry the signal. The length of the antennae now would be;</a:t>
                </a:r>
              </a:p>
              <a:p>
                <a:pPr algn="just"/>
                <a:endParaRPr lang="en-US" sz="2000" b="0" i="0" dirty="0">
                  <a:effectLst/>
                  <a:highlight>
                    <a:srgbClr val="FFFFFF"/>
                  </a:highlight>
                  <a:latin typeface="Times New Roman" panose="02020603050405020304" pitchFamily="18" charset="0"/>
                  <a:cs typeface="Times New Roman" panose="02020603050405020304" pitchFamily="18" charset="0"/>
                </a:endParaRPr>
              </a:p>
              <a:p>
                <a:pPr algn="just"/>
                <a:r>
                  <a:rPr lang="en-US" sz="2000" b="0" i="0" dirty="0">
                    <a:effectLst/>
                    <a:highlight>
                      <a:srgbClr val="FFFFFF"/>
                    </a:highlight>
                    <a:latin typeface="Times New Roman" panose="02020603050405020304" pitchFamily="18" charset="0"/>
                    <a:cs typeface="Times New Roman" panose="02020603050405020304" pitchFamily="18" charset="0"/>
                  </a:rPr>
                  <a:t>𝐿𝑒𝑛𝑔𝑡ℎ 𝑜𝑓 𝐴𝑛𝑡𝑒𝑛𝑛𝑎= 3∗</a:t>
                </a:r>
                <a14:m>
                  <m:oMath xmlns:m="http://schemas.openxmlformats.org/officeDocument/2006/math">
                    <m:sSup>
                      <m:sSupPr>
                        <m:ctrlPr>
                          <a:rPr lang="en-US" sz="2000" b="0" i="1" smtClean="0">
                            <a:effectLst/>
                            <a:highlight>
                              <a:srgbClr val="FFFFFF"/>
                            </a:highlight>
                            <a:latin typeface="Cambria Math" panose="02040503050406030204" pitchFamily="18" charset="0"/>
                            <a:cs typeface="Times New Roman" panose="02020603050405020304" pitchFamily="18" charset="0"/>
                          </a:rPr>
                        </m:ctrlPr>
                      </m:sSupPr>
                      <m:e>
                        <m:r>
                          <a:rPr lang="en-IN" sz="2000" b="0" i="1" smtClean="0">
                            <a:effectLst/>
                            <a:highlight>
                              <a:srgbClr val="FFFFFF"/>
                            </a:highlight>
                            <a:latin typeface="Cambria Math" panose="02040503050406030204" pitchFamily="18" charset="0"/>
                            <a:cs typeface="Times New Roman" panose="02020603050405020304" pitchFamily="18" charset="0"/>
                          </a:rPr>
                          <m:t>10</m:t>
                        </m:r>
                      </m:e>
                      <m:sup>
                        <m:r>
                          <a:rPr lang="en-IN" sz="2000" b="0" i="1" smtClean="0">
                            <a:effectLst/>
                            <a:highlight>
                              <a:srgbClr val="FFFFFF"/>
                            </a:highlight>
                            <a:latin typeface="Cambria Math" panose="02040503050406030204" pitchFamily="18" charset="0"/>
                            <a:cs typeface="Times New Roman" panose="02020603050405020304" pitchFamily="18" charset="0"/>
                          </a:rPr>
                          <m:t>8</m:t>
                        </m:r>
                      </m:sup>
                    </m:sSup>
                    <m:r>
                      <a:rPr lang="en-IN" sz="2000" b="0" i="1" smtClean="0">
                        <a:effectLst/>
                        <a:highlight>
                          <a:srgbClr val="FFFFFF"/>
                        </a:highlight>
                        <a:latin typeface="Cambria Math" panose="02040503050406030204" pitchFamily="18" charset="0"/>
                        <a:cs typeface="Times New Roman" panose="02020603050405020304" pitchFamily="18" charset="0"/>
                      </a:rPr>
                      <m:t>/</m:t>
                    </m:r>
                    <m:r>
                      <a:rPr lang="en-IN" sz="2000" b="0" i="0" smtClean="0">
                        <a:effectLst/>
                        <a:highlight>
                          <a:srgbClr val="FFFFFF"/>
                        </a:highlight>
                        <a:latin typeface="Cambria Math" panose="02040503050406030204" pitchFamily="18" charset="0"/>
                        <a:cs typeface="Times New Roman" panose="02020603050405020304" pitchFamily="18" charset="0"/>
                      </a:rPr>
                      <m:t>100</m:t>
                    </m:r>
                  </m:oMath>
                </a14:m>
                <a:r>
                  <a:rPr lang="en-US" sz="2000" b="0" i="0" dirty="0">
                    <a:effectLst/>
                    <a:highlight>
                      <a:srgbClr val="FFFFFF"/>
                    </a:highlight>
                    <a:latin typeface="Times New Roman" panose="02020603050405020304" pitchFamily="18" charset="0"/>
                    <a:cs typeface="Times New Roman" panose="02020603050405020304" pitchFamily="18" charset="0"/>
                  </a:rPr>
                  <a:t>0∗</a:t>
                </a:r>
                <a:r>
                  <a:rPr lang="en-US" sz="2000" dirty="0">
                    <a:highlight>
                      <a:srgbClr val="FFFFFF"/>
                    </a:highlight>
                    <a:cs typeface="Times New Roman" panose="02020603050405020304" pitchFamily="18" charset="0"/>
                  </a:rPr>
                  <a:t> </a:t>
                </a:r>
                <a14:m>
                  <m:oMath xmlns:m="http://schemas.openxmlformats.org/officeDocument/2006/math">
                    <m:sSup>
                      <m:sSupPr>
                        <m:ctrlPr>
                          <a:rPr lang="en-US" sz="2000" i="1">
                            <a:highlight>
                              <a:srgbClr val="FFFFFF"/>
                            </a:highlight>
                            <a:latin typeface="Cambria Math" panose="02040503050406030204" pitchFamily="18" charset="0"/>
                            <a:cs typeface="Times New Roman" panose="02020603050405020304" pitchFamily="18" charset="0"/>
                          </a:rPr>
                        </m:ctrlPr>
                      </m:sSupPr>
                      <m:e>
                        <m:r>
                          <a:rPr lang="en-IN" sz="2000" i="1">
                            <a:highlight>
                              <a:srgbClr val="FFFFFF"/>
                            </a:highlight>
                            <a:latin typeface="Cambria Math" panose="02040503050406030204" pitchFamily="18" charset="0"/>
                            <a:cs typeface="Times New Roman" panose="02020603050405020304" pitchFamily="18" charset="0"/>
                          </a:rPr>
                          <m:t>10</m:t>
                        </m:r>
                      </m:e>
                      <m:sup>
                        <m:r>
                          <a:rPr lang="en-IN" sz="2000" b="0" i="1" smtClean="0">
                            <a:highlight>
                              <a:srgbClr val="FFFFFF"/>
                            </a:highlight>
                            <a:latin typeface="Cambria Math" panose="02040503050406030204" pitchFamily="18" charset="0"/>
                            <a:cs typeface="Times New Roman" panose="02020603050405020304" pitchFamily="18" charset="0"/>
                          </a:rPr>
                          <m:t>3</m:t>
                        </m:r>
                      </m:sup>
                    </m:sSup>
                    <m:r>
                      <a:rPr lang="en-IN" sz="2000" b="0" i="1" smtClean="0">
                        <a:highlight>
                          <a:srgbClr val="FFFFFF"/>
                        </a:highlight>
                        <a:latin typeface="Cambria Math" panose="02040503050406030204" pitchFamily="18" charset="0"/>
                        <a:cs typeface="Times New Roman" panose="02020603050405020304" pitchFamily="18" charset="0"/>
                      </a:rPr>
                      <m:t> </m:t>
                    </m:r>
                  </m:oMath>
                </a14:m>
                <a:r>
                  <a:rPr lang="en-US" sz="2000" b="0" i="0" dirty="0">
                    <a:effectLst/>
                    <a:highlight>
                      <a:srgbClr val="FFFFFF"/>
                    </a:highlight>
                    <a:latin typeface="Times New Roman" panose="02020603050405020304" pitchFamily="18" charset="0"/>
                    <a:cs typeface="Times New Roman" panose="02020603050405020304" pitchFamily="18" charset="0"/>
                  </a:rPr>
                  <a:t>=300𝑚</a:t>
                </a:r>
              </a:p>
              <a:p>
                <a:pPr algn="just"/>
                <a:endParaRPr lang="en-US" sz="2000" b="0" i="0" dirty="0">
                  <a:effectLst/>
                  <a:highlight>
                    <a:srgbClr val="FFFFFF"/>
                  </a:highlight>
                  <a:latin typeface="Times New Roman" panose="02020603050405020304" pitchFamily="18" charset="0"/>
                  <a:cs typeface="Times New Roman" panose="02020603050405020304" pitchFamily="18" charset="0"/>
                </a:endParaRPr>
              </a:p>
              <a:p>
                <a:pPr algn="just"/>
                <a:r>
                  <a:rPr lang="en-US" sz="2000" b="0" i="0" dirty="0">
                    <a:effectLst/>
                    <a:highlight>
                      <a:srgbClr val="FFFFFF"/>
                    </a:highlight>
                    <a:latin typeface="Times New Roman" panose="02020603050405020304" pitchFamily="18" charset="0"/>
                    <a:cs typeface="Times New Roman" panose="02020603050405020304" pitchFamily="18" charset="0"/>
                  </a:rPr>
                  <a:t>This is much more doable, and this example clearly shows how hugely the modulation process enables communication systems.</a:t>
                </a:r>
              </a:p>
              <a:p>
                <a:pPr algn="just"/>
                <a:endParaRPr lang="en-US" sz="2000" b="0" i="0" dirty="0">
                  <a:effectLst/>
                  <a:highlight>
                    <a:srgbClr val="FFFFFF"/>
                  </a:highlight>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D910F851-96C2-F218-54F7-3E534F4B8016}"/>
                  </a:ext>
                </a:extLst>
              </p:cNvPr>
              <p:cNvSpPr txBox="1">
                <a:spLocks noRot="1" noChangeAspect="1" noMove="1" noResize="1" noEditPoints="1" noAdjustHandles="1" noChangeArrowheads="1" noChangeShapeType="1" noTextEdit="1"/>
              </p:cNvSpPr>
              <p:nvPr/>
            </p:nvSpPr>
            <p:spPr>
              <a:xfrm>
                <a:off x="419100" y="522515"/>
                <a:ext cx="11353800" cy="6247864"/>
              </a:xfrm>
              <a:prstGeom prst="rect">
                <a:avLst/>
              </a:prstGeom>
              <a:blipFill>
                <a:blip r:embed="rId2"/>
                <a:stretch>
                  <a:fillRect l="-536" t="-487" r="-1073"/>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2641582D-ED06-1CA9-0176-BBD7C5B5C2F0}"/>
              </a:ext>
            </a:extLst>
          </p:cNvPr>
          <p:cNvSpPr txBox="1"/>
          <p:nvPr/>
        </p:nvSpPr>
        <p:spPr>
          <a:xfrm>
            <a:off x="3325586" y="392"/>
            <a:ext cx="6150428" cy="40011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i="0" dirty="0">
                <a:effectLst/>
                <a:highlight>
                  <a:srgbClr val="FFFFFF"/>
                </a:highlight>
                <a:latin typeface="Times New Roman" panose="02020603050405020304" pitchFamily="18" charset="0"/>
                <a:cs typeface="Times New Roman" panose="02020603050405020304" pitchFamily="18" charset="0"/>
              </a:rPr>
              <a:t>What is the Need for Modulation?</a:t>
            </a:r>
          </a:p>
        </p:txBody>
      </p:sp>
    </p:spTree>
    <p:extLst>
      <p:ext uri="{BB962C8B-B14F-4D97-AF65-F5344CB8AC3E}">
        <p14:creationId xmlns:p14="http://schemas.microsoft.com/office/powerpoint/2010/main" val="770315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F69427-1D00-CA46-9CAD-397F615E97DD}"/>
              </a:ext>
            </a:extLst>
          </p:cNvPr>
          <p:cNvSpPr txBox="1"/>
          <p:nvPr/>
        </p:nvSpPr>
        <p:spPr>
          <a:xfrm>
            <a:off x="936169" y="826684"/>
            <a:ext cx="10210802" cy="37856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2000" b="1" i="0" dirty="0">
                <a:effectLst/>
                <a:highlight>
                  <a:srgbClr val="FFFFFF"/>
                </a:highlight>
                <a:latin typeface="Times New Roman" panose="02020603050405020304" pitchFamily="18" charset="0"/>
                <a:cs typeface="Times New Roman" panose="02020603050405020304" pitchFamily="18" charset="0"/>
              </a:rPr>
              <a:t>2. Interference from Other Signals</a:t>
            </a:r>
          </a:p>
          <a:p>
            <a:pPr algn="just"/>
            <a:r>
              <a:rPr lang="en-US" sz="2000" b="0" i="0" dirty="0">
                <a:effectLst/>
                <a:highlight>
                  <a:srgbClr val="FFFFFF"/>
                </a:highlight>
                <a:latin typeface="Times New Roman" panose="02020603050405020304" pitchFamily="18" charset="0"/>
                <a:cs typeface="Times New Roman" panose="02020603050405020304" pitchFamily="18" charset="0"/>
              </a:rPr>
              <a:t>By using modulation to transmit the signals through space to long distances, we have removed the need for wires in communication systems. The technique of modulation helped humans to become wireless. </a:t>
            </a:r>
          </a:p>
          <a:p>
            <a:pPr algn="just"/>
            <a:endParaRPr lang="en-US" sz="2000" b="0" i="0" dirty="0">
              <a:effectLst/>
              <a:highlight>
                <a:srgbClr val="FFFFFF"/>
              </a:highlight>
              <a:latin typeface="Times New Roman" panose="02020603050405020304" pitchFamily="18" charset="0"/>
              <a:cs typeface="Times New Roman" panose="02020603050405020304" pitchFamily="18" charset="0"/>
            </a:endParaRPr>
          </a:p>
          <a:p>
            <a:pPr algn="just"/>
            <a:r>
              <a:rPr lang="en-US" sz="2000" b="0" i="0" dirty="0">
                <a:effectLst/>
                <a:highlight>
                  <a:srgbClr val="FFFFFF"/>
                </a:highlight>
                <a:latin typeface="Times New Roman" panose="02020603050405020304" pitchFamily="18" charset="0"/>
                <a:cs typeface="Times New Roman" panose="02020603050405020304" pitchFamily="18" charset="0"/>
              </a:rPr>
              <a:t>Suppose you transmit the baseband signal to a receiver, say, your friend’s phone. Just like you, there will be thousands of people in the city using their cell phones. There is no way to tell such signals apart, and they will interfere with each other leading to a lot of noise in the system and a very bad output.</a:t>
            </a:r>
          </a:p>
          <a:p>
            <a:pPr algn="just"/>
            <a:endParaRPr lang="en-US" sz="2000" dirty="0">
              <a:highlight>
                <a:srgbClr val="FFFFFF"/>
              </a:highlight>
              <a:latin typeface="Times New Roman" panose="02020603050405020304" pitchFamily="18" charset="0"/>
              <a:cs typeface="Times New Roman" panose="02020603050405020304" pitchFamily="18" charset="0"/>
            </a:endParaRPr>
          </a:p>
          <a:p>
            <a:pPr algn="just"/>
            <a:r>
              <a:rPr lang="en-US" sz="2000" dirty="0">
                <a:highlight>
                  <a:srgbClr val="FFFFFF"/>
                </a:highlight>
                <a:latin typeface="Times New Roman" panose="02020603050405020304" pitchFamily="18" charset="0"/>
                <a:cs typeface="Times New Roman" panose="02020603050405020304" pitchFamily="18" charset="0"/>
              </a:rPr>
              <a:t>B</a:t>
            </a:r>
            <a:r>
              <a:rPr lang="en-US" sz="2000" b="0" i="0" dirty="0">
                <a:effectLst/>
                <a:highlight>
                  <a:srgbClr val="FFFFFF"/>
                </a:highlight>
                <a:latin typeface="Times New Roman" panose="02020603050405020304" pitchFamily="18" charset="0"/>
                <a:cs typeface="Times New Roman" panose="02020603050405020304" pitchFamily="18" charset="0"/>
              </a:rPr>
              <a:t>y using a carrier wave of high frequencies and allotting a band of frequencies to each message, there is </a:t>
            </a:r>
            <a:r>
              <a:rPr lang="en-US" sz="2000" dirty="0">
                <a:highlight>
                  <a:srgbClr val="FFFFFF"/>
                </a:highlight>
                <a:latin typeface="Times New Roman" panose="02020603050405020304" pitchFamily="18" charset="0"/>
                <a:cs typeface="Times New Roman" panose="02020603050405020304" pitchFamily="18" charset="0"/>
              </a:rPr>
              <a:t>less</a:t>
            </a:r>
            <a:r>
              <a:rPr lang="en-US" sz="2000" b="0" i="0" dirty="0">
                <a:effectLst/>
                <a:highlight>
                  <a:srgbClr val="FFFFFF"/>
                </a:highlight>
                <a:latin typeface="Times New Roman" panose="02020603050405020304" pitchFamily="18" charset="0"/>
                <a:cs typeface="Times New Roman" panose="02020603050405020304" pitchFamily="18" charset="0"/>
              </a:rPr>
              <a:t> mixing up of signals, and the received signals are perfect.</a:t>
            </a:r>
          </a:p>
        </p:txBody>
      </p:sp>
      <p:sp>
        <p:nvSpPr>
          <p:cNvPr id="4" name="TextBox 3">
            <a:extLst>
              <a:ext uri="{FF2B5EF4-FFF2-40B4-BE49-F238E27FC236}">
                <a16:creationId xmlns:a16="http://schemas.microsoft.com/office/drawing/2014/main" id="{F82C556B-840A-7BFB-4E2D-F848D6B50AE6}"/>
              </a:ext>
            </a:extLst>
          </p:cNvPr>
          <p:cNvSpPr txBox="1"/>
          <p:nvPr/>
        </p:nvSpPr>
        <p:spPr>
          <a:xfrm>
            <a:off x="2966356" y="242498"/>
            <a:ext cx="6150428" cy="40011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000" b="1" i="0" dirty="0">
                <a:effectLst/>
                <a:highlight>
                  <a:srgbClr val="FFFFFF"/>
                </a:highlight>
                <a:latin typeface="Times New Roman" panose="02020603050405020304" pitchFamily="18" charset="0"/>
                <a:cs typeface="Times New Roman" panose="02020603050405020304" pitchFamily="18" charset="0"/>
              </a:rPr>
              <a:t>What is the Need for Modulation?</a:t>
            </a:r>
          </a:p>
        </p:txBody>
      </p:sp>
      <p:sp>
        <p:nvSpPr>
          <p:cNvPr id="6" name="TextBox 5">
            <a:extLst>
              <a:ext uri="{FF2B5EF4-FFF2-40B4-BE49-F238E27FC236}">
                <a16:creationId xmlns:a16="http://schemas.microsoft.com/office/drawing/2014/main" id="{09A0817C-18B0-E2DC-A47D-5D04EA564263}"/>
              </a:ext>
            </a:extLst>
          </p:cNvPr>
          <p:cNvSpPr txBox="1"/>
          <p:nvPr/>
        </p:nvSpPr>
        <p:spPr>
          <a:xfrm>
            <a:off x="745435" y="4939747"/>
            <a:ext cx="10793895" cy="101566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2000" b="1" i="1" dirty="0">
                <a:effectLst/>
                <a:highlight>
                  <a:srgbClr val="FFFFFF"/>
                </a:highlight>
                <a:latin typeface="Times New Roman" panose="02020603050405020304" pitchFamily="18" charset="0"/>
                <a:cs typeface="Times New Roman" panose="02020603050405020304" pitchFamily="18" charset="0"/>
              </a:rPr>
              <a:t>We can understand the way we modulate the signals with a simple analogy. Try throwing a piece of paper, it won’t go far. Now, tie it to a stone and throw it again. The second method is obviously more efficient than the first one. This is exactly how we do modulation.</a:t>
            </a:r>
            <a:endParaRPr lang="en-IN" sz="2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9336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A70BD9-6814-4110-F5DA-EA0331FD81B0}"/>
              </a:ext>
            </a:extLst>
          </p:cNvPr>
          <p:cNvSpPr txBox="1"/>
          <p:nvPr/>
        </p:nvSpPr>
        <p:spPr>
          <a:xfrm>
            <a:off x="500505" y="222461"/>
            <a:ext cx="10638079" cy="62263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fontAlgn="base">
              <a:lnSpc>
                <a:spcPct val="150000"/>
              </a:lnSpc>
              <a:spcBef>
                <a:spcPts val="200"/>
              </a:spcBef>
              <a:spcAft>
                <a:spcPts val="900"/>
              </a:spcAft>
            </a:pPr>
            <a:r>
              <a:rPr lang="en-US"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3</a:t>
            </a:r>
            <a:r>
              <a:rPr lang="en-U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Increase the Range of Communication</a:t>
            </a:r>
            <a:endParaRPr lang="en-IN" b="1" dirty="0">
              <a:solidFill>
                <a:srgbClr val="1F4D78"/>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gn="just" fontAlgn="base">
              <a:lnSpc>
                <a:spcPct val="150000"/>
              </a:lnSpc>
              <a:spcAft>
                <a:spcPts val="1500"/>
              </a:spcAft>
            </a:pPr>
            <a:r>
              <a:rPr lang="en-IN" dirty="0">
                <a:solidFill>
                  <a:srgbClr val="000000"/>
                </a:solidFill>
                <a:effectLst/>
                <a:latin typeface="Times New Roman" panose="02020603050405020304" pitchFamily="18" charset="0"/>
                <a:ea typeface="Times New Roman" panose="02020603050405020304" pitchFamily="18" charset="0"/>
              </a:rPr>
              <a:t>The frequency of baseband signal is low, and the low frequency signals cannot travel long distance when they are transmitted. They get heavily attenuated. The attenuation reduces with increase in frequency of the transmitted signal, and they travel longer distance. The modulation process increases the frequency of the signal to be transmitted. Therefore, it increases the range of communication.</a:t>
            </a:r>
            <a:endParaRPr lang="en-IN" dirty="0">
              <a:effectLst/>
              <a:latin typeface="Times New Roman" panose="02020603050405020304" pitchFamily="18" charset="0"/>
              <a:ea typeface="Times New Roman" panose="02020603050405020304" pitchFamily="18" charset="0"/>
            </a:endParaRPr>
          </a:p>
          <a:p>
            <a:pPr algn="just" fontAlgn="base">
              <a:lnSpc>
                <a:spcPct val="150000"/>
              </a:lnSpc>
              <a:spcBef>
                <a:spcPts val="200"/>
              </a:spcBef>
              <a:spcAft>
                <a:spcPts val="900"/>
              </a:spcAft>
            </a:pPr>
            <a:r>
              <a:rPr lang="en-U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Multiplexing is possible</a:t>
            </a:r>
            <a:endParaRPr lang="en-IN" b="1" dirty="0">
              <a:solidFill>
                <a:srgbClr val="1F4D78"/>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gn="just" fontAlgn="base">
              <a:lnSpc>
                <a:spcPct val="150000"/>
              </a:lnSpc>
              <a:spcAft>
                <a:spcPts val="1500"/>
              </a:spcAft>
            </a:pPr>
            <a:r>
              <a:rPr lang="en-IN" dirty="0">
                <a:solidFill>
                  <a:srgbClr val="000000"/>
                </a:solidFill>
                <a:effectLst/>
                <a:latin typeface="Times New Roman" panose="02020603050405020304" pitchFamily="18" charset="0"/>
                <a:ea typeface="Times New Roman" panose="02020603050405020304" pitchFamily="18" charset="0"/>
              </a:rPr>
              <a:t>Multiplexing is a process in which two or more signals can be transmitted over the same communication channel simultaneously. This is possible only with modulation. The multiplexing allows the same channel to be used by many signals. Hence, many TV channels can use the same frequency range, without getting mixed with each other or different frequency signals can be transmitted at the same time.</a:t>
            </a:r>
            <a:endParaRPr lang="en-IN" dirty="0">
              <a:effectLst/>
              <a:latin typeface="Times New Roman" panose="02020603050405020304" pitchFamily="18" charset="0"/>
              <a:ea typeface="Times New Roman" panose="02020603050405020304" pitchFamily="18" charset="0"/>
            </a:endParaRPr>
          </a:p>
          <a:p>
            <a:pPr algn="just" fontAlgn="base">
              <a:lnSpc>
                <a:spcPct val="150000"/>
              </a:lnSpc>
              <a:spcBef>
                <a:spcPts val="200"/>
              </a:spcBef>
              <a:spcAft>
                <a:spcPts val="900"/>
              </a:spcAft>
            </a:pPr>
            <a:r>
              <a:rPr lang="en-U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Improves Quality of Reception</a:t>
            </a:r>
            <a:endParaRPr lang="en-IN" b="1" dirty="0">
              <a:solidFill>
                <a:srgbClr val="1F4D78"/>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gn="just" fontAlgn="base">
              <a:lnSpc>
                <a:spcPct val="150000"/>
              </a:lnSpc>
              <a:spcAft>
                <a:spcPts val="1500"/>
              </a:spcAft>
            </a:pPr>
            <a:r>
              <a:rPr lang="en-IN" dirty="0">
                <a:solidFill>
                  <a:srgbClr val="000000"/>
                </a:solidFill>
                <a:effectLst/>
                <a:latin typeface="Times New Roman" panose="02020603050405020304" pitchFamily="18" charset="0"/>
                <a:ea typeface="Times New Roman" panose="02020603050405020304" pitchFamily="18" charset="0"/>
              </a:rPr>
              <a:t>With frequency modulation (FM) and the digital communication techniques such as PCM, the effect of noise is reduced to a great extent. This improves quality of reception.</a:t>
            </a:r>
            <a:endParaRPr lang="en-IN"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4779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AD067E83-286B-F020-94B8-33A4C396474A}"/>
              </a:ext>
            </a:extLst>
          </p:cNvPr>
          <p:cNvPicPr>
            <a:picLocks noChangeAspect="1"/>
          </p:cNvPicPr>
          <p:nvPr/>
        </p:nvPicPr>
        <p:blipFill>
          <a:blip r:embed="rId2"/>
          <a:stretch>
            <a:fillRect/>
          </a:stretch>
        </p:blipFill>
        <p:spPr>
          <a:xfrm>
            <a:off x="4140965" y="93651"/>
            <a:ext cx="3910070" cy="6670698"/>
          </a:xfrm>
          <a:prstGeom prst="rect">
            <a:avLst/>
          </a:prstGeom>
          <a:ln>
            <a:solidFill>
              <a:schemeClr val="tx1"/>
            </a:solidFill>
          </a:ln>
        </p:spPr>
      </p:pic>
      <p:sp>
        <p:nvSpPr>
          <p:cNvPr id="20" name="TextBox 19">
            <a:extLst>
              <a:ext uri="{FF2B5EF4-FFF2-40B4-BE49-F238E27FC236}">
                <a16:creationId xmlns:a16="http://schemas.microsoft.com/office/drawing/2014/main" id="{BEE9F1EA-2F07-4200-9DF6-422A6B96948A}"/>
              </a:ext>
            </a:extLst>
          </p:cNvPr>
          <p:cNvSpPr txBox="1"/>
          <p:nvPr/>
        </p:nvSpPr>
        <p:spPr>
          <a:xfrm>
            <a:off x="8587408" y="0"/>
            <a:ext cx="2256181" cy="7017306"/>
          </a:xfrm>
          <a:prstGeom prst="rect">
            <a:avLst/>
          </a:prstGeom>
          <a:noFill/>
          <a:ln>
            <a:solidFill>
              <a:schemeClr val="tx1"/>
            </a:solidFill>
          </a:ln>
        </p:spPr>
        <p:txBody>
          <a:bodyPr wrap="square" rtlCol="0">
            <a:spAutoFit/>
          </a:bodyPr>
          <a:lstStyle/>
          <a:p>
            <a:pPr algn="ctr"/>
            <a:endParaRPr lang="en-IN" dirty="0"/>
          </a:p>
          <a:p>
            <a:pPr algn="ctr"/>
            <a:endParaRPr lang="en-IN" dirty="0"/>
          </a:p>
          <a:p>
            <a:pPr algn="ctr"/>
            <a:r>
              <a:rPr lang="en-IN" dirty="0"/>
              <a:t>MSG SIGNAL</a:t>
            </a:r>
          </a:p>
          <a:p>
            <a:pPr algn="ctr"/>
            <a:endParaRPr lang="en-IN" dirty="0"/>
          </a:p>
          <a:p>
            <a:pPr algn="ctr"/>
            <a:endParaRPr lang="en-IN" dirty="0"/>
          </a:p>
          <a:p>
            <a:pPr algn="ctr"/>
            <a:endParaRPr lang="en-IN" dirty="0"/>
          </a:p>
          <a:p>
            <a:pPr algn="ctr"/>
            <a:endParaRPr lang="en-IN" dirty="0"/>
          </a:p>
          <a:p>
            <a:pPr algn="ctr"/>
            <a:r>
              <a:rPr lang="en-IN" dirty="0"/>
              <a:t>CARRIER SIGNAL</a:t>
            </a:r>
          </a:p>
          <a:p>
            <a:pPr algn="ctr"/>
            <a:endParaRPr lang="en-IN" dirty="0"/>
          </a:p>
          <a:p>
            <a:pPr algn="ctr"/>
            <a:endParaRPr lang="en-IN" dirty="0"/>
          </a:p>
          <a:p>
            <a:pPr algn="ctr"/>
            <a:endParaRPr lang="en-IN" dirty="0"/>
          </a:p>
          <a:p>
            <a:pPr algn="ctr"/>
            <a:endParaRPr lang="en-IN" dirty="0"/>
          </a:p>
          <a:p>
            <a:pPr algn="ctr"/>
            <a:r>
              <a:rPr lang="en-IN" dirty="0"/>
              <a:t>AM SIGNAL</a:t>
            </a:r>
          </a:p>
          <a:p>
            <a:pPr algn="ctr"/>
            <a:endParaRPr lang="en-IN" dirty="0"/>
          </a:p>
          <a:p>
            <a:pPr algn="ctr"/>
            <a:endParaRPr lang="en-IN" dirty="0"/>
          </a:p>
          <a:p>
            <a:pPr algn="ctr"/>
            <a:endParaRPr lang="en-IN" dirty="0"/>
          </a:p>
          <a:p>
            <a:pPr algn="ctr"/>
            <a:endParaRPr lang="en-IN" dirty="0"/>
          </a:p>
          <a:p>
            <a:pPr algn="ctr"/>
            <a:r>
              <a:rPr lang="en-IN" dirty="0"/>
              <a:t>FM SIGNAL</a:t>
            </a:r>
          </a:p>
          <a:p>
            <a:pPr algn="ctr"/>
            <a:endParaRPr lang="en-IN" dirty="0"/>
          </a:p>
          <a:p>
            <a:pPr algn="ctr"/>
            <a:endParaRPr lang="en-IN" dirty="0"/>
          </a:p>
          <a:p>
            <a:pPr algn="ctr"/>
            <a:endParaRPr lang="en-IN" dirty="0"/>
          </a:p>
          <a:p>
            <a:pPr algn="ctr"/>
            <a:endParaRPr lang="en-IN" dirty="0"/>
          </a:p>
          <a:p>
            <a:pPr algn="ctr"/>
            <a:r>
              <a:rPr lang="en-IN" dirty="0"/>
              <a:t>PM SIGNAL </a:t>
            </a:r>
          </a:p>
          <a:p>
            <a:pPr algn="ctr"/>
            <a:endParaRPr lang="en-IN" dirty="0"/>
          </a:p>
          <a:p>
            <a:pPr algn="ctr"/>
            <a:endParaRPr lang="en-IN" dirty="0"/>
          </a:p>
        </p:txBody>
      </p:sp>
    </p:spTree>
    <p:extLst>
      <p:ext uri="{BB962C8B-B14F-4D97-AF65-F5344CB8AC3E}">
        <p14:creationId xmlns:p14="http://schemas.microsoft.com/office/powerpoint/2010/main" val="1790809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0C1F4-1DEE-6A4E-3044-0A756478170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F9ABDF1-4254-7381-B3F1-46C4DE6F40BD}"/>
              </a:ext>
            </a:extLst>
          </p:cNvPr>
          <p:cNvSpPr txBox="1"/>
          <p:nvPr/>
        </p:nvSpPr>
        <p:spPr>
          <a:xfrm>
            <a:off x="3047308" y="633261"/>
            <a:ext cx="6097384" cy="40011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2000" b="1" dirty="0">
                <a:effectLst/>
                <a:latin typeface="Times New Roman" panose="02020603050405020304" pitchFamily="18" charset="0"/>
                <a:ea typeface="Times New Roman" panose="02020603050405020304" pitchFamily="18" charset="0"/>
              </a:rPr>
              <a:t>Different generation of Cellular Communication</a:t>
            </a:r>
            <a:endParaRPr lang="en-IN" sz="2000" dirty="0"/>
          </a:p>
        </p:txBody>
      </p:sp>
      <p:graphicFrame>
        <p:nvGraphicFramePr>
          <p:cNvPr id="2" name="Diagram 1">
            <a:extLst>
              <a:ext uri="{FF2B5EF4-FFF2-40B4-BE49-F238E27FC236}">
                <a16:creationId xmlns:a16="http://schemas.microsoft.com/office/drawing/2014/main" id="{C5FF4F99-D715-646E-C2B5-781470B67544}"/>
              </a:ext>
            </a:extLst>
          </p:cNvPr>
          <p:cNvGraphicFramePr/>
          <p:nvPr/>
        </p:nvGraphicFramePr>
        <p:xfrm>
          <a:off x="1124124" y="1384184"/>
          <a:ext cx="10595295" cy="46558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6105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5G Technology - Features, Advantages, Disadvantages">
            <a:extLst>
              <a:ext uri="{FF2B5EF4-FFF2-40B4-BE49-F238E27FC236}">
                <a16:creationId xmlns:a16="http://schemas.microsoft.com/office/drawing/2014/main" id="{91C03849-1C29-3875-C344-A141706860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149" y="271697"/>
            <a:ext cx="11953702" cy="6314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3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13E9143-DCF3-D90C-CD81-66AFDADADCB9}"/>
              </a:ext>
            </a:extLst>
          </p:cNvPr>
          <p:cNvGraphicFramePr>
            <a:graphicFrameLocks noGrp="1"/>
          </p:cNvGraphicFramePr>
          <p:nvPr>
            <p:extLst>
              <p:ext uri="{D42A27DB-BD31-4B8C-83A1-F6EECF244321}">
                <p14:modId xmlns:p14="http://schemas.microsoft.com/office/powerpoint/2010/main" val="3300611765"/>
              </p:ext>
            </p:extLst>
          </p:nvPr>
        </p:nvGraphicFramePr>
        <p:xfrm>
          <a:off x="865238" y="550606"/>
          <a:ext cx="10488561" cy="4730845"/>
        </p:xfrm>
        <a:graphic>
          <a:graphicData uri="http://schemas.openxmlformats.org/drawingml/2006/table">
            <a:tbl>
              <a:tblPr>
                <a:tableStyleId>{69CF1AB2-1976-4502-BF36-3FF5EA218861}</a:tableStyleId>
              </a:tblPr>
              <a:tblGrid>
                <a:gridCol w="3496187">
                  <a:extLst>
                    <a:ext uri="{9D8B030D-6E8A-4147-A177-3AD203B41FA5}">
                      <a16:colId xmlns:a16="http://schemas.microsoft.com/office/drawing/2014/main" val="2758064112"/>
                    </a:ext>
                  </a:extLst>
                </a:gridCol>
                <a:gridCol w="3496187">
                  <a:extLst>
                    <a:ext uri="{9D8B030D-6E8A-4147-A177-3AD203B41FA5}">
                      <a16:colId xmlns:a16="http://schemas.microsoft.com/office/drawing/2014/main" val="1903815509"/>
                    </a:ext>
                  </a:extLst>
                </a:gridCol>
                <a:gridCol w="3496187">
                  <a:extLst>
                    <a:ext uri="{9D8B030D-6E8A-4147-A177-3AD203B41FA5}">
                      <a16:colId xmlns:a16="http://schemas.microsoft.com/office/drawing/2014/main" val="1845532147"/>
                    </a:ext>
                  </a:extLst>
                </a:gridCol>
              </a:tblGrid>
              <a:tr h="675835">
                <a:tc>
                  <a:txBody>
                    <a:bodyPr/>
                    <a:lstStyle/>
                    <a:p>
                      <a:pPr>
                        <a:buNone/>
                      </a:pPr>
                      <a:r>
                        <a:rPr lang="en-IN"/>
                        <a:t>Feature</a:t>
                      </a:r>
                    </a:p>
                  </a:txBody>
                  <a:tcPr anchor="ctr"/>
                </a:tc>
                <a:tc>
                  <a:txBody>
                    <a:bodyPr/>
                    <a:lstStyle/>
                    <a:p>
                      <a:pPr>
                        <a:buNone/>
                      </a:pPr>
                      <a:r>
                        <a:rPr lang="en-IN"/>
                        <a:t>5G</a:t>
                      </a:r>
                    </a:p>
                  </a:txBody>
                  <a:tcPr anchor="ctr"/>
                </a:tc>
                <a:tc>
                  <a:txBody>
                    <a:bodyPr/>
                    <a:lstStyle/>
                    <a:p>
                      <a:pPr>
                        <a:buNone/>
                      </a:pPr>
                      <a:r>
                        <a:rPr lang="en-IN"/>
                        <a:t>6G</a:t>
                      </a:r>
                    </a:p>
                  </a:txBody>
                  <a:tcPr anchor="ctr"/>
                </a:tc>
                <a:extLst>
                  <a:ext uri="{0D108BD9-81ED-4DB2-BD59-A6C34878D82A}">
                    <a16:rowId xmlns:a16="http://schemas.microsoft.com/office/drawing/2014/main" val="3101541401"/>
                  </a:ext>
                </a:extLst>
              </a:tr>
              <a:tr h="675835">
                <a:tc>
                  <a:txBody>
                    <a:bodyPr/>
                    <a:lstStyle/>
                    <a:p>
                      <a:pPr>
                        <a:buNone/>
                      </a:pPr>
                      <a:r>
                        <a:rPr lang="en-IN"/>
                        <a:t>Peak Data Rate</a:t>
                      </a:r>
                    </a:p>
                  </a:txBody>
                  <a:tcPr anchor="ctr"/>
                </a:tc>
                <a:tc>
                  <a:txBody>
                    <a:bodyPr/>
                    <a:lstStyle/>
                    <a:p>
                      <a:pPr>
                        <a:buNone/>
                      </a:pPr>
                      <a:r>
                        <a:rPr lang="en-IN"/>
                        <a:t>~10 Gbps</a:t>
                      </a:r>
                    </a:p>
                  </a:txBody>
                  <a:tcPr anchor="ctr"/>
                </a:tc>
                <a:tc>
                  <a:txBody>
                    <a:bodyPr/>
                    <a:lstStyle/>
                    <a:p>
                      <a:pPr>
                        <a:buNone/>
                      </a:pPr>
                      <a:r>
                        <a:rPr lang="en-IN"/>
                        <a:t>~1 Tbps</a:t>
                      </a:r>
                    </a:p>
                  </a:txBody>
                  <a:tcPr anchor="ctr"/>
                </a:tc>
                <a:extLst>
                  <a:ext uri="{0D108BD9-81ED-4DB2-BD59-A6C34878D82A}">
                    <a16:rowId xmlns:a16="http://schemas.microsoft.com/office/drawing/2014/main" val="3951033592"/>
                  </a:ext>
                </a:extLst>
              </a:tr>
              <a:tr h="675835">
                <a:tc>
                  <a:txBody>
                    <a:bodyPr/>
                    <a:lstStyle/>
                    <a:p>
                      <a:pPr>
                        <a:buNone/>
                      </a:pPr>
                      <a:r>
                        <a:rPr lang="en-IN"/>
                        <a:t>Latency</a:t>
                      </a:r>
                    </a:p>
                  </a:txBody>
                  <a:tcPr anchor="ctr"/>
                </a:tc>
                <a:tc>
                  <a:txBody>
                    <a:bodyPr/>
                    <a:lstStyle/>
                    <a:p>
                      <a:pPr>
                        <a:buNone/>
                      </a:pPr>
                      <a:r>
                        <a:rPr lang="en-IN"/>
                        <a:t>~1 ms</a:t>
                      </a:r>
                    </a:p>
                  </a:txBody>
                  <a:tcPr anchor="ctr"/>
                </a:tc>
                <a:tc>
                  <a:txBody>
                    <a:bodyPr/>
                    <a:lstStyle/>
                    <a:p>
                      <a:pPr>
                        <a:buNone/>
                      </a:pPr>
                      <a:r>
                        <a:rPr lang="en-IN"/>
                        <a:t>~0.1 ms</a:t>
                      </a:r>
                    </a:p>
                  </a:txBody>
                  <a:tcPr anchor="ctr"/>
                </a:tc>
                <a:extLst>
                  <a:ext uri="{0D108BD9-81ED-4DB2-BD59-A6C34878D82A}">
                    <a16:rowId xmlns:a16="http://schemas.microsoft.com/office/drawing/2014/main" val="1704950976"/>
                  </a:ext>
                </a:extLst>
              </a:tr>
              <a:tr h="675835">
                <a:tc>
                  <a:txBody>
                    <a:bodyPr/>
                    <a:lstStyle/>
                    <a:p>
                      <a:pPr>
                        <a:buNone/>
                      </a:pPr>
                      <a:r>
                        <a:rPr lang="en-IN"/>
                        <a:t>Spectrum</a:t>
                      </a:r>
                    </a:p>
                  </a:txBody>
                  <a:tcPr anchor="ctr"/>
                </a:tc>
                <a:tc>
                  <a:txBody>
                    <a:bodyPr/>
                    <a:lstStyle/>
                    <a:p>
                      <a:pPr>
                        <a:buNone/>
                      </a:pPr>
                      <a:r>
                        <a:rPr lang="en-IN"/>
                        <a:t>Sub-6 GHz, mmWave</a:t>
                      </a:r>
                    </a:p>
                  </a:txBody>
                  <a:tcPr anchor="ctr"/>
                </a:tc>
                <a:tc>
                  <a:txBody>
                    <a:bodyPr/>
                    <a:lstStyle/>
                    <a:p>
                      <a:pPr>
                        <a:buNone/>
                      </a:pPr>
                      <a:r>
                        <a:rPr lang="en-IN"/>
                        <a:t>Sub-6, mmWave, </a:t>
                      </a:r>
                      <a:r>
                        <a:rPr lang="en-IN" b="1"/>
                        <a:t>THz</a:t>
                      </a:r>
                      <a:endParaRPr lang="en-IN"/>
                    </a:p>
                  </a:txBody>
                  <a:tcPr anchor="ctr"/>
                </a:tc>
                <a:extLst>
                  <a:ext uri="{0D108BD9-81ED-4DB2-BD59-A6C34878D82A}">
                    <a16:rowId xmlns:a16="http://schemas.microsoft.com/office/drawing/2014/main" val="3880226237"/>
                  </a:ext>
                </a:extLst>
              </a:tr>
              <a:tr h="675835">
                <a:tc>
                  <a:txBody>
                    <a:bodyPr/>
                    <a:lstStyle/>
                    <a:p>
                      <a:pPr>
                        <a:buNone/>
                      </a:pPr>
                      <a:r>
                        <a:rPr lang="en-IN"/>
                        <a:t>Network Intelligence</a:t>
                      </a:r>
                    </a:p>
                  </a:txBody>
                  <a:tcPr anchor="ctr"/>
                </a:tc>
                <a:tc>
                  <a:txBody>
                    <a:bodyPr/>
                    <a:lstStyle/>
                    <a:p>
                      <a:pPr>
                        <a:buNone/>
                      </a:pPr>
                      <a:r>
                        <a:rPr lang="en-IN"/>
                        <a:t>Limited</a:t>
                      </a:r>
                    </a:p>
                  </a:txBody>
                  <a:tcPr anchor="ctr"/>
                </a:tc>
                <a:tc>
                  <a:txBody>
                    <a:bodyPr/>
                    <a:lstStyle/>
                    <a:p>
                      <a:pPr>
                        <a:buNone/>
                      </a:pPr>
                      <a:r>
                        <a:rPr lang="en-IN" b="1"/>
                        <a:t>AI-native</a:t>
                      </a:r>
                      <a:endParaRPr lang="en-IN"/>
                    </a:p>
                  </a:txBody>
                  <a:tcPr anchor="ctr"/>
                </a:tc>
                <a:extLst>
                  <a:ext uri="{0D108BD9-81ED-4DB2-BD59-A6C34878D82A}">
                    <a16:rowId xmlns:a16="http://schemas.microsoft.com/office/drawing/2014/main" val="1792186923"/>
                  </a:ext>
                </a:extLst>
              </a:tr>
              <a:tr h="675835">
                <a:tc>
                  <a:txBody>
                    <a:bodyPr/>
                    <a:lstStyle/>
                    <a:p>
                      <a:pPr>
                        <a:buNone/>
                      </a:pPr>
                      <a:r>
                        <a:rPr lang="en-IN"/>
                        <a:t>Coverage</a:t>
                      </a:r>
                    </a:p>
                  </a:txBody>
                  <a:tcPr anchor="ctr"/>
                </a:tc>
                <a:tc>
                  <a:txBody>
                    <a:bodyPr/>
                    <a:lstStyle/>
                    <a:p>
                      <a:pPr>
                        <a:buNone/>
                      </a:pPr>
                      <a:r>
                        <a:rPr lang="en-IN"/>
                        <a:t>Terrestrial</a:t>
                      </a:r>
                    </a:p>
                  </a:txBody>
                  <a:tcPr anchor="ctr"/>
                </a:tc>
                <a:tc>
                  <a:txBody>
                    <a:bodyPr/>
                    <a:lstStyle/>
                    <a:p>
                      <a:pPr>
                        <a:buNone/>
                      </a:pPr>
                      <a:r>
                        <a:rPr lang="en-IN"/>
                        <a:t>Terrestrial + Satellite</a:t>
                      </a:r>
                    </a:p>
                  </a:txBody>
                  <a:tcPr anchor="ctr"/>
                </a:tc>
                <a:extLst>
                  <a:ext uri="{0D108BD9-81ED-4DB2-BD59-A6C34878D82A}">
                    <a16:rowId xmlns:a16="http://schemas.microsoft.com/office/drawing/2014/main" val="3692951705"/>
                  </a:ext>
                </a:extLst>
              </a:tr>
              <a:tr h="675835">
                <a:tc>
                  <a:txBody>
                    <a:bodyPr/>
                    <a:lstStyle/>
                    <a:p>
                      <a:pPr>
                        <a:buNone/>
                      </a:pPr>
                      <a:r>
                        <a:rPr lang="en-IN"/>
                        <a:t>Applications</a:t>
                      </a:r>
                    </a:p>
                  </a:txBody>
                  <a:tcPr anchor="ctr"/>
                </a:tc>
                <a:tc>
                  <a:txBody>
                    <a:bodyPr/>
                    <a:lstStyle/>
                    <a:p>
                      <a:pPr>
                        <a:buNone/>
                      </a:pPr>
                      <a:r>
                        <a:rPr lang="en-IN"/>
                        <a:t>AR/VR, IoT</a:t>
                      </a:r>
                    </a:p>
                  </a:txBody>
                  <a:tcPr anchor="ctr"/>
                </a:tc>
                <a:tc>
                  <a:txBody>
                    <a:bodyPr/>
                    <a:lstStyle/>
                    <a:p>
                      <a:pPr>
                        <a:buNone/>
                      </a:pPr>
                      <a:r>
                        <a:rPr lang="en-IN" dirty="0"/>
                        <a:t>Holograms, BCI, digital twins</a:t>
                      </a:r>
                    </a:p>
                  </a:txBody>
                  <a:tcPr anchor="ctr"/>
                </a:tc>
                <a:extLst>
                  <a:ext uri="{0D108BD9-81ED-4DB2-BD59-A6C34878D82A}">
                    <a16:rowId xmlns:a16="http://schemas.microsoft.com/office/drawing/2014/main" val="908395447"/>
                  </a:ext>
                </a:extLst>
              </a:tr>
            </a:tbl>
          </a:graphicData>
        </a:graphic>
      </p:graphicFrame>
      <p:sp>
        <p:nvSpPr>
          <p:cNvPr id="3" name="Rectangle 1">
            <a:extLst>
              <a:ext uri="{FF2B5EF4-FFF2-40B4-BE49-F238E27FC236}">
                <a16:creationId xmlns:a16="http://schemas.microsoft.com/office/drawing/2014/main" id="{782430A4-D1C3-511F-F959-8728619042D7}"/>
              </a:ext>
            </a:extLst>
          </p:cNvPr>
          <p:cNvSpPr>
            <a:spLocks noChangeArrowheads="1"/>
          </p:cNvSpPr>
          <p:nvPr/>
        </p:nvSpPr>
        <p:spPr bwMode="auto">
          <a:xfrm>
            <a:off x="491612" y="601734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5G</a:t>
            </a:r>
            <a:r>
              <a:rPr kumimoji="0" lang="en-US" altLang="en-US" sz="1800" b="0" i="0" u="none" strike="noStrike" cap="none" normalizeH="0" baseline="0" dirty="0">
                <a:ln>
                  <a:noFill/>
                </a:ln>
                <a:solidFill>
                  <a:schemeClr val="tx1"/>
                </a:solidFill>
                <a:effectLst/>
                <a:latin typeface="Arial" panose="020B0604020202020204" pitchFamily="34" charset="0"/>
              </a:rPr>
              <a:t> focuses on speed, low latency, and massive IoT.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6G</a:t>
            </a:r>
            <a:r>
              <a:rPr kumimoji="0" lang="en-US" altLang="en-US" sz="1800" b="0" i="0" u="none" strike="noStrike" cap="none" normalizeH="0" baseline="0" dirty="0">
                <a:ln>
                  <a:noFill/>
                </a:ln>
                <a:solidFill>
                  <a:schemeClr val="tx1"/>
                </a:solidFill>
                <a:effectLst/>
                <a:latin typeface="Arial" panose="020B0604020202020204" pitchFamily="34" charset="0"/>
              </a:rPr>
              <a:t> will bring AI-driven, THz-based, ultra-fast networks capable of holography and global coverage.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Both technologies are essential for </a:t>
            </a:r>
            <a:r>
              <a:rPr kumimoji="0" lang="en-US" altLang="en-US" sz="1800" b="1" i="0" u="none" strike="noStrike" cap="none" normalizeH="0" baseline="0" dirty="0">
                <a:ln>
                  <a:noFill/>
                </a:ln>
                <a:solidFill>
                  <a:schemeClr val="tx1"/>
                </a:solidFill>
                <a:effectLst/>
                <a:latin typeface="Arial" panose="020B0604020202020204" pitchFamily="34" charset="0"/>
              </a:rPr>
              <a:t>smart cities, Industry 4.0, healthcare, and future communication systems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8797635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7C12ED-3CA5-AB5A-980C-10B5087B3171}"/>
              </a:ext>
            </a:extLst>
          </p:cNvPr>
          <p:cNvSpPr txBox="1"/>
          <p:nvPr/>
        </p:nvSpPr>
        <p:spPr>
          <a:xfrm>
            <a:off x="717755" y="548515"/>
            <a:ext cx="10913806" cy="2523768"/>
          </a:xfrm>
          <a:prstGeom prst="rect">
            <a:avLst/>
          </a:prstGeom>
          <a:noFill/>
        </p:spPr>
        <p:txBody>
          <a:bodyPr wrap="square">
            <a:spAutoFit/>
          </a:bodyPr>
          <a:lstStyle/>
          <a:p>
            <a:pPr algn="just"/>
            <a:r>
              <a:rPr lang="en-US" b="1" i="0" dirty="0">
                <a:solidFill>
                  <a:srgbClr val="273239"/>
                </a:solidFill>
                <a:effectLst/>
                <a:latin typeface="Times New Roman" panose="02020603050405020304" pitchFamily="18" charset="0"/>
                <a:cs typeface="Times New Roman" panose="02020603050405020304" pitchFamily="18" charset="0"/>
              </a:rPr>
              <a:t>Wireless Sensor Network (WSN)</a:t>
            </a:r>
            <a:r>
              <a:rPr lang="en-US" b="0" i="0" dirty="0">
                <a:solidFill>
                  <a:srgbClr val="273239"/>
                </a:solidFill>
                <a:effectLst/>
                <a:latin typeface="Times New Roman" panose="02020603050405020304" pitchFamily="18" charset="0"/>
                <a:cs typeface="Times New Roman" panose="02020603050405020304" pitchFamily="18" charset="0"/>
              </a:rPr>
              <a:t>, is an infrastructure-less wireless network that is deployed in a large number of wireless sensors in an ad-hoc manner that is used to monitor the system, physical, or environmental conditions. </a:t>
            </a:r>
          </a:p>
          <a:p>
            <a:pPr algn="just"/>
            <a:r>
              <a:rPr lang="en-US" dirty="0">
                <a:latin typeface="Times New Roman" panose="02020603050405020304" pitchFamily="18" charset="0"/>
                <a:cs typeface="Times New Roman" panose="02020603050405020304" pitchFamily="18" charset="0"/>
              </a:rPr>
              <a:t>WSN gathers local environment data via sensor nodes, acting as a subset or foundation for IoT, while IoT (Internet of Things) is the broader ecosystem connecting diverse devices (including WSNs) to the internet for large-scale data exchange, intelligent automation, and cloud-based actions, essentially making data actionable beyond local monitoring. </a:t>
            </a:r>
          </a:p>
          <a:p>
            <a:pPr algn="just"/>
            <a:endParaRPr lang="en-US" dirty="0">
              <a:latin typeface="Times New Roman" panose="02020603050405020304" pitchFamily="18" charset="0"/>
              <a:cs typeface="Times New Roman" panose="02020603050405020304" pitchFamily="18" charset="0"/>
            </a:endParaRPr>
          </a:p>
          <a:p>
            <a:pPr algn="just"/>
            <a:r>
              <a:rPr lang="en-US" sz="1600" i="1" dirty="0">
                <a:latin typeface="Times New Roman" panose="02020603050405020304" pitchFamily="18" charset="0"/>
                <a:cs typeface="Times New Roman" panose="02020603050405020304" pitchFamily="18" charset="0"/>
              </a:rPr>
              <a:t>The key difference: WSNs are about sensing and local communication; IoT is about internet connectivity, device interoperability, and cloud intelligence.</a:t>
            </a:r>
            <a:endParaRPr lang="en-IN" sz="1600" i="1" dirty="0">
              <a:latin typeface="Times New Roman" panose="02020603050405020304" pitchFamily="18" charset="0"/>
              <a:cs typeface="Times New Roman" panose="02020603050405020304" pitchFamily="18" charset="0"/>
            </a:endParaRPr>
          </a:p>
        </p:txBody>
      </p:sp>
      <p:pic>
        <p:nvPicPr>
          <p:cNvPr id="3074" name="Picture 2" descr="On Wireless Sensor Network Models: A Cross-Layer Systematic Review">
            <a:extLst>
              <a:ext uri="{FF2B5EF4-FFF2-40B4-BE49-F238E27FC236}">
                <a16:creationId xmlns:a16="http://schemas.microsoft.com/office/drawing/2014/main" id="{73682FF0-37B9-6392-3502-0779E3EE53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2374" y="3186050"/>
            <a:ext cx="8367252" cy="3317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4121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F38E60-2864-33C8-E094-DD86EEA07F94}"/>
              </a:ext>
            </a:extLst>
          </p:cNvPr>
          <p:cNvSpPr txBox="1"/>
          <p:nvPr/>
        </p:nvSpPr>
        <p:spPr>
          <a:xfrm>
            <a:off x="388374" y="235974"/>
            <a:ext cx="11415252" cy="2308324"/>
          </a:xfrm>
          <a:prstGeom prst="rect">
            <a:avLst/>
          </a:prstGeom>
          <a:noFill/>
        </p:spPr>
        <p:txBody>
          <a:bodyPr wrap="square">
            <a:spAutoFit/>
          </a:bodyPr>
          <a:lstStyle/>
          <a:p>
            <a:pPr algn="just"/>
            <a:endParaRPr lang="en-IN" dirty="0"/>
          </a:p>
          <a:p>
            <a:pPr algn="just"/>
            <a:r>
              <a:rPr lang="en-IN" dirty="0"/>
              <a:t> </a:t>
            </a:r>
            <a:r>
              <a:rPr lang="en-IN" b="1" dirty="0"/>
              <a:t>What is IoT Architecture? </a:t>
            </a:r>
          </a:p>
          <a:p>
            <a:pPr algn="just"/>
            <a:endParaRPr lang="en-IN" dirty="0"/>
          </a:p>
          <a:p>
            <a:pPr algn="just"/>
            <a:r>
              <a:rPr lang="en-US" dirty="0"/>
              <a:t>IoT architecture refers to the tangle of components such as sensors, actuators, cloud services, Protocols, and layers that make up IoT networking systems. In general, it is divided into layers that allow administrators to evaluate, monitor, and maintain the integrity of the system. The architecture of IoT is a four-step process through which data flows from devices connected to sensors, through a network, and then through the cloud for processing, analysis, and storage. With further development, the Internet of Things is poised to grow even further, providing users with new and improved experiences </a:t>
            </a:r>
            <a:endParaRPr lang="en-IN" dirty="0"/>
          </a:p>
        </p:txBody>
      </p:sp>
      <p:pic>
        <p:nvPicPr>
          <p:cNvPr id="5" name="Picture 4">
            <a:extLst>
              <a:ext uri="{FF2B5EF4-FFF2-40B4-BE49-F238E27FC236}">
                <a16:creationId xmlns:a16="http://schemas.microsoft.com/office/drawing/2014/main" id="{90E31BDA-C4E6-ED6A-8EDA-8FA9199ED4DC}"/>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tretch>
            <a:fillRect/>
          </a:stretch>
        </p:blipFill>
        <p:spPr>
          <a:xfrm>
            <a:off x="2227613" y="2920769"/>
            <a:ext cx="7373022" cy="3701257"/>
          </a:xfrm>
          <a:prstGeom prst="rect">
            <a:avLst/>
          </a:prstGeom>
        </p:spPr>
      </p:pic>
    </p:spTree>
    <p:extLst>
      <p:ext uri="{BB962C8B-B14F-4D97-AF65-F5344CB8AC3E}">
        <p14:creationId xmlns:p14="http://schemas.microsoft.com/office/powerpoint/2010/main" val="41941019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A74079-A4CA-F3A0-84A5-BD389ED503E5}"/>
              </a:ext>
            </a:extLst>
          </p:cNvPr>
          <p:cNvSpPr>
            <a:spLocks noChangeArrowheads="1"/>
          </p:cNvSpPr>
          <p:nvPr/>
        </p:nvSpPr>
        <p:spPr bwMode="auto">
          <a:xfrm>
            <a:off x="560439" y="1055816"/>
            <a:ext cx="11248103" cy="340087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A0A0A"/>
                </a:solidFill>
                <a:effectLst/>
                <a:latin typeface="Google Sans"/>
              </a:rPr>
              <a:t>An IoT system typically layers:</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AutoNum type="arabicPeriod"/>
              <a:tabLst/>
            </a:pPr>
            <a:r>
              <a:rPr lang="en-US" altLang="en-US" b="1" dirty="0">
                <a:solidFill>
                  <a:srgbClr val="0A0A0A"/>
                </a:solidFill>
                <a:latin typeface="Google Sans"/>
              </a:rPr>
              <a:t>Perception Layer/ Sensing layer </a:t>
            </a:r>
            <a:r>
              <a:rPr kumimoji="0" lang="en-US" altLang="en-US" b="1" i="0" u="none" strike="noStrike" cap="none" normalizeH="0" baseline="0" dirty="0">
                <a:ln>
                  <a:noFill/>
                </a:ln>
                <a:solidFill>
                  <a:srgbClr val="0A0A0A"/>
                </a:solidFill>
                <a:effectLst/>
                <a:latin typeface="Google Sans"/>
              </a:rPr>
              <a:t> (Devices):</a:t>
            </a:r>
            <a:r>
              <a:rPr kumimoji="0" lang="en-US" altLang="en-US" b="0" i="0" u="none" strike="noStrike" cap="none" normalizeH="0" baseline="0" dirty="0">
                <a:ln>
                  <a:noFill/>
                </a:ln>
                <a:solidFill>
                  <a:srgbClr val="0A0A0A"/>
                </a:solidFill>
                <a:effectLst/>
                <a:latin typeface="Google Sans"/>
              </a:rPr>
              <a:t> Physical devices (sensors, actuators, smart objects) collecting or acting on data.</a:t>
            </a:r>
          </a:p>
          <a:p>
            <a:pPr marL="0" marR="0" lvl="0" indent="0" defTabSz="914400" rtl="0" eaLnBrk="0" fontAlgn="base" latinLnBrk="0" hangingPunct="0">
              <a:lnSpc>
                <a:spcPct val="100000"/>
              </a:lnSpc>
              <a:spcBef>
                <a:spcPct val="0"/>
              </a:spcBef>
              <a:spcAft>
                <a:spcPct val="0"/>
              </a:spcAft>
              <a:buClrTx/>
              <a:buSzTx/>
              <a:buFontTx/>
              <a:buAutoNum type="arabicPeriod" startAt="2"/>
              <a:tabLst/>
            </a:pPr>
            <a:r>
              <a:rPr lang="en-US" altLang="en-US" b="1" dirty="0">
                <a:solidFill>
                  <a:srgbClr val="0A0A0A"/>
                </a:solidFill>
                <a:latin typeface="Google Sans"/>
              </a:rPr>
              <a:t>Network Layer</a:t>
            </a:r>
            <a:r>
              <a:rPr kumimoji="0" lang="en-US" altLang="en-US" b="1" i="0" u="none" strike="noStrike" cap="none" normalizeH="0" baseline="0" dirty="0">
                <a:ln>
                  <a:noFill/>
                </a:ln>
                <a:solidFill>
                  <a:srgbClr val="0A0A0A"/>
                </a:solidFill>
                <a:effectLst/>
                <a:latin typeface="Google Sans"/>
              </a:rPr>
              <a:t> (Connectivity):</a:t>
            </a:r>
            <a:r>
              <a:rPr kumimoji="0" lang="en-US" altLang="en-US" b="0" i="0" u="none" strike="noStrike" cap="none" normalizeH="0" baseline="0" dirty="0">
                <a:ln>
                  <a:noFill/>
                </a:ln>
                <a:solidFill>
                  <a:srgbClr val="0A0A0A"/>
                </a:solidFill>
                <a:effectLst/>
                <a:latin typeface="Google Sans"/>
              </a:rPr>
              <a:t> Gateways and communication protocols (Wi-Fi, Zigbee, Cellular) connecting devices to the internet.</a:t>
            </a:r>
          </a:p>
          <a:p>
            <a:pPr marL="0" marR="0" lvl="0" indent="0" defTabSz="914400" rtl="0" eaLnBrk="0" fontAlgn="base" latinLnBrk="0" hangingPunct="0">
              <a:lnSpc>
                <a:spcPct val="100000"/>
              </a:lnSpc>
              <a:spcBef>
                <a:spcPct val="0"/>
              </a:spcBef>
              <a:spcAft>
                <a:spcPct val="0"/>
              </a:spcAft>
              <a:buClrTx/>
              <a:buSzTx/>
              <a:buFontTx/>
              <a:buAutoNum type="arabicPeriod" startAt="3"/>
              <a:tabLst/>
            </a:pPr>
            <a:r>
              <a:rPr lang="en-US" altLang="en-US" b="1" dirty="0">
                <a:solidFill>
                  <a:srgbClr val="0A0A0A"/>
                </a:solidFill>
                <a:latin typeface="Google Sans"/>
              </a:rPr>
              <a:t>Data Processing Layer</a:t>
            </a:r>
            <a:r>
              <a:rPr kumimoji="0" lang="en-US" altLang="en-US" b="1" i="0" u="none" strike="noStrike" cap="none" normalizeH="0" baseline="0" dirty="0">
                <a:ln>
                  <a:noFill/>
                </a:ln>
                <a:solidFill>
                  <a:srgbClr val="0A0A0A"/>
                </a:solidFill>
                <a:effectLst/>
                <a:latin typeface="Google Sans"/>
              </a:rPr>
              <a:t> (Cloud/Edge):</a:t>
            </a:r>
            <a:r>
              <a:rPr kumimoji="0" lang="en-US" altLang="en-US" b="0" i="0" u="none" strike="noStrike" cap="none" normalizeH="0" baseline="0" dirty="0">
                <a:ln>
                  <a:noFill/>
                </a:ln>
                <a:solidFill>
                  <a:srgbClr val="0A0A0A"/>
                </a:solidFill>
                <a:effectLst/>
                <a:latin typeface="Google Sans"/>
              </a:rPr>
              <a:t> Servers, cloud platforms, and apps for data storage, analysis, and user interaction. </a:t>
            </a:r>
          </a:p>
          <a:p>
            <a:pPr marL="0" marR="0" lvl="0" indent="0"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a:ln>
                  <a:noFill/>
                </a:ln>
                <a:solidFill>
                  <a:srgbClr val="0A0A0A"/>
                </a:solidFill>
                <a:effectLst/>
                <a:latin typeface="Google Sans"/>
              </a:rPr>
              <a:t>Application Layer: </a:t>
            </a:r>
            <a:r>
              <a:rPr kumimoji="0" lang="en-US" altLang="en-US" b="0" i="0" u="none" strike="noStrike" cap="none" normalizeH="0" baseline="0" dirty="0">
                <a:ln>
                  <a:noFill/>
                </a:ln>
                <a:solidFill>
                  <a:srgbClr val="0A0A0A"/>
                </a:solidFill>
                <a:effectLst/>
                <a:latin typeface="Google Sans"/>
              </a:rPr>
              <a:t>This top-most layer interacts directly with end users and business systems. Provides interfaces to monitor and control IoT devices remotely. Displays visual analytics through dashboards and charts. Triggers automated actions based on processed insights</a:t>
            </a:r>
          </a:p>
          <a:p>
            <a:pPr marL="0" marR="0" lvl="0" indent="0" defTabSz="914400" rtl="0" eaLnBrk="0" fontAlgn="base" latinLnBrk="0" hangingPunct="0">
              <a:lnSpc>
                <a:spcPct val="100000"/>
              </a:lnSpc>
              <a:spcBef>
                <a:spcPct val="0"/>
              </a:spcBef>
              <a:spcAft>
                <a:spcPct val="0"/>
              </a:spcAft>
              <a:buClrTx/>
              <a:buSzTx/>
              <a:buFontTx/>
              <a:buAutoNum type="arabicPeriod" startAt="3"/>
              <a:tabLst/>
            </a:pPr>
            <a:endParaRPr kumimoji="0" lang="en-US" altLang="en-US" b="0" i="0" u="none" strike="noStrike" cap="none" normalizeH="0" baseline="0" dirty="0">
              <a:ln>
                <a:noFill/>
              </a:ln>
              <a:solidFill>
                <a:srgbClr val="0A0A0A"/>
              </a:solidFill>
              <a:effectLst/>
              <a:latin typeface="Google Sans"/>
            </a:endParaRPr>
          </a:p>
        </p:txBody>
      </p:sp>
      <p:sp>
        <p:nvSpPr>
          <p:cNvPr id="4" name="TextBox 3">
            <a:extLst>
              <a:ext uri="{FF2B5EF4-FFF2-40B4-BE49-F238E27FC236}">
                <a16:creationId xmlns:a16="http://schemas.microsoft.com/office/drawing/2014/main" id="{8896221D-BF3E-589F-8296-BEA4025C1F33}"/>
              </a:ext>
            </a:extLst>
          </p:cNvPr>
          <p:cNvSpPr txBox="1"/>
          <p:nvPr/>
        </p:nvSpPr>
        <p:spPr>
          <a:xfrm>
            <a:off x="3372464" y="287282"/>
            <a:ext cx="6096000"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1D35"/>
                </a:solidFill>
                <a:effectLst/>
                <a:latin typeface="Google Sans"/>
              </a:rPr>
              <a:t>IoT Architecture </a:t>
            </a:r>
            <a:endParaRPr kumimoji="0" lang="en-US" altLang="en-US" sz="1000" b="0" i="0" u="none" strike="noStrike" cap="none" normalizeH="0" baseline="0" dirty="0">
              <a:ln>
                <a:noFill/>
              </a:ln>
              <a:solidFill>
                <a:schemeClr val="tx1"/>
              </a:solidFill>
              <a:effectLst/>
            </a:endParaRPr>
          </a:p>
        </p:txBody>
      </p:sp>
      <p:sp>
        <p:nvSpPr>
          <p:cNvPr id="6" name="TextBox 5">
            <a:extLst>
              <a:ext uri="{FF2B5EF4-FFF2-40B4-BE49-F238E27FC236}">
                <a16:creationId xmlns:a16="http://schemas.microsoft.com/office/drawing/2014/main" id="{3AB29216-AFDB-B39C-9AAF-543CE9098714}"/>
              </a:ext>
            </a:extLst>
          </p:cNvPr>
          <p:cNvSpPr txBox="1"/>
          <p:nvPr/>
        </p:nvSpPr>
        <p:spPr>
          <a:xfrm>
            <a:off x="471948" y="4456686"/>
            <a:ext cx="10874477" cy="1844719"/>
          </a:xfrm>
          <a:prstGeom prst="rect">
            <a:avLst/>
          </a:prstGeom>
          <a:noFill/>
        </p:spPr>
        <p:txBody>
          <a:bodyPr wrap="square">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1D35"/>
                </a:solidFill>
                <a:effectLst/>
                <a:latin typeface="Google Sans"/>
              </a:rPr>
              <a:t>Sensors &amp; Transducers</a:t>
            </a:r>
            <a:endParaRPr kumimoji="0" lang="en-US" altLang="en-US" sz="1050" b="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latin typeface="Google Sans"/>
              </a:rPr>
              <a:t>Sensor:</a:t>
            </a:r>
            <a:r>
              <a:rPr kumimoji="0" lang="en-US" altLang="en-US" b="0" i="0" u="none" strike="noStrike" cap="none" normalizeH="0" baseline="0" dirty="0">
                <a:ln>
                  <a:noFill/>
                </a:ln>
                <a:solidFill>
                  <a:srgbClr val="0A0A0A"/>
                </a:solidFill>
                <a:effectLst/>
                <a:latin typeface="Google Sans"/>
              </a:rPr>
              <a:t> A device that detects a physical property (light, temp, motion) and converts it into an electrical signal.</a:t>
            </a:r>
          </a:p>
          <a:p>
            <a:pPr marL="0" marR="0" lvl="0" indent="0" defTabSz="914400" rtl="0" eaLnBrk="0" fontAlgn="base" latinLnBrk="0" hangingPunct="0">
              <a:lnSpc>
                <a:spcPct val="100000"/>
              </a:lnSpc>
              <a:spcBef>
                <a:spcPct val="0"/>
              </a:spcBef>
              <a:spcAft>
                <a:spcPct val="0"/>
              </a:spcAft>
              <a:buClrTx/>
              <a:buSzTx/>
              <a:buFontTx/>
              <a:buChar char="•"/>
              <a:tabLst/>
            </a:pPr>
            <a:r>
              <a:rPr lang="en-US" altLang="en-US" b="1" dirty="0">
                <a:solidFill>
                  <a:srgbClr val="0A0A0A"/>
                </a:solidFill>
                <a:latin typeface="Google Sans"/>
              </a:rPr>
              <a:t>Transducer</a:t>
            </a:r>
            <a:r>
              <a:rPr kumimoji="0" lang="en-US" altLang="en-US" b="1" i="0" u="none" strike="noStrike" cap="none" normalizeH="0" baseline="0" dirty="0">
                <a:ln>
                  <a:noFill/>
                </a:ln>
                <a:solidFill>
                  <a:srgbClr val="0A0A0A"/>
                </a:solidFill>
                <a:effectLst/>
                <a:latin typeface="Google Sans"/>
              </a:rPr>
              <a:t>:</a:t>
            </a:r>
            <a:r>
              <a:rPr kumimoji="0" lang="en-US" altLang="en-US" b="0" i="0" u="none" strike="noStrike" cap="none" normalizeH="0" baseline="0" dirty="0">
                <a:ln>
                  <a:noFill/>
                </a:ln>
                <a:solidFill>
                  <a:srgbClr val="0A0A0A"/>
                </a:solidFill>
                <a:effectLst/>
                <a:latin typeface="Google Sans"/>
              </a:rPr>
              <a:t> A broader term for a device converting energy from one form to another (e.g., sound to electrical, or a sensor itself).</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latin typeface="Google Sans"/>
              </a:rPr>
              <a:t>In IoT:</a:t>
            </a:r>
            <a:r>
              <a:rPr kumimoji="0" lang="en-US" altLang="en-US" b="0" i="0" u="none" strike="noStrike" cap="none" normalizeH="0" baseline="0" dirty="0">
                <a:ln>
                  <a:noFill/>
                </a:ln>
                <a:solidFill>
                  <a:srgbClr val="0A0A0A"/>
                </a:solidFill>
                <a:effectLst/>
                <a:latin typeface="Google Sans"/>
              </a:rPr>
              <a:t> They are the "eyes and ears," capturing real-world data (temperature, humidity, pressure, etc.) for the system. </a:t>
            </a:r>
          </a:p>
        </p:txBody>
      </p:sp>
    </p:spTree>
    <p:extLst>
      <p:ext uri="{BB962C8B-B14F-4D97-AF65-F5344CB8AC3E}">
        <p14:creationId xmlns:p14="http://schemas.microsoft.com/office/powerpoint/2010/main" val="21777032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356E8875-0C37-EA29-733B-0C6F2B9D62CD}"/>
              </a:ext>
            </a:extLst>
          </p:cNvPr>
          <p:cNvSpPr>
            <a:spLocks noChangeArrowheads="1"/>
          </p:cNvSpPr>
          <p:nvPr/>
        </p:nvSpPr>
        <p:spPr bwMode="auto">
          <a:xfrm>
            <a:off x="835742" y="685972"/>
            <a:ext cx="9153833" cy="548605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Wireless Sensor Networks (WSN)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Focus:</a:t>
            </a:r>
            <a:r>
              <a:rPr kumimoji="0" lang="en-US" altLang="en-US" sz="16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Data collection from the physical environment (temperature, pressure, etc.).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Architecture:</a:t>
            </a:r>
            <a:r>
              <a:rPr kumimoji="0" lang="en-US" altLang="en-US" sz="16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Nodes communicate locally (e.g., Zigbee, LoRa) to a gateway, not always directly to the internet.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Scale:</a:t>
            </a:r>
            <a:r>
              <a:rPr kumimoji="0" lang="en-US" altLang="en-US" sz="16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Can be smaller, localized networks.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Power:</a:t>
            </a:r>
            <a:r>
              <a:rPr kumimoji="0" lang="en-US" altLang="en-US" sz="16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Nodes are often small, battery-powered, requiring energy efficiency.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Role:</a:t>
            </a:r>
            <a:r>
              <a:rPr kumimoji="0" lang="en-US" altLang="en-US" sz="16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The sensing layer providing raw data.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Internet of Things (IoT)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Focus:</a:t>
            </a:r>
            <a:r>
              <a:rPr kumimoji="0" lang="en-US" altLang="en-US" sz="16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Connecting everyday objects (sensors, appliances, machines) to the internet for data exchange and control.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Architecture:</a:t>
            </a:r>
            <a:r>
              <a:rPr kumimoji="0" lang="en-US" altLang="en-US" sz="16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Involves gateways, cloud platforms, and internet protocols (like IPv6) for global access and complex processing.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Scale:</a:t>
            </a:r>
            <a:r>
              <a:rPr kumimoji="0" lang="en-US" altLang="en-US" sz="16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A vast, global network of interconnected devices.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Power:</a:t>
            </a:r>
            <a:r>
              <a:rPr kumimoji="0" lang="en-US" altLang="en-US" sz="16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Varies; can include mains-powered devices.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Role:</a:t>
            </a:r>
            <a:r>
              <a:rPr kumimoji="0" lang="en-US" altLang="en-US" sz="16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 The intelligent layer, using WSN data for smart applications, automation, and user interaction.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rgbClr val="0A0A0A"/>
                </a:solidFill>
                <a:effectLst/>
                <a:latin typeface="Times New Roman" panose="02020603050405020304" pitchFamily="18" charset="0"/>
                <a:cs typeface="Times New Roman" panose="02020603050405020304" pitchFamily="18" charset="0"/>
              </a:rPr>
              <a:t>Analogy: Think of a WSN as the senses (eyes, ears) of a system, collecting information. IoT is the brain and nervous system that takes that sensory input, processes it (often in the cloud), and decides on actions, controlling other connected "body parts". </a:t>
            </a:r>
          </a:p>
        </p:txBody>
      </p:sp>
    </p:spTree>
    <p:extLst>
      <p:ext uri="{BB962C8B-B14F-4D97-AF65-F5344CB8AC3E}">
        <p14:creationId xmlns:p14="http://schemas.microsoft.com/office/powerpoint/2010/main" val="41579679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1717</TotalTime>
  <Words>5091</Words>
  <Application>Microsoft Office PowerPoint</Application>
  <PresentationFormat>Widescreen</PresentationFormat>
  <Paragraphs>361</Paragraphs>
  <Slides>40</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40</vt:i4>
      </vt:variant>
    </vt:vector>
  </HeadingPairs>
  <TitlesOfParts>
    <vt:vector size="53" baseType="lpstr">
      <vt:lpstr>Arial</vt:lpstr>
      <vt:lpstr>Calibri</vt:lpstr>
      <vt:lpstr>Calibri Light</vt:lpstr>
      <vt:lpstr>Cambria Math</vt:lpstr>
      <vt:lpstr>georgia</vt:lpstr>
      <vt:lpstr>georgia</vt:lpstr>
      <vt:lpstr>Google Sans</vt:lpstr>
      <vt:lpstr>Google Sans Text</vt:lpstr>
      <vt:lpstr>Nunito</vt:lpstr>
      <vt:lpstr>Poppins</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Shivani Sharma ECE</dc:creator>
  <cp:lastModifiedBy>Dr. Shivani Sharma ECE</cp:lastModifiedBy>
  <cp:revision>130</cp:revision>
  <dcterms:created xsi:type="dcterms:W3CDTF">2025-11-24T07:43:31Z</dcterms:created>
  <dcterms:modified xsi:type="dcterms:W3CDTF">2025-12-11T10:42:31Z</dcterms:modified>
</cp:coreProperties>
</file>