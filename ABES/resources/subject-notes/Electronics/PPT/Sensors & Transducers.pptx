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61" r:id="rId5"/>
    <p:sldId id="262" r:id="rId6"/>
    <p:sldId id="259" r:id="rId7"/>
    <p:sldId id="257" r:id="rId8"/>
    <p:sldId id="263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E0E7-BF69-FD8C-1D6C-D30B0AF90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50DAC-6BF9-B4AD-3BF8-E2996356C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866C0-7B62-7D2A-E606-6B232A44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A3EC-6F85-4F57-A332-C5AC44CF017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001FA-32D1-3888-D92C-66443376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C768B-4145-DCB4-25A8-ED50809F2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416BD-E513-4067-B93B-4A048874E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93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71AEA-283F-E68B-48C2-BBC8E98F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9C779-B5B0-B723-E680-6CE224C4F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F0072-15AE-E684-B1C8-D7101EF8D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A3EC-6F85-4F57-A332-C5AC44CF017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F0E9A-A755-A10E-C615-0FDA1395B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9067D-49CC-5E96-ACC4-06A5E5E2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416BD-E513-4067-B93B-4A048874E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67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AA240-9C46-652C-3E91-0C7FCD4F3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5EECC-5693-4525-22EC-DDF6BB787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46009-8F90-550A-924B-5C28E1A52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A3EC-6F85-4F57-A332-C5AC44CF017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90E94-65EF-95F8-A485-D074AA2DF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C81F-D78D-3C13-C551-E2CA9D97A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416BD-E513-4067-B93B-4A048874E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56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207BB-CDA7-6A28-1CD2-57A77340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CB991-0EDA-EA25-309D-7AD6CEB2F1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2681A-F0C5-F3E0-A2A7-40D80BE94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CB667-77DB-89E3-3A16-651D2A60B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A3EC-6F85-4F57-A332-C5AC44CF017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067B0-DB54-EB75-BDF3-C496F225C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B7FF7-4A88-40F2-85E7-5417F262E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416BD-E513-4067-B93B-4A048874E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01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4619D-0C55-6321-927D-5A4B08A56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D5D77-FDDA-0933-2DCC-E336BE38B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683D4-D3D7-AC82-65E4-052E6B5C1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8885F5-ED28-1514-BD2D-971743A71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5F2A4A-862D-B5B2-3511-87F9C016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EBDEB-8588-BCB7-7DB8-A098CD35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A3EC-6F85-4F57-A332-C5AC44CF017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50D8E-303E-174F-03F0-15EDAEE7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787E0-111C-F616-5262-8F3B29FA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416BD-E513-4067-B93B-4A048874E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19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F162A-BAD8-0AA5-8AAB-72AAC068E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5C47EE-1426-121A-A48A-C9259530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A3EC-6F85-4F57-A332-C5AC44CF017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F9247-86F5-4ADA-6585-6C907760E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0D094-1111-5A40-E5CA-E036D9AB2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416BD-E513-4067-B93B-4A048874E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481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C85008-2199-6239-21D8-E46672201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A3EC-6F85-4F57-A332-C5AC44CF017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C5480-BEF9-DE63-B969-1D7A10576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56033-006B-5162-A505-19A729D4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416BD-E513-4067-B93B-4A048874E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63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169D9-2F57-9C1C-2333-C2CC85C1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AF0C6-926C-8149-664D-EEF92200A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239D4-FEE7-9A6C-221F-FFC6C5E07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BD220-198E-7DBC-74D9-747E7EA7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A3EC-6F85-4F57-A332-C5AC44CF017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CF595-AF1A-B2DD-6575-8FC501E7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27F5C-2EBE-B047-AA8F-19095AF6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416BD-E513-4067-B93B-4A048874E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76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2DC8B-D014-B94B-E130-C629AC6F8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A91056-F062-2993-3C09-9265CFA29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F79D0-C777-AB19-C3F6-021A85B11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D9E7A-4B56-03C2-EA8B-FCCEC534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A3EC-6F85-4F57-A332-C5AC44CF017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54888-CFF9-F357-3A59-8FA755C7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41DB7-5886-BA15-3225-AA97E1117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416BD-E513-4067-B93B-4A048874E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078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A60F-7545-E766-D358-5EC336896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6F389-4E7D-40CE-0CB3-02EB8542A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B649F-54B3-39B9-F1BB-465354CFE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A3EC-6F85-4F57-A332-C5AC44CF017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4E7BD-B4E8-6793-0A86-6C920E930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4C15C-CB1B-C27C-DF25-D6A3196B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416BD-E513-4067-B93B-4A048874E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78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073D75-8072-1747-A586-B67D31099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36FB4-59E7-A24F-F8D6-662B3BBBA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883F-0286-7606-850B-CBE582A4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A3EC-6F85-4F57-A332-C5AC44CF017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D645E-A27B-2505-50EB-8C851067C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6E20F-67D5-F640-9835-8CD685B0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416BD-E513-4067-B93B-4A048874E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349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DAF-165A-D073-3707-777BEF08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9A158-959F-A7D7-39AA-AFCEA96FA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BD6A9-F3A1-B34C-6B9D-A74BA59E1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1A3EC-6F85-4F57-A332-C5AC44CF017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28613-C42C-8871-3507-D14B02A55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7AB31-608E-66E2-24F0-5EBC594BD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416BD-E513-4067-B93B-4A048874E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507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D4217-1E46-B782-E9E3-970948F62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512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GB" sz="7200" dirty="0"/>
              <a:t>Sensors &amp; Transducers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35034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A5AC6-9F79-33D6-6539-23E9DECE6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287"/>
          </a:xfrm>
        </p:spPr>
        <p:txBody>
          <a:bodyPr/>
          <a:lstStyle/>
          <a:p>
            <a:r>
              <a:rPr lang="en-GB" b="1" dirty="0"/>
              <a:t>Sensors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F696D-A038-B4E2-D97C-8EEE48FD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5" y="1165412"/>
            <a:ext cx="11689976" cy="54864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dirty="0"/>
              <a:t>Devices that detect and measure physical properties or inputs from the physical environment. 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Sensors can detect various parameters such as temperature, pressure, light, humidity, motion, and many more.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dirty="0"/>
              <a:t>Example: </a:t>
            </a:r>
            <a:r>
              <a:rPr lang="en-GB" b="1" dirty="0">
                <a:solidFill>
                  <a:srgbClr val="FF0000"/>
                </a:solidFill>
              </a:rPr>
              <a:t>Thermistors</a:t>
            </a:r>
            <a:r>
              <a:rPr lang="en-GB" dirty="0"/>
              <a:t>: They measure temperature by measuring the change in resistance of the electric current, </a:t>
            </a:r>
            <a:r>
              <a:rPr lang="en-GB" b="1" dirty="0">
                <a:solidFill>
                  <a:srgbClr val="FF0000"/>
                </a:solidFill>
              </a:rPr>
              <a:t>Photosensors</a:t>
            </a:r>
            <a:r>
              <a:rPr lang="en-GB" dirty="0"/>
              <a:t>: detect the presence of visible light, infrared transmission, or ultraviolet energy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59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A43E5B-66D2-7357-9AC7-2AFFA3BE7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01" y="421900"/>
            <a:ext cx="11302400" cy="574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09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lassification and characteristics of sensors - Book chapter - IOPscience">
            <a:extLst>
              <a:ext uri="{FF2B5EF4-FFF2-40B4-BE49-F238E27FC236}">
                <a16:creationId xmlns:a16="http://schemas.microsoft.com/office/drawing/2014/main" id="{E6AB4125-6194-CA10-C451-1E517CEA0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14" y="92046"/>
            <a:ext cx="9624639" cy="6673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206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D9C67-D57D-D62F-937E-41957B53A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287"/>
          </a:xfrm>
        </p:spPr>
        <p:txBody>
          <a:bodyPr/>
          <a:lstStyle/>
          <a:p>
            <a:r>
              <a:rPr lang="en-GB" b="1" dirty="0"/>
              <a:t>Few Real-life Applications of Sensors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2A0D6-90E7-5EA0-5A45-ADCEE79CC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082" y="1290918"/>
            <a:ext cx="11958918" cy="5567081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Medical devices like digital thermometers and MRI machines that monitor patient temperatures.</a:t>
            </a:r>
          </a:p>
          <a:p>
            <a:r>
              <a:rPr lang="en-GB" dirty="0">
                <a:solidFill>
                  <a:srgbClr val="0070C0"/>
                </a:solidFill>
              </a:rPr>
              <a:t>Aerospace applications: They also measure cabin pressure, altitude, and hydraulic system performance.</a:t>
            </a:r>
          </a:p>
          <a:p>
            <a:r>
              <a:rPr lang="en-GB" dirty="0">
                <a:solidFill>
                  <a:srgbClr val="0070C0"/>
                </a:solidFill>
              </a:rPr>
              <a:t>Smart devices: Sensors also enable touchless gestures in smartphones and voice assistants.</a:t>
            </a:r>
          </a:p>
          <a:p>
            <a:r>
              <a:rPr lang="en-GB" dirty="0">
                <a:solidFill>
                  <a:srgbClr val="0070C0"/>
                </a:solidFill>
              </a:rPr>
              <a:t>Cameras and imaging systems: Enable autofocus, HDR, and ambient light adjustments in smartphones and digital cameras.</a:t>
            </a:r>
          </a:p>
          <a:p>
            <a:r>
              <a:rPr lang="en-GB" dirty="0">
                <a:solidFill>
                  <a:srgbClr val="0070C0"/>
                </a:solidFill>
              </a:rPr>
              <a:t>Environmental monitoring: Measure air pollution and gas levels in smart city applications.</a:t>
            </a:r>
          </a:p>
          <a:p>
            <a:r>
              <a:rPr lang="en-GB" dirty="0">
                <a:solidFill>
                  <a:srgbClr val="0070C0"/>
                </a:solidFill>
              </a:rPr>
              <a:t>Proximity sensors automatically turn off smartphone screens when placed near the ear.</a:t>
            </a:r>
          </a:p>
          <a:p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22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23C36-AFE6-2CF1-9A3A-2476A794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F68A-D026-1164-520F-D2A407518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287"/>
          </a:xfrm>
        </p:spPr>
        <p:txBody>
          <a:bodyPr/>
          <a:lstStyle/>
          <a:p>
            <a:r>
              <a:rPr lang="en-GB" b="1" dirty="0"/>
              <a:t>Transducers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67C63-8B5E-1907-C6EC-BA7736AE2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5" y="1165412"/>
            <a:ext cx="11689976" cy="54864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dirty="0"/>
              <a:t>Transducers are a </a:t>
            </a:r>
            <a:r>
              <a:rPr lang="en-GB" b="1" dirty="0">
                <a:solidFill>
                  <a:srgbClr val="FF0000"/>
                </a:solidFill>
              </a:rPr>
              <a:t>type of sensor </a:t>
            </a:r>
            <a:r>
              <a:rPr lang="en-GB" dirty="0"/>
              <a:t>that not only detects physical quantities but also converts one form of energy into another. 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They act as both sensors and actuators, allowing </a:t>
            </a:r>
            <a:r>
              <a:rPr lang="en-GB" b="1" dirty="0">
                <a:solidFill>
                  <a:srgbClr val="0070C0"/>
                </a:solidFill>
              </a:rPr>
              <a:t>the measurement of a physical parameter and the conversion of that measurement into a usable form (most common form is electrical energy.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dirty="0"/>
              <a:t>For example, a</a:t>
            </a:r>
            <a:r>
              <a:rPr lang="en-GB" b="1" dirty="0">
                <a:solidFill>
                  <a:srgbClr val="FF0000"/>
                </a:solidFill>
              </a:rPr>
              <a:t> microphone </a:t>
            </a:r>
            <a:r>
              <a:rPr lang="en-GB" dirty="0"/>
              <a:t>is a transducer that converts sound waves into electrical signals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6695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FA02-532A-FC14-368E-75316FBA8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2AB7-246E-3AF0-4770-32B0396DD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8" name="Picture 4" descr="Sensors and Transducers Classification">
            <a:extLst>
              <a:ext uri="{FF2B5EF4-FFF2-40B4-BE49-F238E27FC236}">
                <a16:creationId xmlns:a16="http://schemas.microsoft.com/office/drawing/2014/main" id="{1E736797-18D1-D2CB-D7C6-EF3110FBC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" y="0"/>
            <a:ext cx="120999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922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60583-F1E7-B6DA-1D29-BA605AAB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2FCE4-DD6B-5B34-3A3D-276ED3AFC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287"/>
          </a:xfrm>
        </p:spPr>
        <p:txBody>
          <a:bodyPr>
            <a:normAutofit/>
          </a:bodyPr>
          <a:lstStyle/>
          <a:p>
            <a:r>
              <a:rPr lang="en-GB" b="1" dirty="0"/>
              <a:t>Few Real-life Applications of Transducers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FCC4E-CDFE-87F2-DA97-CCF51798F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082" y="1290918"/>
            <a:ext cx="11958918" cy="5567081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Microphones:</a:t>
            </a:r>
            <a:r>
              <a:rPr lang="en-GB" dirty="0">
                <a:solidFill>
                  <a:srgbClr val="0070C0"/>
                </a:solidFill>
              </a:rPr>
              <a:t> Microphones convert sound waves into electrical signals. They are used in a wide variety of applications, such as recording studios, public address systems, and hearing aids.</a:t>
            </a:r>
          </a:p>
          <a:p>
            <a:r>
              <a:rPr lang="en-GB" b="1" dirty="0">
                <a:solidFill>
                  <a:srgbClr val="0070C0"/>
                </a:solidFill>
              </a:rPr>
              <a:t>Speakers:</a:t>
            </a:r>
            <a:r>
              <a:rPr lang="en-GB" dirty="0">
                <a:solidFill>
                  <a:srgbClr val="0070C0"/>
                </a:solidFill>
              </a:rPr>
              <a:t> Speakers convert electrical signals into sound waves. They are used in a wide variety of applications, such as home stereos, car stereos, and public address systems.</a:t>
            </a:r>
          </a:p>
          <a:p>
            <a:r>
              <a:rPr lang="en-GB" b="1" dirty="0">
                <a:solidFill>
                  <a:srgbClr val="0070C0"/>
                </a:solidFill>
              </a:rPr>
              <a:t>Hydrophones:</a:t>
            </a:r>
            <a:r>
              <a:rPr lang="en-GB" dirty="0">
                <a:solidFill>
                  <a:srgbClr val="0070C0"/>
                </a:solidFill>
              </a:rPr>
              <a:t> Hydrophones convert sound waves in water into electrical signals. They are used in a variety of applications, such as underwater communication, sonar, and oceanography.</a:t>
            </a:r>
          </a:p>
          <a:p>
            <a:r>
              <a:rPr lang="en-GB" b="1" dirty="0">
                <a:solidFill>
                  <a:srgbClr val="0070C0"/>
                </a:solidFill>
              </a:rPr>
              <a:t>Geophones:</a:t>
            </a:r>
            <a:r>
              <a:rPr lang="en-GB" dirty="0">
                <a:solidFill>
                  <a:srgbClr val="0070C0"/>
                </a:solidFill>
              </a:rPr>
              <a:t> Geophones convert ground vibrations into electrical signals. They are used in a variety of applications, such as seismology, oil exploration, and mining.</a:t>
            </a:r>
          </a:p>
          <a:p>
            <a:r>
              <a:rPr lang="en-GB" b="1" dirty="0">
                <a:solidFill>
                  <a:srgbClr val="0070C0"/>
                </a:solidFill>
              </a:rPr>
              <a:t>Accelerometers:</a:t>
            </a:r>
            <a:r>
              <a:rPr lang="en-GB" dirty="0">
                <a:solidFill>
                  <a:srgbClr val="0070C0"/>
                </a:solidFill>
              </a:rPr>
              <a:t> Accelerometers convert acceleration into electrical signals. They are used in a variety of applications, such as navigation, robotics, and medical devices.</a:t>
            </a:r>
          </a:p>
          <a:p>
            <a:pPr algn="just"/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398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40F2-0E9E-E3D0-878F-71038174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9B312-C8D8-6155-A0E4-6F6A9E09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287"/>
          </a:xfrm>
        </p:spPr>
        <p:txBody>
          <a:bodyPr/>
          <a:lstStyle/>
          <a:p>
            <a:r>
              <a:rPr lang="en-GB" b="1" dirty="0"/>
              <a:t>Actuators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67938-E3E5-6D8A-69F6-6FE9B30C9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5" y="1165412"/>
            <a:ext cx="11689976" cy="54864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dirty="0"/>
              <a:t>Actuators are devices that convert electrical signals into physical action or movement. 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Unlike sensors that measure physical properties</a:t>
            </a:r>
            <a:r>
              <a:rPr lang="en-GB" b="1" dirty="0">
                <a:solidFill>
                  <a:srgbClr val="0070C0"/>
                </a:solidFill>
              </a:rPr>
              <a:t>, actuators generate a physical response based on the signals they receive. 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Examples of actuators include </a:t>
            </a:r>
            <a:r>
              <a:rPr lang="en-GB" b="1" dirty="0">
                <a:solidFill>
                  <a:srgbClr val="FF0000"/>
                </a:solidFill>
              </a:rPr>
              <a:t>motors, solenoids, valves, and relays</a:t>
            </a:r>
            <a:r>
              <a:rPr lang="en-GB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6209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27933-0EBB-5F5E-5007-1AEE7E9B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E810-6EC2-349B-33D4-B23379A5E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287"/>
          </a:xfrm>
        </p:spPr>
        <p:txBody>
          <a:bodyPr>
            <a:normAutofit/>
          </a:bodyPr>
          <a:lstStyle/>
          <a:p>
            <a:r>
              <a:rPr lang="en-GB" b="1" dirty="0"/>
              <a:t>Few Real-life Applications of Actuators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93573-3573-014E-A213-AE72BA914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082" y="1290918"/>
            <a:ext cx="11492753" cy="55670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dirty="0">
                <a:solidFill>
                  <a:srgbClr val="0070C0"/>
                </a:solidFill>
              </a:rPr>
              <a:t>1. In factories , actuators run machines, move conveyor belts, and control robot arms. They help make products faster, more accurately, and with less human error.</a:t>
            </a:r>
          </a:p>
          <a:p>
            <a:pPr marL="0" indent="0" algn="just">
              <a:buNone/>
            </a:pPr>
            <a:r>
              <a:rPr lang="en-GB" sz="2400" dirty="0">
                <a:solidFill>
                  <a:srgbClr val="0070C0"/>
                </a:solidFill>
              </a:rPr>
              <a:t>2.  In aeroplanes, actuators control things like landing gear, flaps, and engines. They must work perfectly to keep flights safe and smooth.</a:t>
            </a:r>
          </a:p>
          <a:p>
            <a:pPr marL="0" indent="0" algn="just">
              <a:buNone/>
            </a:pPr>
            <a:r>
              <a:rPr lang="en-GB" sz="2400" dirty="0">
                <a:solidFill>
                  <a:srgbClr val="0070C0"/>
                </a:solidFill>
              </a:rPr>
              <a:t>3. For robots, actuators let robots move and do tasks like picking things up, welding, or painting. The type of actuator used affects how well the robot works.</a:t>
            </a:r>
          </a:p>
          <a:p>
            <a:pPr marL="0" indent="0" algn="just">
              <a:buNone/>
            </a:pPr>
            <a:r>
              <a:rPr lang="en-GB" sz="2400" dirty="0">
                <a:solidFill>
                  <a:srgbClr val="0070C0"/>
                </a:solidFill>
              </a:rPr>
              <a:t>4. In vehicles, actuators help with steering, braking, and engine control. They make driving safer, easier as well as more fuel-efficient.</a:t>
            </a:r>
          </a:p>
          <a:p>
            <a:pPr marL="0" indent="0" algn="just">
              <a:buNone/>
            </a:pPr>
            <a:r>
              <a:rPr lang="en-GB" sz="2400" dirty="0">
                <a:solidFill>
                  <a:srgbClr val="0070C0"/>
                </a:solidFill>
              </a:rPr>
              <a:t>5. In heating and cooling systems, actuators control airflow, fans, and temperature settings to keep rooms comfortable.</a:t>
            </a:r>
          </a:p>
          <a:p>
            <a:pPr marL="0" indent="0" algn="just">
              <a:buNone/>
            </a:pPr>
            <a:r>
              <a:rPr lang="en-GB" sz="2400" dirty="0">
                <a:solidFill>
                  <a:srgbClr val="0070C0"/>
                </a:solidFill>
              </a:rPr>
              <a:t>6. In Smart Homes, actuators are used in smart homes to open blinds, lock doors, and turn on lights automatically. This generally makes life easier and saves energy.</a:t>
            </a:r>
          </a:p>
          <a:p>
            <a:pPr marL="0" indent="0" algn="just">
              <a:buNone/>
            </a:pPr>
            <a:r>
              <a:rPr lang="en-GB" sz="2400" dirty="0">
                <a:solidFill>
                  <a:srgbClr val="0070C0"/>
                </a:solidFill>
              </a:rPr>
              <a:t>7. In healthcare, actuators are found in things like artificial limbs, surgical robots, and testing machines. They help doctors as well as improve patient care.</a:t>
            </a:r>
          </a:p>
          <a:p>
            <a:pPr algn="just"/>
            <a:endParaRPr lang="en-IN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142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658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Sensors &amp; Transducers</vt:lpstr>
      <vt:lpstr>Sensors</vt:lpstr>
      <vt:lpstr>PowerPoint Presentation</vt:lpstr>
      <vt:lpstr>PowerPoint Presentation</vt:lpstr>
      <vt:lpstr>Few Real-life Applications of Sensors</vt:lpstr>
      <vt:lpstr>Transducers</vt:lpstr>
      <vt:lpstr>PowerPoint Presentation</vt:lpstr>
      <vt:lpstr>Few Real-life Applications of Transducers</vt:lpstr>
      <vt:lpstr>Actuators</vt:lpstr>
      <vt:lpstr>Few Real-life Applications of Actuators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arpita johri</dc:creator>
  <cp:lastModifiedBy>arpita johri</cp:lastModifiedBy>
  <cp:revision>15</cp:revision>
  <dcterms:created xsi:type="dcterms:W3CDTF">2025-12-08T14:33:20Z</dcterms:created>
  <dcterms:modified xsi:type="dcterms:W3CDTF">2025-12-08T15:32:28Z</dcterms:modified>
</cp:coreProperties>
</file>