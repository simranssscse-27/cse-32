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66"/>
  </p:notesMasterIdLst>
  <p:sldIdLst>
    <p:sldId id="269" r:id="rId2"/>
    <p:sldId id="281" r:id="rId3"/>
    <p:sldId id="272" r:id="rId4"/>
    <p:sldId id="280" r:id="rId5"/>
    <p:sldId id="283" r:id="rId6"/>
    <p:sldId id="271" r:id="rId7"/>
    <p:sldId id="273" r:id="rId8"/>
    <p:sldId id="286" r:id="rId9"/>
    <p:sldId id="276" r:id="rId10"/>
    <p:sldId id="287" r:id="rId11"/>
    <p:sldId id="278" r:id="rId12"/>
    <p:sldId id="279" r:id="rId13"/>
    <p:sldId id="268" r:id="rId14"/>
    <p:sldId id="289" r:id="rId15"/>
    <p:sldId id="290" r:id="rId16"/>
    <p:sldId id="291" r:id="rId17"/>
    <p:sldId id="300" r:id="rId18"/>
    <p:sldId id="297" r:id="rId19"/>
    <p:sldId id="302" r:id="rId20"/>
    <p:sldId id="304" r:id="rId21"/>
    <p:sldId id="407" r:id="rId22"/>
    <p:sldId id="305" r:id="rId23"/>
    <p:sldId id="352" r:id="rId24"/>
    <p:sldId id="337" r:id="rId25"/>
    <p:sldId id="354" r:id="rId26"/>
    <p:sldId id="374" r:id="rId27"/>
    <p:sldId id="375" r:id="rId28"/>
    <p:sldId id="311" r:id="rId29"/>
    <p:sldId id="310" r:id="rId30"/>
    <p:sldId id="315" r:id="rId31"/>
    <p:sldId id="316" r:id="rId32"/>
    <p:sldId id="318" r:id="rId33"/>
    <p:sldId id="319" r:id="rId34"/>
    <p:sldId id="321" r:id="rId35"/>
    <p:sldId id="408" r:id="rId36"/>
    <p:sldId id="322" r:id="rId37"/>
    <p:sldId id="323" r:id="rId38"/>
    <p:sldId id="392" r:id="rId39"/>
    <p:sldId id="387" r:id="rId40"/>
    <p:sldId id="327" r:id="rId41"/>
    <p:sldId id="331" r:id="rId42"/>
    <p:sldId id="329" r:id="rId43"/>
    <p:sldId id="409" r:id="rId44"/>
    <p:sldId id="389" r:id="rId45"/>
    <p:sldId id="335" r:id="rId46"/>
    <p:sldId id="333" r:id="rId47"/>
    <p:sldId id="339" r:id="rId48"/>
    <p:sldId id="368" r:id="rId49"/>
    <p:sldId id="369" r:id="rId50"/>
    <p:sldId id="370" r:id="rId51"/>
    <p:sldId id="396" r:id="rId52"/>
    <p:sldId id="397" r:id="rId53"/>
    <p:sldId id="398" r:id="rId54"/>
    <p:sldId id="361" r:id="rId55"/>
    <p:sldId id="334" r:id="rId56"/>
    <p:sldId id="362" r:id="rId57"/>
    <p:sldId id="363" r:id="rId58"/>
    <p:sldId id="365" r:id="rId59"/>
    <p:sldId id="364" r:id="rId60"/>
    <p:sldId id="366" r:id="rId61"/>
    <p:sldId id="367" r:id="rId62"/>
    <p:sldId id="404" r:id="rId63"/>
    <p:sldId id="405" r:id="rId64"/>
    <p:sldId id="406"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74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gar Aeri" userId="bd00f59c150191bf" providerId="LiveId" clId="{F77C47F5-7FC3-4943-A6C1-A0BE2516F087}"/>
    <pc:docChg chg="undo redo custSel addSld delSld modSld sldOrd">
      <pc:chgData name="Sagar Aeri" userId="bd00f59c150191bf" providerId="LiveId" clId="{F77C47F5-7FC3-4943-A6C1-A0BE2516F087}" dt="2024-11-19T09:51:43.598" v="4519" actId="20577"/>
      <pc:docMkLst>
        <pc:docMk/>
      </pc:docMkLst>
      <pc:sldChg chg="add del ord">
        <pc:chgData name="Sagar Aeri" userId="bd00f59c150191bf" providerId="LiveId" clId="{F77C47F5-7FC3-4943-A6C1-A0BE2516F087}" dt="2024-11-07T08:14:13.194" v="1434" actId="47"/>
        <pc:sldMkLst>
          <pc:docMk/>
          <pc:sldMk cId="1294826910" sldId="260"/>
        </pc:sldMkLst>
      </pc:sldChg>
      <pc:sldChg chg="del">
        <pc:chgData name="Sagar Aeri" userId="bd00f59c150191bf" providerId="LiveId" clId="{F77C47F5-7FC3-4943-A6C1-A0BE2516F087}" dt="2024-11-06T05:36:02.088" v="0" actId="47"/>
        <pc:sldMkLst>
          <pc:docMk/>
          <pc:sldMk cId="3124354139" sldId="261"/>
        </pc:sldMkLst>
      </pc:sldChg>
      <pc:sldChg chg="del ord">
        <pc:chgData name="Sagar Aeri" userId="bd00f59c150191bf" providerId="LiveId" clId="{F77C47F5-7FC3-4943-A6C1-A0BE2516F087}" dt="2024-11-07T03:39:42.235" v="229" actId="47"/>
        <pc:sldMkLst>
          <pc:docMk/>
          <pc:sldMk cId="789599876" sldId="262"/>
        </pc:sldMkLst>
      </pc:sldChg>
      <pc:sldChg chg="delSp modSp mod">
        <pc:chgData name="Sagar Aeri" userId="bd00f59c150191bf" providerId="LiveId" clId="{F77C47F5-7FC3-4943-A6C1-A0BE2516F087}" dt="2024-11-07T04:16:46.719" v="463"/>
        <pc:sldMkLst>
          <pc:docMk/>
          <pc:sldMk cId="1317064348" sldId="268"/>
        </pc:sldMkLst>
      </pc:sldChg>
      <pc:sldChg chg="addSp delSp modSp mod">
        <pc:chgData name="Sagar Aeri" userId="bd00f59c150191bf" providerId="LiveId" clId="{F77C47F5-7FC3-4943-A6C1-A0BE2516F087}" dt="2024-11-07T08:14:40.526" v="1441" actId="1076"/>
        <pc:sldMkLst>
          <pc:docMk/>
          <pc:sldMk cId="4026786735" sldId="269"/>
        </pc:sldMkLst>
      </pc:sldChg>
      <pc:sldChg chg="add del">
        <pc:chgData name="Sagar Aeri" userId="bd00f59c150191bf" providerId="LiveId" clId="{F77C47F5-7FC3-4943-A6C1-A0BE2516F087}" dt="2024-11-07T08:14:11.466" v="1433" actId="47"/>
        <pc:sldMkLst>
          <pc:docMk/>
          <pc:sldMk cId="3974127722" sldId="270"/>
        </pc:sldMkLst>
      </pc:sldChg>
      <pc:sldChg chg="modSp add del mod ord">
        <pc:chgData name="Sagar Aeri" userId="bd00f59c150191bf" providerId="LiveId" clId="{F77C47F5-7FC3-4943-A6C1-A0BE2516F087}" dt="2024-11-07T03:40:09.579" v="236"/>
        <pc:sldMkLst>
          <pc:docMk/>
          <pc:sldMk cId="1669617729" sldId="271"/>
        </pc:sldMkLst>
      </pc:sldChg>
      <pc:sldChg chg="addSp delSp modSp mod ord">
        <pc:chgData name="Sagar Aeri" userId="bd00f59c150191bf" providerId="LiveId" clId="{F77C47F5-7FC3-4943-A6C1-A0BE2516F087}" dt="2024-11-07T03:36:32.924" v="219" actId="1076"/>
        <pc:sldMkLst>
          <pc:docMk/>
          <pc:sldMk cId="3296727230" sldId="272"/>
        </pc:sldMkLst>
      </pc:sldChg>
      <pc:sldChg chg="delSp modSp mod">
        <pc:chgData name="Sagar Aeri" userId="bd00f59c150191bf" providerId="LiveId" clId="{F77C47F5-7FC3-4943-A6C1-A0BE2516F087}" dt="2024-11-07T04:07:10.109" v="311" actId="1076"/>
        <pc:sldMkLst>
          <pc:docMk/>
          <pc:sldMk cId="1499501016" sldId="273"/>
        </pc:sldMkLst>
      </pc:sldChg>
      <pc:sldChg chg="del">
        <pc:chgData name="Sagar Aeri" userId="bd00f59c150191bf" providerId="LiveId" clId="{F77C47F5-7FC3-4943-A6C1-A0BE2516F087}" dt="2024-11-07T03:41:54.002" v="246" actId="47"/>
        <pc:sldMkLst>
          <pc:docMk/>
          <pc:sldMk cId="1047775047" sldId="274"/>
        </pc:sldMkLst>
      </pc:sldChg>
      <pc:sldChg chg="delSp modSp mod">
        <pc:chgData name="Sagar Aeri" userId="bd00f59c150191bf" providerId="LiveId" clId="{F77C47F5-7FC3-4943-A6C1-A0BE2516F087}" dt="2024-11-18T03:41:36.956" v="3719" actId="27107"/>
        <pc:sldMkLst>
          <pc:docMk/>
          <pc:sldMk cId="2091285095" sldId="275"/>
        </pc:sldMkLst>
      </pc:sldChg>
      <pc:sldChg chg="addSp delSp modSp mod">
        <pc:chgData name="Sagar Aeri" userId="bd00f59c150191bf" providerId="LiveId" clId="{F77C47F5-7FC3-4943-A6C1-A0BE2516F087}" dt="2024-11-07T04:09:00.313" v="318" actId="478"/>
        <pc:sldMkLst>
          <pc:docMk/>
          <pc:sldMk cId="1300718369" sldId="276"/>
        </pc:sldMkLst>
      </pc:sldChg>
      <pc:sldChg chg="modSp del mod">
        <pc:chgData name="Sagar Aeri" userId="bd00f59c150191bf" providerId="LiveId" clId="{F77C47F5-7FC3-4943-A6C1-A0BE2516F087}" dt="2024-11-07T04:08:36.736" v="317" actId="47"/>
        <pc:sldMkLst>
          <pc:docMk/>
          <pc:sldMk cId="3295038001" sldId="277"/>
        </pc:sldMkLst>
      </pc:sldChg>
      <pc:sldChg chg="modSp mod">
        <pc:chgData name="Sagar Aeri" userId="bd00f59c150191bf" providerId="LiveId" clId="{F77C47F5-7FC3-4943-A6C1-A0BE2516F087}" dt="2024-11-11T04:06:16.802" v="1519" actId="20577"/>
        <pc:sldMkLst>
          <pc:docMk/>
          <pc:sldMk cId="2925057534" sldId="278"/>
        </pc:sldMkLst>
      </pc:sldChg>
      <pc:sldChg chg="modSp mod">
        <pc:chgData name="Sagar Aeri" userId="bd00f59c150191bf" providerId="LiveId" clId="{F77C47F5-7FC3-4943-A6C1-A0BE2516F087}" dt="2024-11-11T04:08:45.484" v="1527" actId="20577"/>
        <pc:sldMkLst>
          <pc:docMk/>
          <pc:sldMk cId="2049847597" sldId="279"/>
        </pc:sldMkLst>
      </pc:sldChg>
      <pc:sldChg chg="ord">
        <pc:chgData name="Sagar Aeri" userId="bd00f59c150191bf" providerId="LiveId" clId="{F77C47F5-7FC3-4943-A6C1-A0BE2516F087}" dt="2024-11-07T03:36:51.294" v="222"/>
        <pc:sldMkLst>
          <pc:docMk/>
          <pc:sldMk cId="4002200863" sldId="280"/>
        </pc:sldMkLst>
      </pc:sldChg>
      <pc:sldChg chg="ord">
        <pc:chgData name="Sagar Aeri" userId="bd00f59c150191bf" providerId="LiveId" clId="{F77C47F5-7FC3-4943-A6C1-A0BE2516F087}" dt="2024-11-06T05:36:56.566" v="13"/>
        <pc:sldMkLst>
          <pc:docMk/>
          <pc:sldMk cId="1012087094" sldId="281"/>
        </pc:sldMkLst>
      </pc:sldChg>
      <pc:sldChg chg="modSp del mod">
        <pc:chgData name="Sagar Aeri" userId="bd00f59c150191bf" providerId="LiveId" clId="{F77C47F5-7FC3-4943-A6C1-A0BE2516F087}" dt="2024-11-07T03:36:37.053" v="220" actId="47"/>
        <pc:sldMkLst>
          <pc:docMk/>
          <pc:sldMk cId="2533674402" sldId="282"/>
        </pc:sldMkLst>
      </pc:sldChg>
      <pc:sldChg chg="modSp del mod ord">
        <pc:chgData name="Sagar Aeri" userId="bd00f59c150191bf" providerId="LiveId" clId="{F77C47F5-7FC3-4943-A6C1-A0BE2516F087}" dt="2024-11-07T03:40:14.597" v="237" actId="47"/>
        <pc:sldMkLst>
          <pc:docMk/>
          <pc:sldMk cId="1953028798" sldId="285"/>
        </pc:sldMkLst>
      </pc:sldChg>
      <pc:sldChg chg="modSp mod">
        <pc:chgData name="Sagar Aeri" userId="bd00f59c150191bf" providerId="LiveId" clId="{F77C47F5-7FC3-4943-A6C1-A0BE2516F087}" dt="2024-11-07T04:06:37.339" v="309" actId="1036"/>
        <pc:sldMkLst>
          <pc:docMk/>
          <pc:sldMk cId="3736745895" sldId="286"/>
        </pc:sldMkLst>
      </pc:sldChg>
      <pc:sldChg chg="modSp mod">
        <pc:chgData name="Sagar Aeri" userId="bd00f59c150191bf" providerId="LiveId" clId="{F77C47F5-7FC3-4943-A6C1-A0BE2516F087}" dt="2024-11-07T04:09:06.701" v="320" actId="14100"/>
        <pc:sldMkLst>
          <pc:docMk/>
          <pc:sldMk cId="2231067240" sldId="287"/>
        </pc:sldMkLst>
      </pc:sldChg>
      <pc:sldChg chg="del">
        <pc:chgData name="Sagar Aeri" userId="bd00f59c150191bf" providerId="LiveId" clId="{F77C47F5-7FC3-4943-A6C1-A0BE2516F087}" dt="2024-11-07T04:09:47.924" v="321" actId="47"/>
        <pc:sldMkLst>
          <pc:docMk/>
          <pc:sldMk cId="331898017" sldId="288"/>
        </pc:sldMkLst>
      </pc:sldChg>
      <pc:sldChg chg="modSp mod">
        <pc:chgData name="Sagar Aeri" userId="bd00f59c150191bf" providerId="LiveId" clId="{F77C47F5-7FC3-4943-A6C1-A0BE2516F087}" dt="2024-11-07T04:20:21.826" v="507" actId="732"/>
        <pc:sldMkLst>
          <pc:docMk/>
          <pc:sldMk cId="2235212089" sldId="289"/>
        </pc:sldMkLst>
      </pc:sldChg>
      <pc:sldChg chg="modSp mod">
        <pc:chgData name="Sagar Aeri" userId="bd00f59c150191bf" providerId="LiveId" clId="{F77C47F5-7FC3-4943-A6C1-A0BE2516F087}" dt="2024-11-07T04:21:21.840" v="521" actId="20577"/>
        <pc:sldMkLst>
          <pc:docMk/>
          <pc:sldMk cId="2352738842" sldId="290"/>
        </pc:sldMkLst>
      </pc:sldChg>
      <pc:sldChg chg="addSp modSp mod">
        <pc:chgData name="Sagar Aeri" userId="bd00f59c150191bf" providerId="LiveId" clId="{F77C47F5-7FC3-4943-A6C1-A0BE2516F087}" dt="2024-11-07T04:23:34.788" v="597" actId="1076"/>
        <pc:sldMkLst>
          <pc:docMk/>
          <pc:sldMk cId="2674316346" sldId="291"/>
        </pc:sldMkLst>
      </pc:sldChg>
      <pc:sldChg chg="delSp modSp del mod">
        <pc:chgData name="Sagar Aeri" userId="bd00f59c150191bf" providerId="LiveId" clId="{F77C47F5-7FC3-4943-A6C1-A0BE2516F087}" dt="2024-11-07T04:18:34.542" v="487" actId="47"/>
        <pc:sldMkLst>
          <pc:docMk/>
          <pc:sldMk cId="847958576" sldId="292"/>
        </pc:sldMkLst>
      </pc:sldChg>
      <pc:sldChg chg="delSp modSp del mod">
        <pc:chgData name="Sagar Aeri" userId="bd00f59c150191bf" providerId="LiveId" clId="{F77C47F5-7FC3-4943-A6C1-A0BE2516F087}" dt="2024-11-07T04:20:29.316" v="508" actId="47"/>
        <pc:sldMkLst>
          <pc:docMk/>
          <pc:sldMk cId="1521978639" sldId="293"/>
        </pc:sldMkLst>
      </pc:sldChg>
      <pc:sldChg chg="modSp del mod">
        <pc:chgData name="Sagar Aeri" userId="bd00f59c150191bf" providerId="LiveId" clId="{F77C47F5-7FC3-4943-A6C1-A0BE2516F087}" dt="2024-11-07T04:21:24.278" v="522" actId="47"/>
        <pc:sldMkLst>
          <pc:docMk/>
          <pc:sldMk cId="645372854" sldId="294"/>
        </pc:sldMkLst>
      </pc:sldChg>
      <pc:sldChg chg="modSp del mod">
        <pc:chgData name="Sagar Aeri" userId="bd00f59c150191bf" providerId="LiveId" clId="{F77C47F5-7FC3-4943-A6C1-A0BE2516F087}" dt="2024-11-07T04:22:32.651" v="578" actId="47"/>
        <pc:sldMkLst>
          <pc:docMk/>
          <pc:sldMk cId="23304633" sldId="295"/>
        </pc:sldMkLst>
      </pc:sldChg>
      <pc:sldChg chg="delSp modSp del mod">
        <pc:chgData name="Sagar Aeri" userId="bd00f59c150191bf" providerId="LiveId" clId="{F77C47F5-7FC3-4943-A6C1-A0BE2516F087}" dt="2024-11-07T04:23:37.047" v="598" actId="47"/>
        <pc:sldMkLst>
          <pc:docMk/>
          <pc:sldMk cId="59897730" sldId="296"/>
        </pc:sldMkLst>
      </pc:sldChg>
      <pc:sldChg chg="modSp mod">
        <pc:chgData name="Sagar Aeri" userId="bd00f59c150191bf" providerId="LiveId" clId="{F77C47F5-7FC3-4943-A6C1-A0BE2516F087}" dt="2024-11-11T08:13:08.341" v="1939" actId="1367"/>
        <pc:sldMkLst>
          <pc:docMk/>
          <pc:sldMk cId="3020903811" sldId="297"/>
        </pc:sldMkLst>
      </pc:sldChg>
      <pc:sldChg chg="modSp add del mod">
        <pc:chgData name="Sagar Aeri" userId="bd00f59c150191bf" providerId="LiveId" clId="{F77C47F5-7FC3-4943-A6C1-A0BE2516F087}" dt="2024-11-11T10:20:17.736" v="2160" actId="47"/>
        <pc:sldMkLst>
          <pc:docMk/>
          <pc:sldMk cId="921790499" sldId="298"/>
        </pc:sldMkLst>
      </pc:sldChg>
      <pc:sldChg chg="addSp modSp del mod ord">
        <pc:chgData name="Sagar Aeri" userId="bd00f59c150191bf" providerId="LiveId" clId="{F77C47F5-7FC3-4943-A6C1-A0BE2516F087}" dt="2024-11-07T04:26:39.544" v="634" actId="47"/>
        <pc:sldMkLst>
          <pc:docMk/>
          <pc:sldMk cId="4133739699" sldId="299"/>
        </pc:sldMkLst>
      </pc:sldChg>
      <pc:sldChg chg="delSp modSp mod ord">
        <pc:chgData name="Sagar Aeri" userId="bd00f59c150191bf" providerId="LiveId" clId="{F77C47F5-7FC3-4943-A6C1-A0BE2516F087}" dt="2024-11-07T04:28:11.171" v="660" actId="1076"/>
        <pc:sldMkLst>
          <pc:docMk/>
          <pc:sldMk cId="674897577" sldId="300"/>
        </pc:sldMkLst>
      </pc:sldChg>
      <pc:sldChg chg="del">
        <pc:chgData name="Sagar Aeri" userId="bd00f59c150191bf" providerId="LiveId" clId="{F77C47F5-7FC3-4943-A6C1-A0BE2516F087}" dt="2024-11-07T04:26:46.952" v="635" actId="47"/>
        <pc:sldMkLst>
          <pc:docMk/>
          <pc:sldMk cId="1218255290" sldId="301"/>
        </pc:sldMkLst>
      </pc:sldChg>
      <pc:sldChg chg="modSp mod">
        <pc:chgData name="Sagar Aeri" userId="bd00f59c150191bf" providerId="LiveId" clId="{F77C47F5-7FC3-4943-A6C1-A0BE2516F087}" dt="2024-11-07T04:38:48.147" v="693" actId="14100"/>
        <pc:sldMkLst>
          <pc:docMk/>
          <pc:sldMk cId="1134911414" sldId="302"/>
        </pc:sldMkLst>
      </pc:sldChg>
      <pc:sldChg chg="modSp mod ord">
        <pc:chgData name="Sagar Aeri" userId="bd00f59c150191bf" providerId="LiveId" clId="{F77C47F5-7FC3-4943-A6C1-A0BE2516F087}" dt="2024-11-07T04:31:00.885" v="665"/>
        <pc:sldMkLst>
          <pc:docMk/>
          <pc:sldMk cId="2042956518" sldId="303"/>
        </pc:sldMkLst>
      </pc:sldChg>
      <pc:sldChg chg="modSp mod">
        <pc:chgData name="Sagar Aeri" userId="bd00f59c150191bf" providerId="LiveId" clId="{F77C47F5-7FC3-4943-A6C1-A0BE2516F087}" dt="2024-11-13T05:41:38.677" v="3262" actId="1076"/>
        <pc:sldMkLst>
          <pc:docMk/>
          <pc:sldMk cId="1842493719" sldId="304"/>
        </pc:sldMkLst>
      </pc:sldChg>
      <pc:sldChg chg="addSp delSp modSp mod">
        <pc:chgData name="Sagar Aeri" userId="bd00f59c150191bf" providerId="LiveId" clId="{F77C47F5-7FC3-4943-A6C1-A0BE2516F087}" dt="2024-11-12T04:18:39.671" v="2865" actId="1076"/>
        <pc:sldMkLst>
          <pc:docMk/>
          <pc:sldMk cId="1527993917" sldId="305"/>
        </pc:sldMkLst>
      </pc:sldChg>
      <pc:sldChg chg="addSp delSp modSp del mod">
        <pc:chgData name="Sagar Aeri" userId="bd00f59c150191bf" providerId="LiveId" clId="{F77C47F5-7FC3-4943-A6C1-A0BE2516F087}" dt="2024-11-12T04:16:58.368" v="2822" actId="47"/>
        <pc:sldMkLst>
          <pc:docMk/>
          <pc:sldMk cId="185816281" sldId="306"/>
        </pc:sldMkLst>
      </pc:sldChg>
      <pc:sldChg chg="add del">
        <pc:chgData name="Sagar Aeri" userId="bd00f59c150191bf" providerId="LiveId" clId="{F77C47F5-7FC3-4943-A6C1-A0BE2516F087}" dt="2024-11-07T04:43:56.608" v="766" actId="47"/>
        <pc:sldMkLst>
          <pc:docMk/>
          <pc:sldMk cId="762532960" sldId="307"/>
        </pc:sldMkLst>
      </pc:sldChg>
      <pc:sldChg chg="delSp modSp add del mod">
        <pc:chgData name="Sagar Aeri" userId="bd00f59c150191bf" providerId="LiveId" clId="{F77C47F5-7FC3-4943-A6C1-A0BE2516F087}" dt="2024-11-07T04:50:56.734" v="815" actId="47"/>
        <pc:sldMkLst>
          <pc:docMk/>
          <pc:sldMk cId="1110695560" sldId="308"/>
        </pc:sldMkLst>
      </pc:sldChg>
      <pc:sldChg chg="delSp modSp mod">
        <pc:chgData name="Sagar Aeri" userId="bd00f59c150191bf" providerId="LiveId" clId="{F77C47F5-7FC3-4943-A6C1-A0BE2516F087}" dt="2024-11-07T05:41:28.700" v="919" actId="1076"/>
        <pc:sldMkLst>
          <pc:docMk/>
          <pc:sldMk cId="2156361767" sldId="310"/>
        </pc:sldMkLst>
      </pc:sldChg>
      <pc:sldChg chg="addSp delSp modSp mod modNotesTx">
        <pc:chgData name="Sagar Aeri" userId="bd00f59c150191bf" providerId="LiveId" clId="{F77C47F5-7FC3-4943-A6C1-A0BE2516F087}" dt="2024-11-11T07:14:50.087" v="1587" actId="20577"/>
        <pc:sldMkLst>
          <pc:docMk/>
          <pc:sldMk cId="3514998328" sldId="311"/>
        </pc:sldMkLst>
      </pc:sldChg>
      <pc:sldChg chg="modSp del mod">
        <pc:chgData name="Sagar Aeri" userId="bd00f59c150191bf" providerId="LiveId" clId="{F77C47F5-7FC3-4943-A6C1-A0BE2516F087}" dt="2024-11-07T05:37:23.282" v="850" actId="47"/>
        <pc:sldMkLst>
          <pc:docMk/>
          <pc:sldMk cId="3088295457" sldId="312"/>
        </pc:sldMkLst>
      </pc:sldChg>
      <pc:sldChg chg="delSp modSp del mod">
        <pc:chgData name="Sagar Aeri" userId="bd00f59c150191bf" providerId="LiveId" clId="{F77C47F5-7FC3-4943-A6C1-A0BE2516F087}" dt="2024-11-07T05:38:44.817" v="872" actId="47"/>
        <pc:sldMkLst>
          <pc:docMk/>
          <pc:sldMk cId="1939114596" sldId="313"/>
        </pc:sldMkLst>
      </pc:sldChg>
      <pc:sldChg chg="delSp modSp del mod">
        <pc:chgData name="Sagar Aeri" userId="bd00f59c150191bf" providerId="LiveId" clId="{F77C47F5-7FC3-4943-A6C1-A0BE2516F087}" dt="2024-11-07T05:41:31.684" v="920" actId="47"/>
        <pc:sldMkLst>
          <pc:docMk/>
          <pc:sldMk cId="3549987753" sldId="314"/>
        </pc:sldMkLst>
      </pc:sldChg>
      <pc:sldChg chg="modSp mod">
        <pc:chgData name="Sagar Aeri" userId="bd00f59c150191bf" providerId="LiveId" clId="{F77C47F5-7FC3-4943-A6C1-A0BE2516F087}" dt="2024-11-07T05:42:35.747" v="931" actId="732"/>
        <pc:sldMkLst>
          <pc:docMk/>
          <pc:sldMk cId="3658756453" sldId="315"/>
        </pc:sldMkLst>
      </pc:sldChg>
      <pc:sldChg chg="addSp delSp modSp mod">
        <pc:chgData name="Sagar Aeri" userId="bd00f59c150191bf" providerId="LiveId" clId="{F77C47F5-7FC3-4943-A6C1-A0BE2516F087}" dt="2024-11-07T06:03:59.277" v="1132" actId="1076"/>
        <pc:sldMkLst>
          <pc:docMk/>
          <pc:sldMk cId="3301098372" sldId="316"/>
        </pc:sldMkLst>
      </pc:sldChg>
      <pc:sldChg chg="modSp add del mod">
        <pc:chgData name="Sagar Aeri" userId="bd00f59c150191bf" providerId="LiveId" clId="{F77C47F5-7FC3-4943-A6C1-A0BE2516F087}" dt="2024-11-07T06:04:02.573" v="1133" actId="47"/>
        <pc:sldMkLst>
          <pc:docMk/>
          <pc:sldMk cId="2267361016" sldId="317"/>
        </pc:sldMkLst>
      </pc:sldChg>
      <pc:sldChg chg="addSp modSp mod">
        <pc:chgData name="Sagar Aeri" userId="bd00f59c150191bf" providerId="LiveId" clId="{F77C47F5-7FC3-4943-A6C1-A0BE2516F087}" dt="2024-11-07T06:11:04.905" v="1205" actId="1076"/>
        <pc:sldMkLst>
          <pc:docMk/>
          <pc:sldMk cId="3755969637" sldId="318"/>
        </pc:sldMkLst>
      </pc:sldChg>
      <pc:sldChg chg="addSp delSp modSp mod">
        <pc:chgData name="Sagar Aeri" userId="bd00f59c150191bf" providerId="LiveId" clId="{F77C47F5-7FC3-4943-A6C1-A0BE2516F087}" dt="2024-11-07T06:12:21.853" v="1214" actId="1076"/>
        <pc:sldMkLst>
          <pc:docMk/>
          <pc:sldMk cId="1307501149" sldId="319"/>
        </pc:sldMkLst>
      </pc:sldChg>
      <pc:sldChg chg="delSp modSp del mod">
        <pc:chgData name="Sagar Aeri" userId="bd00f59c150191bf" providerId="LiveId" clId="{F77C47F5-7FC3-4943-A6C1-A0BE2516F087}" dt="2024-11-07T06:09:29.462" v="1179" actId="47"/>
        <pc:sldMkLst>
          <pc:docMk/>
          <pc:sldMk cId="3823469873" sldId="320"/>
        </pc:sldMkLst>
      </pc:sldChg>
      <pc:sldChg chg="addSp delSp modSp mod">
        <pc:chgData name="Sagar Aeri" userId="bd00f59c150191bf" providerId="LiveId" clId="{F77C47F5-7FC3-4943-A6C1-A0BE2516F087}" dt="2024-11-07T06:13:05.332" v="1221" actId="732"/>
        <pc:sldMkLst>
          <pc:docMk/>
          <pc:sldMk cId="553886465" sldId="321"/>
        </pc:sldMkLst>
      </pc:sldChg>
      <pc:sldChg chg="addSp delSp modSp mod">
        <pc:chgData name="Sagar Aeri" userId="bd00f59c150191bf" providerId="LiveId" clId="{F77C47F5-7FC3-4943-A6C1-A0BE2516F087}" dt="2024-11-14T05:07:41.747" v="3649" actId="1076"/>
        <pc:sldMkLst>
          <pc:docMk/>
          <pc:sldMk cId="977205501" sldId="322"/>
        </pc:sldMkLst>
      </pc:sldChg>
      <pc:sldChg chg="addSp modSp mod">
        <pc:chgData name="Sagar Aeri" userId="bd00f59c150191bf" providerId="LiveId" clId="{F77C47F5-7FC3-4943-A6C1-A0BE2516F087}" dt="2024-11-14T05:41:09.864" v="3651" actId="113"/>
        <pc:sldMkLst>
          <pc:docMk/>
          <pc:sldMk cId="3088173632" sldId="323"/>
        </pc:sldMkLst>
      </pc:sldChg>
      <pc:sldChg chg="delSp modSp del mod">
        <pc:chgData name="Sagar Aeri" userId="bd00f59c150191bf" providerId="LiveId" clId="{F77C47F5-7FC3-4943-A6C1-A0BE2516F087}" dt="2024-11-06T05:43:58.231" v="131" actId="47"/>
        <pc:sldMkLst>
          <pc:docMk/>
          <pc:sldMk cId="806104064" sldId="324"/>
        </pc:sldMkLst>
      </pc:sldChg>
      <pc:sldChg chg="delSp modSp add del mod">
        <pc:chgData name="Sagar Aeri" userId="bd00f59c150191bf" providerId="LiveId" clId="{F77C47F5-7FC3-4943-A6C1-A0BE2516F087}" dt="2024-11-14T06:38:37.154" v="3677" actId="47"/>
        <pc:sldMkLst>
          <pc:docMk/>
          <pc:sldMk cId="4258603990" sldId="325"/>
        </pc:sldMkLst>
      </pc:sldChg>
      <pc:sldChg chg="del">
        <pc:chgData name="Sagar Aeri" userId="bd00f59c150191bf" providerId="LiveId" clId="{F77C47F5-7FC3-4943-A6C1-A0BE2516F087}" dt="2024-11-06T05:44:11.073" v="132" actId="47"/>
        <pc:sldMkLst>
          <pc:docMk/>
          <pc:sldMk cId="32308903" sldId="326"/>
        </pc:sldMkLst>
      </pc:sldChg>
      <pc:sldChg chg="addSp delSp modSp mod">
        <pc:chgData name="Sagar Aeri" userId="bd00f59c150191bf" providerId="LiveId" clId="{F77C47F5-7FC3-4943-A6C1-A0BE2516F087}" dt="2024-11-07T06:24:28.652" v="1310" actId="1076"/>
        <pc:sldMkLst>
          <pc:docMk/>
          <pc:sldMk cId="2742745277" sldId="327"/>
        </pc:sldMkLst>
      </pc:sldChg>
      <pc:sldChg chg="del">
        <pc:chgData name="Sagar Aeri" userId="bd00f59c150191bf" providerId="LiveId" clId="{F77C47F5-7FC3-4943-A6C1-A0BE2516F087}" dt="2024-11-06T05:42:16.365" v="111" actId="47"/>
        <pc:sldMkLst>
          <pc:docMk/>
          <pc:sldMk cId="3434358019" sldId="328"/>
        </pc:sldMkLst>
      </pc:sldChg>
      <pc:sldChg chg="delSp modSp mod">
        <pc:chgData name="Sagar Aeri" userId="bd00f59c150191bf" providerId="LiveId" clId="{F77C47F5-7FC3-4943-A6C1-A0BE2516F087}" dt="2024-11-07T06:24:40.954" v="1313" actId="1076"/>
        <pc:sldMkLst>
          <pc:docMk/>
          <pc:sldMk cId="3816356263" sldId="329"/>
        </pc:sldMkLst>
      </pc:sldChg>
      <pc:sldChg chg="delSp modSp del mod">
        <pc:chgData name="Sagar Aeri" userId="bd00f59c150191bf" providerId="LiveId" clId="{F77C47F5-7FC3-4943-A6C1-A0BE2516F087}" dt="2024-11-07T06:29:34.172" v="1376" actId="47"/>
        <pc:sldMkLst>
          <pc:docMk/>
          <pc:sldMk cId="1904389272" sldId="330"/>
        </pc:sldMkLst>
      </pc:sldChg>
      <pc:sldChg chg="addSp delSp modSp mod ord">
        <pc:chgData name="Sagar Aeri" userId="bd00f59c150191bf" providerId="LiveId" clId="{F77C47F5-7FC3-4943-A6C1-A0BE2516F087}" dt="2024-11-14T06:41:06.914" v="3689" actId="113"/>
        <pc:sldMkLst>
          <pc:docMk/>
          <pc:sldMk cId="1751066193" sldId="331"/>
        </pc:sldMkLst>
      </pc:sldChg>
      <pc:sldChg chg="addSp delSp modSp del mod">
        <pc:chgData name="Sagar Aeri" userId="bd00f59c150191bf" providerId="LiveId" clId="{F77C47F5-7FC3-4943-A6C1-A0BE2516F087}" dt="2024-11-14T06:56:11.853" v="3718" actId="47"/>
        <pc:sldMkLst>
          <pc:docMk/>
          <pc:sldMk cId="4177871835" sldId="332"/>
        </pc:sldMkLst>
      </pc:sldChg>
      <pc:sldChg chg="modSp mod">
        <pc:chgData name="Sagar Aeri" userId="bd00f59c150191bf" providerId="LiveId" clId="{F77C47F5-7FC3-4943-A6C1-A0BE2516F087}" dt="2024-11-19T06:35:57.385" v="3976" actId="313"/>
        <pc:sldMkLst>
          <pc:docMk/>
          <pc:sldMk cId="3711556561" sldId="333"/>
        </pc:sldMkLst>
      </pc:sldChg>
      <pc:sldChg chg="addSp delSp modSp new mod">
        <pc:chgData name="Sagar Aeri" userId="bd00f59c150191bf" providerId="LiveId" clId="{F77C47F5-7FC3-4943-A6C1-A0BE2516F087}" dt="2024-11-11T10:45:20.215" v="2352" actId="478"/>
        <pc:sldMkLst>
          <pc:docMk/>
          <pc:sldMk cId="1536350337" sldId="334"/>
        </pc:sldMkLst>
      </pc:sldChg>
      <pc:sldChg chg="addSp modSp new mod">
        <pc:chgData name="Sagar Aeri" userId="bd00f59c150191bf" providerId="LiveId" clId="{F77C47F5-7FC3-4943-A6C1-A0BE2516F087}" dt="2024-11-18T03:47:02.164" v="3727" actId="113"/>
        <pc:sldMkLst>
          <pc:docMk/>
          <pc:sldMk cId="1483158100" sldId="335"/>
        </pc:sldMkLst>
      </pc:sldChg>
      <pc:sldChg chg="addSp modSp new del mod">
        <pc:chgData name="Sagar Aeri" userId="bd00f59c150191bf" providerId="LiveId" clId="{F77C47F5-7FC3-4943-A6C1-A0BE2516F087}" dt="2024-11-11T08:24:22.950" v="2004" actId="47"/>
        <pc:sldMkLst>
          <pc:docMk/>
          <pc:sldMk cId="2194295898" sldId="336"/>
        </pc:sldMkLst>
      </pc:sldChg>
      <pc:sldChg chg="new del">
        <pc:chgData name="Sagar Aeri" userId="bd00f59c150191bf" providerId="LiveId" clId="{F77C47F5-7FC3-4943-A6C1-A0BE2516F087}" dt="2024-11-07T04:31:08.860" v="667" actId="680"/>
        <pc:sldMkLst>
          <pc:docMk/>
          <pc:sldMk cId="3128712455" sldId="336"/>
        </pc:sldMkLst>
      </pc:sldChg>
      <pc:sldChg chg="addSp modSp new add del mod ord">
        <pc:chgData name="Sagar Aeri" userId="bd00f59c150191bf" providerId="LiveId" clId="{F77C47F5-7FC3-4943-A6C1-A0BE2516F087}" dt="2024-11-12T08:51:54.370" v="3250" actId="47"/>
        <pc:sldMkLst>
          <pc:docMk/>
          <pc:sldMk cId="2571759904" sldId="337"/>
        </pc:sldMkLst>
      </pc:sldChg>
      <pc:sldChg chg="addSp modSp new mod">
        <pc:chgData name="Sagar Aeri" userId="bd00f59c150191bf" providerId="LiveId" clId="{F77C47F5-7FC3-4943-A6C1-A0BE2516F087}" dt="2024-11-07T06:13:26.752" v="1228" actId="1076"/>
        <pc:sldMkLst>
          <pc:docMk/>
          <pc:sldMk cId="532918866" sldId="338"/>
        </pc:sldMkLst>
      </pc:sldChg>
      <pc:sldChg chg="addSp delSp modSp new del mod">
        <pc:chgData name="Sagar Aeri" userId="bd00f59c150191bf" providerId="LiveId" clId="{F77C47F5-7FC3-4943-A6C1-A0BE2516F087}" dt="2024-11-07T04:56:46.812" v="834" actId="47"/>
        <pc:sldMkLst>
          <pc:docMk/>
          <pc:sldMk cId="2438912258" sldId="338"/>
        </pc:sldMkLst>
      </pc:sldChg>
      <pc:sldChg chg="addSp modSp new add del mod ord">
        <pc:chgData name="Sagar Aeri" userId="bd00f59c150191bf" providerId="LiveId" clId="{F77C47F5-7FC3-4943-A6C1-A0BE2516F087}" dt="2024-11-13T08:45:45.180" v="3403"/>
        <pc:sldMkLst>
          <pc:docMk/>
          <pc:sldMk cId="3093451458" sldId="339"/>
        </pc:sldMkLst>
      </pc:sldChg>
      <pc:sldChg chg="addSp modSp new del mod">
        <pc:chgData name="Sagar Aeri" userId="bd00f59c150191bf" providerId="LiveId" clId="{F77C47F5-7FC3-4943-A6C1-A0BE2516F087}" dt="2024-11-11T10:27:17.783" v="2257" actId="47"/>
        <pc:sldMkLst>
          <pc:docMk/>
          <pc:sldMk cId="1264410018" sldId="340"/>
        </pc:sldMkLst>
      </pc:sldChg>
      <pc:sldChg chg="addSp delSp modSp new mod">
        <pc:chgData name="Sagar Aeri" userId="bd00f59c150191bf" providerId="LiveId" clId="{F77C47F5-7FC3-4943-A6C1-A0BE2516F087}" dt="2024-11-13T08:44:50.337" v="3395" actId="20577"/>
        <pc:sldMkLst>
          <pc:docMk/>
          <pc:sldMk cId="1326651776" sldId="341"/>
        </pc:sldMkLst>
      </pc:sldChg>
      <pc:sldChg chg="addSp delSp modSp new mod modTransition modAnim">
        <pc:chgData name="Sagar Aeri" userId="bd00f59c150191bf" providerId="LiveId" clId="{F77C47F5-7FC3-4943-A6C1-A0BE2516F087}" dt="2024-11-13T08:49:12.181" v="3458" actId="113"/>
        <pc:sldMkLst>
          <pc:docMk/>
          <pc:sldMk cId="153270043" sldId="342"/>
        </pc:sldMkLst>
      </pc:sldChg>
      <pc:sldChg chg="addSp delSp modSp new mod">
        <pc:chgData name="Sagar Aeri" userId="bd00f59c150191bf" providerId="LiveId" clId="{F77C47F5-7FC3-4943-A6C1-A0BE2516F087}" dt="2024-11-19T09:19:50.355" v="4387" actId="20577"/>
        <pc:sldMkLst>
          <pc:docMk/>
          <pc:sldMk cId="297769485" sldId="343"/>
        </pc:sldMkLst>
      </pc:sldChg>
      <pc:sldChg chg="addSp delSp modSp new del mod">
        <pc:chgData name="Sagar Aeri" userId="bd00f59c150191bf" providerId="LiveId" clId="{F77C47F5-7FC3-4943-A6C1-A0BE2516F087}" dt="2024-11-13T09:05:54.573" v="3591" actId="47"/>
        <pc:sldMkLst>
          <pc:docMk/>
          <pc:sldMk cId="3413148093" sldId="344"/>
        </pc:sldMkLst>
      </pc:sldChg>
      <pc:sldChg chg="addSp delSp modSp new mod">
        <pc:chgData name="Sagar Aeri" userId="bd00f59c150191bf" providerId="LiveId" clId="{F77C47F5-7FC3-4943-A6C1-A0BE2516F087}" dt="2024-11-19T09:27:02.971" v="4421" actId="20577"/>
        <pc:sldMkLst>
          <pc:docMk/>
          <pc:sldMk cId="1864323256" sldId="345"/>
        </pc:sldMkLst>
      </pc:sldChg>
      <pc:sldChg chg="addSp delSp modSp new mod modTransition">
        <pc:chgData name="Sagar Aeri" userId="bd00f59c150191bf" providerId="LiveId" clId="{F77C47F5-7FC3-4943-A6C1-A0BE2516F087}" dt="2024-11-19T09:51:43.598" v="4519" actId="20577"/>
        <pc:sldMkLst>
          <pc:docMk/>
          <pc:sldMk cId="2375522282" sldId="346"/>
        </pc:sldMkLst>
      </pc:sldChg>
      <pc:sldChg chg="addSp modSp new mod ord">
        <pc:chgData name="Sagar Aeri" userId="bd00f59c150191bf" providerId="LiveId" clId="{F77C47F5-7FC3-4943-A6C1-A0BE2516F087}" dt="2024-11-11T08:12:25.258" v="1933" actId="14100"/>
        <pc:sldMkLst>
          <pc:docMk/>
          <pc:sldMk cId="3836743292" sldId="347"/>
        </pc:sldMkLst>
      </pc:sldChg>
      <pc:sldChg chg="addSp delSp modSp new mod">
        <pc:chgData name="Sagar Aeri" userId="bd00f59c150191bf" providerId="LiveId" clId="{F77C47F5-7FC3-4943-A6C1-A0BE2516F087}" dt="2024-11-11T07:44:06.419" v="1741" actId="732"/>
        <pc:sldMkLst>
          <pc:docMk/>
          <pc:sldMk cId="2518587705" sldId="348"/>
        </pc:sldMkLst>
      </pc:sldChg>
      <pc:sldChg chg="addSp modSp new mod">
        <pc:chgData name="Sagar Aeri" userId="bd00f59c150191bf" providerId="LiveId" clId="{F77C47F5-7FC3-4943-A6C1-A0BE2516F087}" dt="2024-11-18T03:42:01.988" v="3723" actId="1076"/>
        <pc:sldMkLst>
          <pc:docMk/>
          <pc:sldMk cId="1785556818" sldId="349"/>
        </pc:sldMkLst>
      </pc:sldChg>
      <pc:sldChg chg="addSp delSp modSp new mod">
        <pc:chgData name="Sagar Aeri" userId="bd00f59c150191bf" providerId="LiveId" clId="{F77C47F5-7FC3-4943-A6C1-A0BE2516F087}" dt="2024-11-11T07:51:55.355" v="1872" actId="1076"/>
        <pc:sldMkLst>
          <pc:docMk/>
          <pc:sldMk cId="640187204" sldId="350"/>
        </pc:sldMkLst>
      </pc:sldChg>
      <pc:sldChg chg="addSp delSp modSp new mod">
        <pc:chgData name="Sagar Aeri" userId="bd00f59c150191bf" providerId="LiveId" clId="{F77C47F5-7FC3-4943-A6C1-A0BE2516F087}" dt="2024-11-11T07:34:43.154" v="1699" actId="1076"/>
        <pc:sldMkLst>
          <pc:docMk/>
          <pc:sldMk cId="679763887" sldId="351"/>
        </pc:sldMkLst>
      </pc:sldChg>
      <pc:sldChg chg="addSp delSp modSp new add del mod">
        <pc:chgData name="Sagar Aeri" userId="bd00f59c150191bf" providerId="LiveId" clId="{F77C47F5-7FC3-4943-A6C1-A0BE2516F087}" dt="2024-11-12T08:51:56.248" v="3252" actId="478"/>
        <pc:sldMkLst>
          <pc:docMk/>
          <pc:sldMk cId="3450573304" sldId="352"/>
        </pc:sldMkLst>
      </pc:sldChg>
      <pc:sldChg chg="addSp delSp modSp new add del mod">
        <pc:chgData name="Sagar Aeri" userId="bd00f59c150191bf" providerId="LiveId" clId="{F77C47F5-7FC3-4943-A6C1-A0BE2516F087}" dt="2024-11-12T08:51:55.401" v="3251" actId="47"/>
        <pc:sldMkLst>
          <pc:docMk/>
          <pc:sldMk cId="645906042" sldId="353"/>
        </pc:sldMkLst>
      </pc:sldChg>
      <pc:sldChg chg="addSp modSp new add del mod">
        <pc:chgData name="Sagar Aeri" userId="bd00f59c150191bf" providerId="LiveId" clId="{F77C47F5-7FC3-4943-A6C1-A0BE2516F087}" dt="2024-11-12T08:52:20.475" v="3253" actId="1076"/>
        <pc:sldMkLst>
          <pc:docMk/>
          <pc:sldMk cId="2045837786" sldId="354"/>
        </pc:sldMkLst>
      </pc:sldChg>
      <pc:sldChg chg="addSp modSp new del mod">
        <pc:chgData name="Sagar Aeri" userId="bd00f59c150191bf" providerId="LiveId" clId="{F77C47F5-7FC3-4943-A6C1-A0BE2516F087}" dt="2024-11-12T05:56:15.839" v="3110" actId="47"/>
        <pc:sldMkLst>
          <pc:docMk/>
          <pc:sldMk cId="433650280" sldId="355"/>
        </pc:sldMkLst>
      </pc:sldChg>
      <pc:sldChg chg="addSp modSp new del mod">
        <pc:chgData name="Sagar Aeri" userId="bd00f59c150191bf" providerId="LiveId" clId="{F77C47F5-7FC3-4943-A6C1-A0BE2516F087}" dt="2024-11-12T05:56:16.554" v="3111" actId="47"/>
        <pc:sldMkLst>
          <pc:docMk/>
          <pc:sldMk cId="175143042" sldId="356"/>
        </pc:sldMkLst>
      </pc:sldChg>
      <pc:sldChg chg="addSp delSp modSp new del mod">
        <pc:chgData name="Sagar Aeri" userId="bd00f59c150191bf" providerId="LiveId" clId="{F77C47F5-7FC3-4943-A6C1-A0BE2516F087}" dt="2024-11-13T08:45:14.452" v="3399" actId="47"/>
        <pc:sldMkLst>
          <pc:docMk/>
          <pc:sldMk cId="4173382148" sldId="357"/>
        </pc:sldMkLst>
      </pc:sldChg>
      <pc:sldChg chg="addSp new del mod">
        <pc:chgData name="Sagar Aeri" userId="bd00f59c150191bf" providerId="LiveId" clId="{F77C47F5-7FC3-4943-A6C1-A0BE2516F087}" dt="2024-11-13T08:45:11.671" v="3398" actId="47"/>
        <pc:sldMkLst>
          <pc:docMk/>
          <pc:sldMk cId="40515891" sldId="358"/>
        </pc:sldMkLst>
      </pc:sldChg>
      <pc:sldChg chg="addSp delSp modSp new del mod">
        <pc:chgData name="Sagar Aeri" userId="bd00f59c150191bf" providerId="LiveId" clId="{F77C47F5-7FC3-4943-A6C1-A0BE2516F087}" dt="2024-11-13T08:45:08.969" v="3397" actId="47"/>
        <pc:sldMkLst>
          <pc:docMk/>
          <pc:sldMk cId="3297966816" sldId="359"/>
        </pc:sldMkLst>
      </pc:sldChg>
      <pc:sldChg chg="addSp delSp modSp new del mod">
        <pc:chgData name="Sagar Aeri" userId="bd00f59c150191bf" providerId="LiveId" clId="{F77C47F5-7FC3-4943-A6C1-A0BE2516F087}" dt="2024-11-13T08:45:06.797" v="3396" actId="47"/>
        <pc:sldMkLst>
          <pc:docMk/>
          <pc:sldMk cId="1727798744" sldId="360"/>
        </pc:sldMkLst>
      </pc:sldChg>
      <pc:sldChg chg="addSp delSp modSp new mod modAnim">
        <pc:chgData name="Sagar Aeri" userId="bd00f59c150191bf" providerId="LiveId" clId="{F77C47F5-7FC3-4943-A6C1-A0BE2516F087}" dt="2024-11-11T10:26:51.116" v="2253"/>
        <pc:sldMkLst>
          <pc:docMk/>
          <pc:sldMk cId="2464010259" sldId="361"/>
        </pc:sldMkLst>
      </pc:sldChg>
      <pc:sldChg chg="addSp delSp modSp new add del mod">
        <pc:chgData name="Sagar Aeri" userId="bd00f59c150191bf" providerId="LiveId" clId="{F77C47F5-7FC3-4943-A6C1-A0BE2516F087}" dt="2024-11-11T11:11:38.496" v="2670" actId="1076"/>
        <pc:sldMkLst>
          <pc:docMk/>
          <pc:sldMk cId="1722249915" sldId="362"/>
        </pc:sldMkLst>
      </pc:sldChg>
      <pc:sldChg chg="addSp delSp modSp add mod">
        <pc:chgData name="Sagar Aeri" userId="bd00f59c150191bf" providerId="LiveId" clId="{F77C47F5-7FC3-4943-A6C1-A0BE2516F087}" dt="2024-11-11T11:01:29.697" v="2517" actId="1076"/>
        <pc:sldMkLst>
          <pc:docMk/>
          <pc:sldMk cId="2706357784" sldId="363"/>
        </pc:sldMkLst>
      </pc:sldChg>
      <pc:sldChg chg="addSp delSp modSp new mod">
        <pc:chgData name="Sagar Aeri" userId="bd00f59c150191bf" providerId="LiveId" clId="{F77C47F5-7FC3-4943-A6C1-A0BE2516F087}" dt="2024-11-11T11:09:03.828" v="2638" actId="1076"/>
        <pc:sldMkLst>
          <pc:docMk/>
          <pc:sldMk cId="1578036436" sldId="364"/>
        </pc:sldMkLst>
      </pc:sldChg>
      <pc:sldChg chg="addSp delSp modSp add mod ord">
        <pc:chgData name="Sagar Aeri" userId="bd00f59c150191bf" providerId="LiveId" clId="{F77C47F5-7FC3-4943-A6C1-A0BE2516F087}" dt="2024-11-11T11:06:10.933" v="2580" actId="1076"/>
        <pc:sldMkLst>
          <pc:docMk/>
          <pc:sldMk cId="2735950364" sldId="365"/>
        </pc:sldMkLst>
      </pc:sldChg>
      <pc:sldChg chg="new del">
        <pc:chgData name="Sagar Aeri" userId="bd00f59c150191bf" providerId="LiveId" clId="{F77C47F5-7FC3-4943-A6C1-A0BE2516F087}" dt="2024-11-11T11:02:02.661" v="2522" actId="47"/>
        <pc:sldMkLst>
          <pc:docMk/>
          <pc:sldMk cId="2900107959" sldId="365"/>
        </pc:sldMkLst>
      </pc:sldChg>
      <pc:sldChg chg="addSp modSp add mod">
        <pc:chgData name="Sagar Aeri" userId="bd00f59c150191bf" providerId="LiveId" clId="{F77C47F5-7FC3-4943-A6C1-A0BE2516F087}" dt="2024-11-13T08:40:43.961" v="3305" actId="20577"/>
        <pc:sldMkLst>
          <pc:docMk/>
          <pc:sldMk cId="1354229238" sldId="366"/>
        </pc:sldMkLst>
      </pc:sldChg>
      <pc:sldChg chg="add del">
        <pc:chgData name="Sagar Aeri" userId="bd00f59c150191bf" providerId="LiveId" clId="{F77C47F5-7FC3-4943-A6C1-A0BE2516F087}" dt="2024-11-11T11:01:59.723" v="2521"/>
        <pc:sldMkLst>
          <pc:docMk/>
          <pc:sldMk cId="1982259630" sldId="366"/>
        </pc:sldMkLst>
      </pc:sldChg>
      <pc:sldChg chg="modSp add mod">
        <pc:chgData name="Sagar Aeri" userId="bd00f59c150191bf" providerId="LiveId" clId="{F77C47F5-7FC3-4943-A6C1-A0BE2516F087}" dt="2024-11-13T08:41:31.721" v="3306" actId="20577"/>
        <pc:sldMkLst>
          <pc:docMk/>
          <pc:sldMk cId="3245966128" sldId="367"/>
        </pc:sldMkLst>
      </pc:sldChg>
      <pc:sldChg chg="addSp delSp modSp new mod ord">
        <pc:chgData name="Sagar Aeri" userId="bd00f59c150191bf" providerId="LiveId" clId="{F77C47F5-7FC3-4943-A6C1-A0BE2516F087}" dt="2024-11-18T04:03:51.427" v="3730" actId="113"/>
        <pc:sldMkLst>
          <pc:docMk/>
          <pc:sldMk cId="497684489" sldId="368"/>
        </pc:sldMkLst>
      </pc:sldChg>
      <pc:sldChg chg="addSp delSp modSp add mod">
        <pc:chgData name="Sagar Aeri" userId="bd00f59c150191bf" providerId="LiveId" clId="{F77C47F5-7FC3-4943-A6C1-A0BE2516F087}" dt="2024-11-13T08:43:52.777" v="3358" actId="1076"/>
        <pc:sldMkLst>
          <pc:docMk/>
          <pc:sldMk cId="345129995" sldId="369"/>
        </pc:sldMkLst>
      </pc:sldChg>
      <pc:sldChg chg="addSp delSp modSp add mod">
        <pc:chgData name="Sagar Aeri" userId="bd00f59c150191bf" providerId="LiveId" clId="{F77C47F5-7FC3-4943-A6C1-A0BE2516F087}" dt="2024-11-13T08:44:16.904" v="3362" actId="1076"/>
        <pc:sldMkLst>
          <pc:docMk/>
          <pc:sldMk cId="257574389" sldId="370"/>
        </pc:sldMkLst>
      </pc:sldChg>
      <pc:sldChg chg="addSp modSp new mod ord">
        <pc:chgData name="Sagar Aeri" userId="bd00f59c150191bf" providerId="LiveId" clId="{F77C47F5-7FC3-4943-A6C1-A0BE2516F087}" dt="2024-11-13T05:43:01.614" v="3271" actId="1076"/>
        <pc:sldMkLst>
          <pc:docMk/>
          <pc:sldMk cId="2002814349" sldId="371"/>
        </pc:sldMkLst>
      </pc:sldChg>
      <pc:sldChg chg="addSp modSp new del mod">
        <pc:chgData name="Sagar Aeri" userId="bd00f59c150191bf" providerId="LiveId" clId="{F77C47F5-7FC3-4943-A6C1-A0BE2516F087}" dt="2024-11-12T08:47:33.073" v="3208" actId="47"/>
        <pc:sldMkLst>
          <pc:docMk/>
          <pc:sldMk cId="2736335763" sldId="372"/>
        </pc:sldMkLst>
      </pc:sldChg>
      <pc:sldChg chg="addSp modSp new del mod">
        <pc:chgData name="Sagar Aeri" userId="bd00f59c150191bf" providerId="LiveId" clId="{F77C47F5-7FC3-4943-A6C1-A0BE2516F087}" dt="2024-11-12T04:27:32.224" v="2928" actId="47"/>
        <pc:sldMkLst>
          <pc:docMk/>
          <pc:sldMk cId="4070543687" sldId="372"/>
        </pc:sldMkLst>
      </pc:sldChg>
      <pc:sldChg chg="addSp delSp modSp new del mod">
        <pc:chgData name="Sagar Aeri" userId="bd00f59c150191bf" providerId="LiveId" clId="{F77C47F5-7FC3-4943-A6C1-A0BE2516F087}" dt="2024-11-12T05:05:46.388" v="3091" actId="47"/>
        <pc:sldMkLst>
          <pc:docMk/>
          <pc:sldMk cId="2818585041" sldId="373"/>
        </pc:sldMkLst>
      </pc:sldChg>
      <pc:sldChg chg="addSp modSp new del mod">
        <pc:chgData name="Sagar Aeri" userId="bd00f59c150191bf" providerId="LiveId" clId="{F77C47F5-7FC3-4943-A6C1-A0BE2516F087}" dt="2024-11-12T04:27:33.349" v="2929" actId="47"/>
        <pc:sldMkLst>
          <pc:docMk/>
          <pc:sldMk cId="3055636220" sldId="373"/>
        </pc:sldMkLst>
      </pc:sldChg>
      <pc:sldChg chg="addSp delSp modSp new mod">
        <pc:chgData name="Sagar Aeri" userId="bd00f59c150191bf" providerId="LiveId" clId="{F77C47F5-7FC3-4943-A6C1-A0BE2516F087}" dt="2024-11-13T08:37:52.902" v="3291" actId="732"/>
        <pc:sldMkLst>
          <pc:docMk/>
          <pc:sldMk cId="2656894663" sldId="374"/>
        </pc:sldMkLst>
      </pc:sldChg>
      <pc:sldChg chg="addSp delSp modSp new mod">
        <pc:chgData name="Sagar Aeri" userId="bd00f59c150191bf" providerId="LiveId" clId="{F77C47F5-7FC3-4943-A6C1-A0BE2516F087}" dt="2024-11-12T08:49:02.435" v="3241" actId="1076"/>
        <pc:sldMkLst>
          <pc:docMk/>
          <pc:sldMk cId="2114280195" sldId="375"/>
        </pc:sldMkLst>
      </pc:sldChg>
      <pc:sldChg chg="addSp modSp new del mod">
        <pc:chgData name="Sagar Aeri" userId="bd00f59c150191bf" providerId="LiveId" clId="{F77C47F5-7FC3-4943-A6C1-A0BE2516F087}" dt="2024-11-12T06:02:55.530" v="3112" actId="47"/>
        <pc:sldMkLst>
          <pc:docMk/>
          <pc:sldMk cId="687101613" sldId="376"/>
        </pc:sldMkLst>
      </pc:sldChg>
      <pc:sldChg chg="addSp modSp new mod">
        <pc:chgData name="Sagar Aeri" userId="bd00f59c150191bf" providerId="LiveId" clId="{F77C47F5-7FC3-4943-A6C1-A0BE2516F087}" dt="2024-11-12T04:55:29.194" v="3020" actId="1076"/>
        <pc:sldMkLst>
          <pc:docMk/>
          <pc:sldMk cId="994208203" sldId="377"/>
        </pc:sldMkLst>
      </pc:sldChg>
      <pc:sldChg chg="addSp delSp modSp new mod">
        <pc:chgData name="Sagar Aeri" userId="bd00f59c150191bf" providerId="LiveId" clId="{F77C47F5-7FC3-4943-A6C1-A0BE2516F087}" dt="2024-11-13T05:49:17.887" v="3280" actId="1076"/>
        <pc:sldMkLst>
          <pc:docMk/>
          <pc:sldMk cId="3828135411" sldId="378"/>
        </pc:sldMkLst>
      </pc:sldChg>
      <pc:sldChg chg="addSp modSp new mod">
        <pc:chgData name="Sagar Aeri" userId="bd00f59c150191bf" providerId="LiveId" clId="{F77C47F5-7FC3-4943-A6C1-A0BE2516F087}" dt="2024-11-12T08:35:54.010" v="3125" actId="1076"/>
        <pc:sldMkLst>
          <pc:docMk/>
          <pc:sldMk cId="2515609865" sldId="379"/>
        </pc:sldMkLst>
      </pc:sldChg>
      <pc:sldChg chg="addSp modSp new mod ord">
        <pc:chgData name="Sagar Aeri" userId="bd00f59c150191bf" providerId="LiveId" clId="{F77C47F5-7FC3-4943-A6C1-A0BE2516F087}" dt="2024-11-14T05:06:34.974" v="3637" actId="20578"/>
        <pc:sldMkLst>
          <pc:docMk/>
          <pc:sldMk cId="431538758" sldId="380"/>
        </pc:sldMkLst>
      </pc:sldChg>
      <pc:sldChg chg="addSp delSp modSp new del mod">
        <pc:chgData name="Sagar Aeri" userId="bd00f59c150191bf" providerId="LiveId" clId="{F77C47F5-7FC3-4943-A6C1-A0BE2516F087}" dt="2024-11-13T09:13:15.999" v="3615" actId="47"/>
        <pc:sldMkLst>
          <pc:docMk/>
          <pc:sldMk cId="767095594" sldId="381"/>
        </pc:sldMkLst>
      </pc:sldChg>
      <pc:sldChg chg="addSp modSp new mod">
        <pc:chgData name="Sagar Aeri" userId="bd00f59c150191bf" providerId="LiveId" clId="{F77C47F5-7FC3-4943-A6C1-A0BE2516F087}" dt="2024-11-13T09:16:59.576" v="3631" actId="20577"/>
        <pc:sldMkLst>
          <pc:docMk/>
          <pc:sldMk cId="3105993533" sldId="382"/>
        </pc:sldMkLst>
      </pc:sldChg>
      <pc:sldChg chg="addSp modSp new del mod">
        <pc:chgData name="Sagar Aeri" userId="bd00f59c150191bf" providerId="LiveId" clId="{F77C47F5-7FC3-4943-A6C1-A0BE2516F087}" dt="2024-11-13T09:16:20.859" v="3624" actId="47"/>
        <pc:sldMkLst>
          <pc:docMk/>
          <pc:sldMk cId="730947935" sldId="383"/>
        </pc:sldMkLst>
      </pc:sldChg>
      <pc:sldChg chg="addSp modSp new mod">
        <pc:chgData name="Sagar Aeri" userId="bd00f59c150191bf" providerId="LiveId" clId="{F77C47F5-7FC3-4943-A6C1-A0BE2516F087}" dt="2024-11-13T05:57:44.263" v="3290" actId="1076"/>
        <pc:sldMkLst>
          <pc:docMk/>
          <pc:sldMk cId="2573913986" sldId="384"/>
        </pc:sldMkLst>
      </pc:sldChg>
      <pc:sldChg chg="addSp modSp new mod ord">
        <pc:chgData name="Sagar Aeri" userId="bd00f59c150191bf" providerId="LiveId" clId="{F77C47F5-7FC3-4943-A6C1-A0BE2516F087}" dt="2024-11-14T05:06:55.155" v="3643"/>
        <pc:sldMkLst>
          <pc:docMk/>
          <pc:sldMk cId="1883759326" sldId="385"/>
        </pc:sldMkLst>
      </pc:sldChg>
      <pc:sldChg chg="addSp delSp modSp new mod">
        <pc:chgData name="Sagar Aeri" userId="bd00f59c150191bf" providerId="LiveId" clId="{F77C47F5-7FC3-4943-A6C1-A0BE2516F087}" dt="2024-11-19T06:33:55.896" v="3940" actId="20577"/>
        <pc:sldMkLst>
          <pc:docMk/>
          <pc:sldMk cId="3435627123" sldId="386"/>
        </pc:sldMkLst>
      </pc:sldChg>
      <pc:sldChg chg="addSp modSp new mod">
        <pc:chgData name="Sagar Aeri" userId="bd00f59c150191bf" providerId="LiveId" clId="{F77C47F5-7FC3-4943-A6C1-A0BE2516F087}" dt="2024-11-14T06:38:26.882" v="3674" actId="1076"/>
        <pc:sldMkLst>
          <pc:docMk/>
          <pc:sldMk cId="274340555" sldId="387"/>
        </pc:sldMkLst>
      </pc:sldChg>
      <pc:sldChg chg="addSp modSp new mod">
        <pc:chgData name="Sagar Aeri" userId="bd00f59c150191bf" providerId="LiveId" clId="{F77C47F5-7FC3-4943-A6C1-A0BE2516F087}" dt="2024-11-19T06:34:57.479" v="3965" actId="1076"/>
        <pc:sldMkLst>
          <pc:docMk/>
          <pc:sldMk cId="2224666043" sldId="388"/>
        </pc:sldMkLst>
      </pc:sldChg>
      <pc:sldChg chg="addSp modSp new mod">
        <pc:chgData name="Sagar Aeri" userId="bd00f59c150191bf" providerId="LiveId" clId="{F77C47F5-7FC3-4943-A6C1-A0BE2516F087}" dt="2024-11-19T06:35:46.803" v="3975" actId="1076"/>
        <pc:sldMkLst>
          <pc:docMk/>
          <pc:sldMk cId="1275768523" sldId="389"/>
        </pc:sldMkLst>
      </pc:sldChg>
      <pc:sldChg chg="addSp delSp modSp mod">
        <pc:chgData name="Sagar Aeri" userId="bd00f59c150191bf" providerId="LiveId" clId="{F77C47F5-7FC3-4943-A6C1-A0BE2516F087}" dt="2024-11-19T04:28:14.108" v="3841" actId="1076"/>
        <pc:sldMkLst>
          <pc:docMk/>
          <pc:sldMk cId="2477709411" sldId="391"/>
        </pc:sldMkLst>
      </pc:sldChg>
      <pc:sldChg chg="addSp modSp new mod">
        <pc:chgData name="Sagar Aeri" userId="bd00f59c150191bf" providerId="LiveId" clId="{F77C47F5-7FC3-4943-A6C1-A0BE2516F087}" dt="2024-11-19T06:30:56.916" v="3880" actId="1076"/>
        <pc:sldMkLst>
          <pc:docMk/>
          <pc:sldMk cId="1058043964" sldId="392"/>
        </pc:sldMkLst>
      </pc:sldChg>
      <pc:sldChg chg="addSp delSp modSp new del mod">
        <pc:chgData name="Sagar Aeri" userId="bd00f59c150191bf" providerId="LiveId" clId="{F77C47F5-7FC3-4943-A6C1-A0BE2516F087}" dt="2024-11-19T06:44:07.002" v="4002" actId="47"/>
        <pc:sldMkLst>
          <pc:docMk/>
          <pc:sldMk cId="1787381886" sldId="393"/>
        </pc:sldMkLst>
      </pc:sldChg>
    </pc:docChg>
  </pc:docChgLst>
  <pc:docChgLst>
    <pc:chgData name="Sagar Aeri" userId="bd00f59c150191bf" providerId="LiveId" clId="{E8FCB0AB-3A15-4853-B52A-C1E66AE2557E}"/>
    <pc:docChg chg="undo custSel addSld delSld modSld modMainMaster">
      <pc:chgData name="Sagar Aeri" userId="bd00f59c150191bf" providerId="LiveId" clId="{E8FCB0AB-3A15-4853-B52A-C1E66AE2557E}" dt="2025-09-22T03:58:14.845" v="1149" actId="1076"/>
      <pc:docMkLst>
        <pc:docMk/>
      </pc:docMkLst>
      <pc:sldChg chg="modTransition">
        <pc:chgData name="Sagar Aeri" userId="bd00f59c150191bf" providerId="LiveId" clId="{E8FCB0AB-3A15-4853-B52A-C1E66AE2557E}" dt="2025-09-11T04:26:28.981" v="393"/>
        <pc:sldMkLst>
          <pc:docMk/>
          <pc:sldMk cId="1317064348" sldId="268"/>
        </pc:sldMkLst>
      </pc:sldChg>
      <pc:sldChg chg="addSp delSp modSp mod modTransition">
        <pc:chgData name="Sagar Aeri" userId="bd00f59c150191bf" providerId="LiveId" clId="{E8FCB0AB-3A15-4853-B52A-C1E66AE2557E}" dt="2025-09-11T04:26:28.981" v="393"/>
        <pc:sldMkLst>
          <pc:docMk/>
          <pc:sldMk cId="4026786735" sldId="269"/>
        </pc:sldMkLst>
        <pc:spChg chg="mod">
          <ac:chgData name="Sagar Aeri" userId="bd00f59c150191bf" providerId="LiveId" clId="{E8FCB0AB-3A15-4853-B52A-C1E66AE2557E}" dt="2025-09-11T04:09:07.635" v="77" actId="1076"/>
          <ac:spMkLst>
            <pc:docMk/>
            <pc:sldMk cId="4026786735" sldId="269"/>
            <ac:spMk id="2" creationId="{ED9B89B2-2475-503F-BE21-AD5F0875164F}"/>
          </ac:spMkLst>
        </pc:spChg>
        <pc:graphicFrameChg chg="add mod modGraphic">
          <ac:chgData name="Sagar Aeri" userId="bd00f59c150191bf" providerId="LiveId" clId="{E8FCB0AB-3A15-4853-B52A-C1E66AE2557E}" dt="2025-09-11T04:09:23.094" v="82" actId="403"/>
          <ac:graphicFrameMkLst>
            <pc:docMk/>
            <pc:sldMk cId="4026786735" sldId="269"/>
            <ac:graphicFrameMk id="3" creationId="{CF35A484-DDA1-5B7D-306B-A9373A2833D9}"/>
          </ac:graphicFrameMkLst>
        </pc:graphicFrameChg>
      </pc:sldChg>
      <pc:sldChg chg="modTransition">
        <pc:chgData name="Sagar Aeri" userId="bd00f59c150191bf" providerId="LiveId" clId="{E8FCB0AB-3A15-4853-B52A-C1E66AE2557E}" dt="2025-09-11T04:26:28.981" v="393"/>
        <pc:sldMkLst>
          <pc:docMk/>
          <pc:sldMk cId="1669617729" sldId="271"/>
        </pc:sldMkLst>
      </pc:sldChg>
      <pc:sldChg chg="modTransition">
        <pc:chgData name="Sagar Aeri" userId="bd00f59c150191bf" providerId="LiveId" clId="{E8FCB0AB-3A15-4853-B52A-C1E66AE2557E}" dt="2025-09-11T04:26:28.981" v="393"/>
        <pc:sldMkLst>
          <pc:docMk/>
          <pc:sldMk cId="3296727230" sldId="272"/>
        </pc:sldMkLst>
      </pc:sldChg>
      <pc:sldChg chg="modTransition">
        <pc:chgData name="Sagar Aeri" userId="bd00f59c150191bf" providerId="LiveId" clId="{E8FCB0AB-3A15-4853-B52A-C1E66AE2557E}" dt="2025-09-11T04:26:28.981" v="393"/>
        <pc:sldMkLst>
          <pc:docMk/>
          <pc:sldMk cId="1499501016" sldId="273"/>
        </pc:sldMkLst>
      </pc:sldChg>
      <pc:sldChg chg="del">
        <pc:chgData name="Sagar Aeri" userId="bd00f59c150191bf" providerId="LiveId" clId="{E8FCB0AB-3A15-4853-B52A-C1E66AE2557E}" dt="2025-09-10T03:33:38.251" v="45" actId="47"/>
        <pc:sldMkLst>
          <pc:docMk/>
          <pc:sldMk cId="2091285095" sldId="275"/>
        </pc:sldMkLst>
      </pc:sldChg>
      <pc:sldChg chg="modTransition">
        <pc:chgData name="Sagar Aeri" userId="bd00f59c150191bf" providerId="LiveId" clId="{E8FCB0AB-3A15-4853-B52A-C1E66AE2557E}" dt="2025-09-11T04:26:28.981" v="393"/>
        <pc:sldMkLst>
          <pc:docMk/>
          <pc:sldMk cId="1300718369" sldId="276"/>
        </pc:sldMkLst>
      </pc:sldChg>
      <pc:sldChg chg="modTransition">
        <pc:chgData name="Sagar Aeri" userId="bd00f59c150191bf" providerId="LiveId" clId="{E8FCB0AB-3A15-4853-B52A-C1E66AE2557E}" dt="2025-09-11T04:26:28.981" v="393"/>
        <pc:sldMkLst>
          <pc:docMk/>
          <pc:sldMk cId="2925057534" sldId="278"/>
        </pc:sldMkLst>
      </pc:sldChg>
      <pc:sldChg chg="modSp mod modTransition">
        <pc:chgData name="Sagar Aeri" userId="bd00f59c150191bf" providerId="LiveId" clId="{E8FCB0AB-3A15-4853-B52A-C1E66AE2557E}" dt="2025-09-11T04:26:28.981" v="393"/>
        <pc:sldMkLst>
          <pc:docMk/>
          <pc:sldMk cId="2049847597" sldId="279"/>
        </pc:sldMkLst>
        <pc:spChg chg="mod">
          <ac:chgData name="Sagar Aeri" userId="bd00f59c150191bf" providerId="LiveId" clId="{E8FCB0AB-3A15-4853-B52A-C1E66AE2557E}" dt="2025-09-11T04:10:14.559" v="88" actId="20577"/>
          <ac:spMkLst>
            <pc:docMk/>
            <pc:sldMk cId="2049847597" sldId="279"/>
            <ac:spMk id="3" creationId="{5242F69B-8029-03AE-4CDB-09456F80BFCF}"/>
          </ac:spMkLst>
        </pc:spChg>
        <pc:spChg chg="mod">
          <ac:chgData name="Sagar Aeri" userId="bd00f59c150191bf" providerId="LiveId" clId="{E8FCB0AB-3A15-4853-B52A-C1E66AE2557E}" dt="2025-09-11T04:10:46.655" v="94" actId="20577"/>
          <ac:spMkLst>
            <pc:docMk/>
            <pc:sldMk cId="2049847597" sldId="279"/>
            <ac:spMk id="4" creationId="{A993BC8C-E284-6387-3F21-EB5F5603CB4B}"/>
          </ac:spMkLst>
        </pc:spChg>
      </pc:sldChg>
      <pc:sldChg chg="modTransition">
        <pc:chgData name="Sagar Aeri" userId="bd00f59c150191bf" providerId="LiveId" clId="{E8FCB0AB-3A15-4853-B52A-C1E66AE2557E}" dt="2025-09-11T04:26:28.981" v="393"/>
        <pc:sldMkLst>
          <pc:docMk/>
          <pc:sldMk cId="4002200863" sldId="280"/>
        </pc:sldMkLst>
      </pc:sldChg>
      <pc:sldChg chg="modSp mod modTransition">
        <pc:chgData name="Sagar Aeri" userId="bd00f59c150191bf" providerId="LiveId" clId="{E8FCB0AB-3A15-4853-B52A-C1E66AE2557E}" dt="2025-09-11T04:26:28.981" v="393"/>
        <pc:sldMkLst>
          <pc:docMk/>
          <pc:sldMk cId="1012087094" sldId="281"/>
        </pc:sldMkLst>
        <pc:spChg chg="mod">
          <ac:chgData name="Sagar Aeri" userId="bd00f59c150191bf" providerId="LiveId" clId="{E8FCB0AB-3A15-4853-B52A-C1E66AE2557E}" dt="2025-09-11T04:09:36.028" v="84" actId="12"/>
          <ac:spMkLst>
            <pc:docMk/>
            <pc:sldMk cId="1012087094" sldId="281"/>
            <ac:spMk id="3" creationId="{4C27D45A-4288-75B5-0928-6E194F0A2253}"/>
          </ac:spMkLst>
        </pc:spChg>
      </pc:sldChg>
      <pc:sldChg chg="modTransition">
        <pc:chgData name="Sagar Aeri" userId="bd00f59c150191bf" providerId="LiveId" clId="{E8FCB0AB-3A15-4853-B52A-C1E66AE2557E}" dt="2025-09-11T04:26:28.981" v="393"/>
        <pc:sldMkLst>
          <pc:docMk/>
          <pc:sldMk cId="3143606041" sldId="283"/>
        </pc:sldMkLst>
      </pc:sldChg>
      <pc:sldChg chg="modTransition">
        <pc:chgData name="Sagar Aeri" userId="bd00f59c150191bf" providerId="LiveId" clId="{E8FCB0AB-3A15-4853-B52A-C1E66AE2557E}" dt="2025-09-11T04:26:28.981" v="393"/>
        <pc:sldMkLst>
          <pc:docMk/>
          <pc:sldMk cId="3736745895" sldId="286"/>
        </pc:sldMkLst>
      </pc:sldChg>
      <pc:sldChg chg="modTransition">
        <pc:chgData name="Sagar Aeri" userId="bd00f59c150191bf" providerId="LiveId" clId="{E8FCB0AB-3A15-4853-B52A-C1E66AE2557E}" dt="2025-09-11T04:26:28.981" v="393"/>
        <pc:sldMkLst>
          <pc:docMk/>
          <pc:sldMk cId="2231067240" sldId="287"/>
        </pc:sldMkLst>
      </pc:sldChg>
      <pc:sldChg chg="addSp modSp mod modTransition">
        <pc:chgData name="Sagar Aeri" userId="bd00f59c150191bf" providerId="LiveId" clId="{E8FCB0AB-3A15-4853-B52A-C1E66AE2557E}" dt="2025-09-11T04:26:28.981" v="393"/>
        <pc:sldMkLst>
          <pc:docMk/>
          <pc:sldMk cId="2235212089" sldId="289"/>
        </pc:sldMkLst>
        <pc:spChg chg="add mod">
          <ac:chgData name="Sagar Aeri" userId="bd00f59c150191bf" providerId="LiveId" clId="{E8FCB0AB-3A15-4853-B52A-C1E66AE2557E}" dt="2025-09-11T04:11:54.925" v="143" actId="20577"/>
          <ac:spMkLst>
            <pc:docMk/>
            <pc:sldMk cId="2235212089" sldId="289"/>
            <ac:spMk id="2" creationId="{D1D56F9D-8AC8-EAFA-F731-6E57D5771EDA}"/>
          </ac:spMkLst>
        </pc:spChg>
        <pc:spChg chg="mod">
          <ac:chgData name="Sagar Aeri" userId="bd00f59c150191bf" providerId="LiveId" clId="{E8FCB0AB-3A15-4853-B52A-C1E66AE2557E}" dt="2025-09-11T04:11:20.162" v="106" actId="1076"/>
          <ac:spMkLst>
            <pc:docMk/>
            <pc:sldMk cId="2235212089" sldId="289"/>
            <ac:spMk id="5" creationId="{70C42AD6-57B3-294F-EE19-6A68C57DF591}"/>
          </ac:spMkLst>
        </pc:spChg>
        <pc:picChg chg="mod modCrop">
          <ac:chgData name="Sagar Aeri" userId="bd00f59c150191bf" providerId="LiveId" clId="{E8FCB0AB-3A15-4853-B52A-C1E66AE2557E}" dt="2025-09-11T04:12:48.906" v="154" actId="1076"/>
          <ac:picMkLst>
            <pc:docMk/>
            <pc:sldMk cId="2235212089" sldId="289"/>
            <ac:picMk id="3" creationId="{0BB960C5-6A16-BCFC-A551-95FB2F917920}"/>
          </ac:picMkLst>
        </pc:picChg>
      </pc:sldChg>
      <pc:sldChg chg="addSp modSp mod modTransition">
        <pc:chgData name="Sagar Aeri" userId="bd00f59c150191bf" providerId="LiveId" clId="{E8FCB0AB-3A15-4853-B52A-C1E66AE2557E}" dt="2025-09-16T09:11:07.775" v="987" actId="1076"/>
        <pc:sldMkLst>
          <pc:docMk/>
          <pc:sldMk cId="2352738842" sldId="290"/>
        </pc:sldMkLst>
        <pc:spChg chg="add mod">
          <ac:chgData name="Sagar Aeri" userId="bd00f59c150191bf" providerId="LiveId" clId="{E8FCB0AB-3A15-4853-B52A-C1E66AE2557E}" dt="2025-09-16T09:11:07.775" v="987" actId="1076"/>
          <ac:spMkLst>
            <pc:docMk/>
            <pc:sldMk cId="2352738842" sldId="290"/>
            <ac:spMk id="2" creationId="{A708957F-3ED3-551E-173C-28948672434E}"/>
          </ac:spMkLst>
        </pc:spChg>
        <pc:spChg chg="mod">
          <ac:chgData name="Sagar Aeri" userId="bd00f59c150191bf" providerId="LiveId" clId="{E8FCB0AB-3A15-4853-B52A-C1E66AE2557E}" dt="2025-09-11T04:12:57.873" v="156" actId="20577"/>
          <ac:spMkLst>
            <pc:docMk/>
            <pc:sldMk cId="2352738842" sldId="290"/>
            <ac:spMk id="5" creationId="{41099F34-4149-C09B-4A31-537BEC2CEFDE}"/>
          </ac:spMkLst>
        </pc:spChg>
        <pc:picChg chg="mod modCrop">
          <ac:chgData name="Sagar Aeri" userId="bd00f59c150191bf" providerId="LiveId" clId="{E8FCB0AB-3A15-4853-B52A-C1E66AE2557E}" dt="2025-09-11T04:12:38.444" v="152" actId="1076"/>
          <ac:picMkLst>
            <pc:docMk/>
            <pc:sldMk cId="2352738842" sldId="290"/>
            <ac:picMk id="3" creationId="{FFAA5974-133D-530C-9573-C5E115DF2949}"/>
          </ac:picMkLst>
        </pc:picChg>
      </pc:sldChg>
      <pc:sldChg chg="modTransition">
        <pc:chgData name="Sagar Aeri" userId="bd00f59c150191bf" providerId="LiveId" clId="{E8FCB0AB-3A15-4853-B52A-C1E66AE2557E}" dt="2025-09-11T04:26:28.981" v="393"/>
        <pc:sldMkLst>
          <pc:docMk/>
          <pc:sldMk cId="2674316346" sldId="291"/>
        </pc:sldMkLst>
      </pc:sldChg>
      <pc:sldChg chg="modTransition">
        <pc:chgData name="Sagar Aeri" userId="bd00f59c150191bf" providerId="LiveId" clId="{E8FCB0AB-3A15-4853-B52A-C1E66AE2557E}" dt="2025-09-11T04:26:28.981" v="393"/>
        <pc:sldMkLst>
          <pc:docMk/>
          <pc:sldMk cId="3020903811" sldId="297"/>
        </pc:sldMkLst>
      </pc:sldChg>
      <pc:sldChg chg="addSp modSp modTransition">
        <pc:chgData name="Sagar Aeri" userId="bd00f59c150191bf" providerId="LiveId" clId="{E8FCB0AB-3A15-4853-B52A-C1E66AE2557E}" dt="2025-09-11T04:26:28.981" v="393"/>
        <pc:sldMkLst>
          <pc:docMk/>
          <pc:sldMk cId="674897577" sldId="300"/>
        </pc:sldMkLst>
        <pc:picChg chg="add mod">
          <ac:chgData name="Sagar Aeri" userId="bd00f59c150191bf" providerId="LiveId" clId="{E8FCB0AB-3A15-4853-B52A-C1E66AE2557E}" dt="2025-09-11T04:15:22.859" v="255" actId="1076"/>
          <ac:picMkLst>
            <pc:docMk/>
            <pc:sldMk cId="674897577" sldId="300"/>
            <ac:picMk id="2" creationId="{37B2F58D-1503-9D75-0023-B377F40B054A}"/>
          </ac:picMkLst>
        </pc:picChg>
      </pc:sldChg>
      <pc:sldChg chg="modTransition">
        <pc:chgData name="Sagar Aeri" userId="bd00f59c150191bf" providerId="LiveId" clId="{E8FCB0AB-3A15-4853-B52A-C1E66AE2557E}" dt="2025-09-11T04:26:28.981" v="393"/>
        <pc:sldMkLst>
          <pc:docMk/>
          <pc:sldMk cId="1134911414" sldId="302"/>
        </pc:sldMkLst>
      </pc:sldChg>
      <pc:sldChg chg="del">
        <pc:chgData name="Sagar Aeri" userId="bd00f59c150191bf" providerId="LiveId" clId="{E8FCB0AB-3A15-4853-B52A-C1E66AE2557E}" dt="2025-09-10T03:33:50.545" v="46" actId="47"/>
        <pc:sldMkLst>
          <pc:docMk/>
          <pc:sldMk cId="2042956518" sldId="303"/>
        </pc:sldMkLst>
      </pc:sldChg>
      <pc:sldChg chg="modSp mod modTransition">
        <pc:chgData name="Sagar Aeri" userId="bd00f59c150191bf" providerId="LiveId" clId="{E8FCB0AB-3A15-4853-B52A-C1E66AE2557E}" dt="2025-09-16T09:11:34.527" v="1001" actId="20577"/>
        <pc:sldMkLst>
          <pc:docMk/>
          <pc:sldMk cId="1842493719" sldId="304"/>
        </pc:sldMkLst>
        <pc:spChg chg="mod">
          <ac:chgData name="Sagar Aeri" userId="bd00f59c150191bf" providerId="LiveId" clId="{E8FCB0AB-3A15-4853-B52A-C1E66AE2557E}" dt="2025-09-16T09:11:31.111" v="1000" actId="20577"/>
          <ac:spMkLst>
            <pc:docMk/>
            <pc:sldMk cId="1842493719" sldId="304"/>
            <ac:spMk id="4" creationId="{CE8C7E7D-DB91-4125-6EC6-8A3BCE1BE8F6}"/>
          </ac:spMkLst>
        </pc:spChg>
        <pc:spChg chg="mod">
          <ac:chgData name="Sagar Aeri" userId="bd00f59c150191bf" providerId="LiveId" clId="{E8FCB0AB-3A15-4853-B52A-C1E66AE2557E}" dt="2025-09-16T09:11:34.527" v="1001" actId="20577"/>
          <ac:spMkLst>
            <pc:docMk/>
            <pc:sldMk cId="1842493719" sldId="304"/>
            <ac:spMk id="5" creationId="{5EE915F7-0224-672A-68B3-14E12058DFDE}"/>
          </ac:spMkLst>
        </pc:spChg>
      </pc:sldChg>
      <pc:sldChg chg="modSp mod modTransition">
        <pc:chgData name="Sagar Aeri" userId="bd00f59c150191bf" providerId="LiveId" clId="{E8FCB0AB-3A15-4853-B52A-C1E66AE2557E}" dt="2025-09-11T04:26:28.981" v="393"/>
        <pc:sldMkLst>
          <pc:docMk/>
          <pc:sldMk cId="1527993917" sldId="305"/>
        </pc:sldMkLst>
        <pc:picChg chg="mod">
          <ac:chgData name="Sagar Aeri" userId="bd00f59c150191bf" providerId="LiveId" clId="{E8FCB0AB-3A15-4853-B52A-C1E66AE2557E}" dt="2025-09-11T04:16:20.014" v="259"/>
          <ac:picMkLst>
            <pc:docMk/>
            <pc:sldMk cId="1527993917" sldId="305"/>
            <ac:picMk id="4" creationId="{50E45B18-CAD5-A27F-F31B-B265E4551DC8}"/>
          </ac:picMkLst>
        </pc:picChg>
      </pc:sldChg>
      <pc:sldChg chg="modTransition">
        <pc:chgData name="Sagar Aeri" userId="bd00f59c150191bf" providerId="LiveId" clId="{E8FCB0AB-3A15-4853-B52A-C1E66AE2557E}" dt="2025-09-11T04:26:28.981" v="393"/>
        <pc:sldMkLst>
          <pc:docMk/>
          <pc:sldMk cId="2156361767" sldId="310"/>
        </pc:sldMkLst>
      </pc:sldChg>
      <pc:sldChg chg="modSp mod modTransition">
        <pc:chgData name="Sagar Aeri" userId="bd00f59c150191bf" providerId="LiveId" clId="{E8FCB0AB-3A15-4853-B52A-C1E66AE2557E}" dt="2025-09-22T03:57:29.636" v="1147" actId="5793"/>
        <pc:sldMkLst>
          <pc:docMk/>
          <pc:sldMk cId="3514998328" sldId="311"/>
        </pc:sldMkLst>
        <pc:spChg chg="mod">
          <ac:chgData name="Sagar Aeri" userId="bd00f59c150191bf" providerId="LiveId" clId="{E8FCB0AB-3A15-4853-B52A-C1E66AE2557E}" dt="2025-09-11T04:36:42.262" v="467" actId="1076"/>
          <ac:spMkLst>
            <pc:docMk/>
            <pc:sldMk cId="3514998328" sldId="311"/>
            <ac:spMk id="3" creationId="{87422375-705E-9482-189C-600B0FFE4DDA}"/>
          </ac:spMkLst>
        </pc:spChg>
        <pc:spChg chg="mod">
          <ac:chgData name="Sagar Aeri" userId="bd00f59c150191bf" providerId="LiveId" clId="{E8FCB0AB-3A15-4853-B52A-C1E66AE2557E}" dt="2025-09-22T03:57:29.636" v="1147" actId="5793"/>
          <ac:spMkLst>
            <pc:docMk/>
            <pc:sldMk cId="3514998328" sldId="311"/>
            <ac:spMk id="6" creationId="{9772011F-4A2B-CC74-D8F6-0194A127FB43}"/>
          </ac:spMkLst>
        </pc:spChg>
      </pc:sldChg>
      <pc:sldChg chg="modSp mod modTransition">
        <pc:chgData name="Sagar Aeri" userId="bd00f59c150191bf" providerId="LiveId" clId="{E8FCB0AB-3A15-4853-B52A-C1E66AE2557E}" dt="2025-09-22T03:58:07.738" v="1148" actId="20577"/>
        <pc:sldMkLst>
          <pc:docMk/>
          <pc:sldMk cId="3658756453" sldId="315"/>
        </pc:sldMkLst>
        <pc:spChg chg="mod">
          <ac:chgData name="Sagar Aeri" userId="bd00f59c150191bf" providerId="LiveId" clId="{E8FCB0AB-3A15-4853-B52A-C1E66AE2557E}" dt="2025-09-22T03:58:07.738" v="1148" actId="20577"/>
          <ac:spMkLst>
            <pc:docMk/>
            <pc:sldMk cId="3658756453" sldId="315"/>
            <ac:spMk id="5" creationId="{518901F8-9788-9C47-8F68-BAF0FABB28BD}"/>
          </ac:spMkLst>
        </pc:spChg>
      </pc:sldChg>
      <pc:sldChg chg="modSp modTransition">
        <pc:chgData name="Sagar Aeri" userId="bd00f59c150191bf" providerId="LiveId" clId="{E8FCB0AB-3A15-4853-B52A-C1E66AE2557E}" dt="2025-09-22T03:58:14.845" v="1149" actId="1076"/>
        <pc:sldMkLst>
          <pc:docMk/>
          <pc:sldMk cId="3301098372" sldId="316"/>
        </pc:sldMkLst>
        <pc:picChg chg="mod">
          <ac:chgData name="Sagar Aeri" userId="bd00f59c150191bf" providerId="LiveId" clId="{E8FCB0AB-3A15-4853-B52A-C1E66AE2557E}" dt="2025-09-22T03:58:14.845" v="1149" actId="1076"/>
          <ac:picMkLst>
            <pc:docMk/>
            <pc:sldMk cId="3301098372" sldId="316"/>
            <ac:picMk id="1026" creationId="{CE518ED0-C4A3-1F0B-390F-56EDB65D1E7E}"/>
          </ac:picMkLst>
        </pc:picChg>
      </pc:sldChg>
      <pc:sldChg chg="modTransition">
        <pc:chgData name="Sagar Aeri" userId="bd00f59c150191bf" providerId="LiveId" clId="{E8FCB0AB-3A15-4853-B52A-C1E66AE2557E}" dt="2025-09-11T04:26:28.981" v="393"/>
        <pc:sldMkLst>
          <pc:docMk/>
          <pc:sldMk cId="3755969637" sldId="318"/>
        </pc:sldMkLst>
      </pc:sldChg>
      <pc:sldChg chg="modTransition">
        <pc:chgData name="Sagar Aeri" userId="bd00f59c150191bf" providerId="LiveId" clId="{E8FCB0AB-3A15-4853-B52A-C1E66AE2557E}" dt="2025-09-11T04:26:28.981" v="393"/>
        <pc:sldMkLst>
          <pc:docMk/>
          <pc:sldMk cId="1307501149" sldId="319"/>
        </pc:sldMkLst>
      </pc:sldChg>
      <pc:sldChg chg="modTransition">
        <pc:chgData name="Sagar Aeri" userId="bd00f59c150191bf" providerId="LiveId" clId="{E8FCB0AB-3A15-4853-B52A-C1E66AE2557E}" dt="2025-09-11T04:26:28.981" v="393"/>
        <pc:sldMkLst>
          <pc:docMk/>
          <pc:sldMk cId="553886465" sldId="321"/>
        </pc:sldMkLst>
      </pc:sldChg>
      <pc:sldChg chg="modTransition">
        <pc:chgData name="Sagar Aeri" userId="bd00f59c150191bf" providerId="LiveId" clId="{E8FCB0AB-3A15-4853-B52A-C1E66AE2557E}" dt="2025-09-11T04:26:28.981" v="393"/>
        <pc:sldMkLst>
          <pc:docMk/>
          <pc:sldMk cId="977205501" sldId="322"/>
        </pc:sldMkLst>
      </pc:sldChg>
      <pc:sldChg chg="modTransition">
        <pc:chgData name="Sagar Aeri" userId="bd00f59c150191bf" providerId="LiveId" clId="{E8FCB0AB-3A15-4853-B52A-C1E66AE2557E}" dt="2025-09-11T04:26:28.981" v="393"/>
        <pc:sldMkLst>
          <pc:docMk/>
          <pc:sldMk cId="3088173632" sldId="323"/>
        </pc:sldMkLst>
      </pc:sldChg>
      <pc:sldChg chg="modSp mod modTransition">
        <pc:chgData name="Sagar Aeri" userId="bd00f59c150191bf" providerId="LiveId" clId="{E8FCB0AB-3A15-4853-B52A-C1E66AE2557E}" dt="2025-09-16T09:13:14.170" v="1014" actId="1076"/>
        <pc:sldMkLst>
          <pc:docMk/>
          <pc:sldMk cId="2742745277" sldId="327"/>
        </pc:sldMkLst>
        <pc:spChg chg="mod">
          <ac:chgData name="Sagar Aeri" userId="bd00f59c150191bf" providerId="LiveId" clId="{E8FCB0AB-3A15-4853-B52A-C1E66AE2557E}" dt="2025-09-16T09:13:05.906" v="1012" actId="1076"/>
          <ac:spMkLst>
            <pc:docMk/>
            <pc:sldMk cId="2742745277" sldId="327"/>
            <ac:spMk id="3" creationId="{50018D2E-D4C6-663F-4DD8-20AB535B9AB3}"/>
          </ac:spMkLst>
        </pc:spChg>
        <pc:spChg chg="mod">
          <ac:chgData name="Sagar Aeri" userId="bd00f59c150191bf" providerId="LiveId" clId="{E8FCB0AB-3A15-4853-B52A-C1E66AE2557E}" dt="2025-09-16T09:13:14.170" v="1014" actId="1076"/>
          <ac:spMkLst>
            <pc:docMk/>
            <pc:sldMk cId="2742745277" sldId="327"/>
            <ac:spMk id="4" creationId="{C4C6A4D6-B5C5-73D1-1CC8-33014E2B4BFC}"/>
          </ac:spMkLst>
        </pc:spChg>
      </pc:sldChg>
      <pc:sldChg chg="addSp delSp modSp mod modTransition">
        <pc:chgData name="Sagar Aeri" userId="bd00f59c150191bf" providerId="LiveId" clId="{E8FCB0AB-3A15-4853-B52A-C1E66AE2557E}" dt="2025-09-16T08:50:02.245" v="949" actId="478"/>
        <pc:sldMkLst>
          <pc:docMk/>
          <pc:sldMk cId="3816356263" sldId="329"/>
        </pc:sldMkLst>
      </pc:sldChg>
      <pc:sldChg chg="modTransition">
        <pc:chgData name="Sagar Aeri" userId="bd00f59c150191bf" providerId="LiveId" clId="{E8FCB0AB-3A15-4853-B52A-C1E66AE2557E}" dt="2025-09-11T04:26:28.981" v="393"/>
        <pc:sldMkLst>
          <pc:docMk/>
          <pc:sldMk cId="1751066193" sldId="331"/>
        </pc:sldMkLst>
      </pc:sldChg>
      <pc:sldChg chg="modSp mod modTransition">
        <pc:chgData name="Sagar Aeri" userId="bd00f59c150191bf" providerId="LiveId" clId="{E8FCB0AB-3A15-4853-B52A-C1E66AE2557E}" dt="2025-09-16T09:31:31.621" v="1050" actId="1076"/>
        <pc:sldMkLst>
          <pc:docMk/>
          <pc:sldMk cId="3711556561" sldId="333"/>
        </pc:sldMkLst>
        <pc:spChg chg="mod">
          <ac:chgData name="Sagar Aeri" userId="bd00f59c150191bf" providerId="LiveId" clId="{E8FCB0AB-3A15-4853-B52A-C1E66AE2557E}" dt="2025-09-16T09:31:31.621" v="1050" actId="1076"/>
          <ac:spMkLst>
            <pc:docMk/>
            <pc:sldMk cId="3711556561" sldId="333"/>
            <ac:spMk id="3" creationId="{C80C44AA-C680-3CF0-0908-D406143409A3}"/>
          </ac:spMkLst>
        </pc:spChg>
        <pc:graphicFrameChg chg="mod modGraphic">
          <ac:chgData name="Sagar Aeri" userId="bd00f59c150191bf" providerId="LiveId" clId="{E8FCB0AB-3A15-4853-B52A-C1E66AE2557E}" dt="2025-09-16T06:48:25.236" v="926" actId="113"/>
          <ac:graphicFrameMkLst>
            <pc:docMk/>
            <pc:sldMk cId="3711556561" sldId="333"/>
            <ac:graphicFrameMk id="15" creationId="{89CD178D-884E-94AE-10C9-34764800BEE4}"/>
          </ac:graphicFrameMkLst>
        </pc:graphicFrameChg>
      </pc:sldChg>
      <pc:sldChg chg="modTransition">
        <pc:chgData name="Sagar Aeri" userId="bd00f59c150191bf" providerId="LiveId" clId="{E8FCB0AB-3A15-4853-B52A-C1E66AE2557E}" dt="2025-09-11T04:26:28.981" v="393"/>
        <pc:sldMkLst>
          <pc:docMk/>
          <pc:sldMk cId="1536350337" sldId="334"/>
        </pc:sldMkLst>
      </pc:sldChg>
      <pc:sldChg chg="modTransition">
        <pc:chgData name="Sagar Aeri" userId="bd00f59c150191bf" providerId="LiveId" clId="{E8FCB0AB-3A15-4853-B52A-C1E66AE2557E}" dt="2025-09-11T04:26:28.981" v="393"/>
        <pc:sldMkLst>
          <pc:docMk/>
          <pc:sldMk cId="1483158100" sldId="335"/>
        </pc:sldMkLst>
      </pc:sldChg>
      <pc:sldChg chg="addSp modSp add del mod modTransition">
        <pc:chgData name="Sagar Aeri" userId="bd00f59c150191bf" providerId="LiveId" clId="{E8FCB0AB-3A15-4853-B52A-C1E66AE2557E}" dt="2025-09-16T06:33:08.302" v="792" actId="1076"/>
        <pc:sldMkLst>
          <pc:docMk/>
          <pc:sldMk cId="2571759904" sldId="337"/>
        </pc:sldMkLst>
        <pc:spChg chg="add mod">
          <ac:chgData name="Sagar Aeri" userId="bd00f59c150191bf" providerId="LiveId" clId="{E8FCB0AB-3A15-4853-B52A-C1E66AE2557E}" dt="2025-09-16T06:33:00.713" v="790" actId="20577"/>
          <ac:spMkLst>
            <pc:docMk/>
            <pc:sldMk cId="2571759904" sldId="337"/>
            <ac:spMk id="2" creationId="{E9ACE672-D9B8-6EED-E1B0-6D9E508B58AB}"/>
          </ac:spMkLst>
        </pc:spChg>
        <pc:picChg chg="mod">
          <ac:chgData name="Sagar Aeri" userId="bd00f59c150191bf" providerId="LiveId" clId="{E8FCB0AB-3A15-4853-B52A-C1E66AE2557E}" dt="2025-09-16T06:33:08.302" v="792" actId="1076"/>
          <ac:picMkLst>
            <pc:docMk/>
            <pc:sldMk cId="2571759904" sldId="337"/>
            <ac:picMk id="3" creationId="{DF90199C-ACF2-771B-A20F-053499E0313F}"/>
          </ac:picMkLst>
        </pc:picChg>
      </pc:sldChg>
      <pc:sldChg chg="del modTransition">
        <pc:chgData name="Sagar Aeri" userId="bd00f59c150191bf" providerId="LiveId" clId="{E8FCB0AB-3A15-4853-B52A-C1E66AE2557E}" dt="2025-09-11T04:36:59.144" v="469" actId="47"/>
        <pc:sldMkLst>
          <pc:docMk/>
          <pc:sldMk cId="532918866" sldId="338"/>
        </pc:sldMkLst>
      </pc:sldChg>
      <pc:sldChg chg="modTransition">
        <pc:chgData name="Sagar Aeri" userId="bd00f59c150191bf" providerId="LiveId" clId="{E8FCB0AB-3A15-4853-B52A-C1E66AE2557E}" dt="2025-09-11T04:26:28.981" v="393"/>
        <pc:sldMkLst>
          <pc:docMk/>
          <pc:sldMk cId="3093451458" sldId="339"/>
        </pc:sldMkLst>
      </pc:sldChg>
      <pc:sldChg chg="del modTransition">
        <pc:chgData name="Sagar Aeri" userId="bd00f59c150191bf" providerId="LiveId" clId="{E8FCB0AB-3A15-4853-B52A-C1E66AE2557E}" dt="2025-09-11T04:43:50.152" v="546" actId="47"/>
        <pc:sldMkLst>
          <pc:docMk/>
          <pc:sldMk cId="153270043" sldId="342"/>
        </pc:sldMkLst>
      </pc:sldChg>
      <pc:sldChg chg="del modTransition">
        <pc:chgData name="Sagar Aeri" userId="bd00f59c150191bf" providerId="LiveId" clId="{E8FCB0AB-3A15-4853-B52A-C1E66AE2557E}" dt="2025-09-11T04:43:52.354" v="548" actId="47"/>
        <pc:sldMkLst>
          <pc:docMk/>
          <pc:sldMk cId="297769485" sldId="343"/>
        </pc:sldMkLst>
      </pc:sldChg>
      <pc:sldChg chg="del modTransition">
        <pc:chgData name="Sagar Aeri" userId="bd00f59c150191bf" providerId="LiveId" clId="{E8FCB0AB-3A15-4853-B52A-C1E66AE2557E}" dt="2025-09-11T04:43:53.323" v="549" actId="47"/>
        <pc:sldMkLst>
          <pc:docMk/>
          <pc:sldMk cId="1864323256" sldId="345"/>
        </pc:sldMkLst>
      </pc:sldChg>
      <pc:sldChg chg="del modTransition">
        <pc:chgData name="Sagar Aeri" userId="bd00f59c150191bf" providerId="LiveId" clId="{E8FCB0AB-3A15-4853-B52A-C1E66AE2557E}" dt="2025-09-11T04:43:54.026" v="550" actId="47"/>
        <pc:sldMkLst>
          <pc:docMk/>
          <pc:sldMk cId="2375522282" sldId="346"/>
        </pc:sldMkLst>
      </pc:sldChg>
      <pc:sldChg chg="del">
        <pc:chgData name="Sagar Aeri" userId="bd00f59c150191bf" providerId="LiveId" clId="{E8FCB0AB-3A15-4853-B52A-C1E66AE2557E}" dt="2025-09-11T04:15:36.110" v="256" actId="47"/>
        <pc:sldMkLst>
          <pc:docMk/>
          <pc:sldMk cId="3836743292" sldId="347"/>
        </pc:sldMkLst>
      </pc:sldChg>
      <pc:sldChg chg="del">
        <pc:chgData name="Sagar Aeri" userId="bd00f59c150191bf" providerId="LiveId" clId="{E8FCB0AB-3A15-4853-B52A-C1E66AE2557E}" dt="2025-09-10T04:45:43.248" v="48" actId="47"/>
        <pc:sldMkLst>
          <pc:docMk/>
          <pc:sldMk cId="2518587705" sldId="348"/>
        </pc:sldMkLst>
      </pc:sldChg>
      <pc:sldChg chg="del">
        <pc:chgData name="Sagar Aeri" userId="bd00f59c150191bf" providerId="LiveId" clId="{E8FCB0AB-3A15-4853-B52A-C1E66AE2557E}" dt="2025-09-10T03:33:55.856" v="47" actId="47"/>
        <pc:sldMkLst>
          <pc:docMk/>
          <pc:sldMk cId="1785556818" sldId="349"/>
        </pc:sldMkLst>
      </pc:sldChg>
      <pc:sldChg chg="del">
        <pc:chgData name="Sagar Aeri" userId="bd00f59c150191bf" providerId="LiveId" clId="{E8FCB0AB-3A15-4853-B52A-C1E66AE2557E}" dt="2025-09-10T04:45:44.013" v="49" actId="47"/>
        <pc:sldMkLst>
          <pc:docMk/>
          <pc:sldMk cId="640187204" sldId="350"/>
        </pc:sldMkLst>
      </pc:sldChg>
      <pc:sldChg chg="del modTransition">
        <pc:chgData name="Sagar Aeri" userId="bd00f59c150191bf" providerId="LiveId" clId="{E8FCB0AB-3A15-4853-B52A-C1E66AE2557E}" dt="2025-09-11T04:36:57.982" v="468" actId="47"/>
        <pc:sldMkLst>
          <pc:docMk/>
          <pc:sldMk cId="679763887" sldId="351"/>
        </pc:sldMkLst>
      </pc:sldChg>
      <pc:sldChg chg="addSp delSp modSp add del mod modTransition">
        <pc:chgData name="Sagar Aeri" userId="bd00f59c150191bf" providerId="LiveId" clId="{E8FCB0AB-3A15-4853-B52A-C1E66AE2557E}" dt="2025-09-16T06:32:23.511" v="783" actId="20577"/>
        <pc:sldMkLst>
          <pc:docMk/>
          <pc:sldMk cId="3450573304" sldId="352"/>
        </pc:sldMkLst>
        <pc:spChg chg="mod">
          <ac:chgData name="Sagar Aeri" userId="bd00f59c150191bf" providerId="LiveId" clId="{E8FCB0AB-3A15-4853-B52A-C1E66AE2557E}" dt="2025-09-16T06:21:44.636" v="560" actId="20577"/>
          <ac:spMkLst>
            <pc:docMk/>
            <pc:sldMk cId="3450573304" sldId="352"/>
            <ac:spMk id="4" creationId="{F758863B-0EA7-1C4E-E12F-1790BC37E951}"/>
          </ac:spMkLst>
        </pc:spChg>
        <pc:spChg chg="add mod">
          <ac:chgData name="Sagar Aeri" userId="bd00f59c150191bf" providerId="LiveId" clId="{E8FCB0AB-3A15-4853-B52A-C1E66AE2557E}" dt="2025-09-16T06:28:28.630" v="653" actId="20577"/>
          <ac:spMkLst>
            <pc:docMk/>
            <pc:sldMk cId="3450573304" sldId="352"/>
            <ac:spMk id="5" creationId="{DE0A8F64-260B-595B-224E-CB81FEC279CA}"/>
          </ac:spMkLst>
        </pc:spChg>
        <pc:spChg chg="add mod">
          <ac:chgData name="Sagar Aeri" userId="bd00f59c150191bf" providerId="LiveId" clId="{E8FCB0AB-3A15-4853-B52A-C1E66AE2557E}" dt="2025-09-16T06:28:57.713" v="663" actId="207"/>
          <ac:spMkLst>
            <pc:docMk/>
            <pc:sldMk cId="3450573304" sldId="352"/>
            <ac:spMk id="11" creationId="{0AAD84B0-2D10-C4B5-B966-2A0F35DBE7DF}"/>
          </ac:spMkLst>
        </pc:spChg>
        <pc:spChg chg="add mod">
          <ac:chgData name="Sagar Aeri" userId="bd00f59c150191bf" providerId="LiveId" clId="{E8FCB0AB-3A15-4853-B52A-C1E66AE2557E}" dt="2025-09-16T06:32:23.511" v="783" actId="20577"/>
          <ac:spMkLst>
            <pc:docMk/>
            <pc:sldMk cId="3450573304" sldId="352"/>
            <ac:spMk id="12" creationId="{ED471533-DEAA-D61A-3F33-0EF98336E604}"/>
          </ac:spMkLst>
        </pc:spChg>
        <pc:picChg chg="add mod">
          <ac:chgData name="Sagar Aeri" userId="bd00f59c150191bf" providerId="LiveId" clId="{E8FCB0AB-3A15-4853-B52A-C1E66AE2557E}" dt="2025-09-16T06:27:47.395" v="640" actId="1076"/>
          <ac:picMkLst>
            <pc:docMk/>
            <pc:sldMk cId="3450573304" sldId="352"/>
            <ac:picMk id="10" creationId="{CCC20AEB-3715-781A-8121-491F927828E5}"/>
          </ac:picMkLst>
        </pc:picChg>
      </pc:sldChg>
      <pc:sldChg chg="add del modTransition">
        <pc:chgData name="Sagar Aeri" userId="bd00f59c150191bf" providerId="LiveId" clId="{E8FCB0AB-3A15-4853-B52A-C1E66AE2557E}" dt="2025-09-16T06:32:37.063" v="784" actId="47"/>
        <pc:sldMkLst>
          <pc:docMk/>
          <pc:sldMk cId="645906042" sldId="353"/>
        </pc:sldMkLst>
      </pc:sldChg>
      <pc:sldChg chg="addSp modSp add del mod modTransition">
        <pc:chgData name="Sagar Aeri" userId="bd00f59c150191bf" providerId="LiveId" clId="{E8FCB0AB-3A15-4853-B52A-C1E66AE2557E}" dt="2025-09-16T06:33:35.978" v="798" actId="1366"/>
        <pc:sldMkLst>
          <pc:docMk/>
          <pc:sldMk cId="2045837786" sldId="354"/>
        </pc:sldMkLst>
        <pc:spChg chg="add mod">
          <ac:chgData name="Sagar Aeri" userId="bd00f59c150191bf" providerId="LiveId" clId="{E8FCB0AB-3A15-4853-B52A-C1E66AE2557E}" dt="2025-09-16T06:33:16.425" v="796" actId="20577"/>
          <ac:spMkLst>
            <pc:docMk/>
            <pc:sldMk cId="2045837786" sldId="354"/>
            <ac:spMk id="2" creationId="{5494B69D-44A0-E673-55E2-4E522EBC72B9}"/>
          </ac:spMkLst>
        </pc:spChg>
        <pc:picChg chg="mod modCrop">
          <ac:chgData name="Sagar Aeri" userId="bd00f59c150191bf" providerId="LiveId" clId="{E8FCB0AB-3A15-4853-B52A-C1E66AE2557E}" dt="2025-09-16T06:33:35.978" v="798" actId="1366"/>
          <ac:picMkLst>
            <pc:docMk/>
            <pc:sldMk cId="2045837786" sldId="354"/>
            <ac:picMk id="3" creationId="{F6002299-B130-EFCE-5073-41B6ECD59877}"/>
          </ac:picMkLst>
        </pc:picChg>
      </pc:sldChg>
      <pc:sldChg chg="modTransition">
        <pc:chgData name="Sagar Aeri" userId="bd00f59c150191bf" providerId="LiveId" clId="{E8FCB0AB-3A15-4853-B52A-C1E66AE2557E}" dt="2025-09-11T04:26:28.981" v="393"/>
        <pc:sldMkLst>
          <pc:docMk/>
          <pc:sldMk cId="2464010259" sldId="361"/>
        </pc:sldMkLst>
      </pc:sldChg>
      <pc:sldChg chg="modTransition">
        <pc:chgData name="Sagar Aeri" userId="bd00f59c150191bf" providerId="LiveId" clId="{E8FCB0AB-3A15-4853-B52A-C1E66AE2557E}" dt="2025-09-11T04:26:28.981" v="393"/>
        <pc:sldMkLst>
          <pc:docMk/>
          <pc:sldMk cId="1722249915" sldId="362"/>
        </pc:sldMkLst>
      </pc:sldChg>
      <pc:sldChg chg="modTransition">
        <pc:chgData name="Sagar Aeri" userId="bd00f59c150191bf" providerId="LiveId" clId="{E8FCB0AB-3A15-4853-B52A-C1E66AE2557E}" dt="2025-09-11T04:26:28.981" v="393"/>
        <pc:sldMkLst>
          <pc:docMk/>
          <pc:sldMk cId="2706357784" sldId="363"/>
        </pc:sldMkLst>
      </pc:sldChg>
      <pc:sldChg chg="modTransition">
        <pc:chgData name="Sagar Aeri" userId="bd00f59c150191bf" providerId="LiveId" clId="{E8FCB0AB-3A15-4853-B52A-C1E66AE2557E}" dt="2025-09-11T04:26:28.981" v="393"/>
        <pc:sldMkLst>
          <pc:docMk/>
          <pc:sldMk cId="1578036436" sldId="364"/>
        </pc:sldMkLst>
      </pc:sldChg>
      <pc:sldChg chg="modTransition">
        <pc:chgData name="Sagar Aeri" userId="bd00f59c150191bf" providerId="LiveId" clId="{E8FCB0AB-3A15-4853-B52A-C1E66AE2557E}" dt="2025-09-11T04:26:28.981" v="393"/>
        <pc:sldMkLst>
          <pc:docMk/>
          <pc:sldMk cId="2735950364" sldId="365"/>
        </pc:sldMkLst>
      </pc:sldChg>
      <pc:sldChg chg="modTransition">
        <pc:chgData name="Sagar Aeri" userId="bd00f59c150191bf" providerId="LiveId" clId="{E8FCB0AB-3A15-4853-B52A-C1E66AE2557E}" dt="2025-09-11T04:26:28.981" v="393"/>
        <pc:sldMkLst>
          <pc:docMk/>
          <pc:sldMk cId="1354229238" sldId="366"/>
        </pc:sldMkLst>
      </pc:sldChg>
      <pc:sldChg chg="modTransition">
        <pc:chgData name="Sagar Aeri" userId="bd00f59c150191bf" providerId="LiveId" clId="{E8FCB0AB-3A15-4853-B52A-C1E66AE2557E}" dt="2025-09-11T04:26:28.981" v="393"/>
        <pc:sldMkLst>
          <pc:docMk/>
          <pc:sldMk cId="3245966128" sldId="367"/>
        </pc:sldMkLst>
      </pc:sldChg>
      <pc:sldChg chg="modTransition">
        <pc:chgData name="Sagar Aeri" userId="bd00f59c150191bf" providerId="LiveId" clId="{E8FCB0AB-3A15-4853-B52A-C1E66AE2557E}" dt="2025-09-11T04:26:28.981" v="393"/>
        <pc:sldMkLst>
          <pc:docMk/>
          <pc:sldMk cId="497684489" sldId="368"/>
        </pc:sldMkLst>
      </pc:sldChg>
      <pc:sldChg chg="modTransition">
        <pc:chgData name="Sagar Aeri" userId="bd00f59c150191bf" providerId="LiveId" clId="{E8FCB0AB-3A15-4853-B52A-C1E66AE2557E}" dt="2025-09-11T04:26:28.981" v="393"/>
        <pc:sldMkLst>
          <pc:docMk/>
          <pc:sldMk cId="345129995" sldId="369"/>
        </pc:sldMkLst>
      </pc:sldChg>
      <pc:sldChg chg="modTransition">
        <pc:chgData name="Sagar Aeri" userId="bd00f59c150191bf" providerId="LiveId" clId="{E8FCB0AB-3A15-4853-B52A-C1E66AE2557E}" dt="2025-09-11T04:26:28.981" v="393"/>
        <pc:sldMkLst>
          <pc:docMk/>
          <pc:sldMk cId="257574389" sldId="370"/>
        </pc:sldMkLst>
      </pc:sldChg>
      <pc:sldChg chg="addSp delSp modSp del mod modTransition">
        <pc:chgData name="Sagar Aeri" userId="bd00f59c150191bf" providerId="LiveId" clId="{E8FCB0AB-3A15-4853-B52A-C1E66AE2557E}" dt="2025-09-16T06:21:39.801" v="559" actId="47"/>
        <pc:sldMkLst>
          <pc:docMk/>
          <pc:sldMk cId="2002814349" sldId="371"/>
        </pc:sldMkLst>
      </pc:sldChg>
      <pc:sldChg chg="modSp add del mod modTransition">
        <pc:chgData name="Sagar Aeri" userId="bd00f59c150191bf" providerId="LiveId" clId="{E8FCB0AB-3A15-4853-B52A-C1E66AE2557E}" dt="2025-09-22T03:56:51.694" v="1144" actId="1076"/>
        <pc:sldMkLst>
          <pc:docMk/>
          <pc:sldMk cId="2656894663" sldId="374"/>
        </pc:sldMkLst>
        <pc:spChg chg="mod">
          <ac:chgData name="Sagar Aeri" userId="bd00f59c150191bf" providerId="LiveId" clId="{E8FCB0AB-3A15-4853-B52A-C1E66AE2557E}" dt="2025-09-16T06:38:42.270" v="884" actId="13822"/>
          <ac:spMkLst>
            <pc:docMk/>
            <pc:sldMk cId="2656894663" sldId="374"/>
            <ac:spMk id="3" creationId="{22E7641E-D0A4-0579-C783-3ABEE3F01DB0}"/>
          </ac:spMkLst>
        </pc:spChg>
        <pc:spChg chg="mod">
          <ac:chgData name="Sagar Aeri" userId="bd00f59c150191bf" providerId="LiveId" clId="{E8FCB0AB-3A15-4853-B52A-C1E66AE2557E}" dt="2025-09-22T03:56:41.525" v="1141" actId="1076"/>
          <ac:spMkLst>
            <pc:docMk/>
            <pc:sldMk cId="2656894663" sldId="374"/>
            <ac:spMk id="8" creationId="{058403BE-A739-4AE2-DA94-19D7720E1DAD}"/>
          </ac:spMkLst>
        </pc:spChg>
        <pc:picChg chg="mod">
          <ac:chgData name="Sagar Aeri" userId="bd00f59c150191bf" providerId="LiveId" clId="{E8FCB0AB-3A15-4853-B52A-C1E66AE2557E}" dt="2025-09-22T03:56:50.132" v="1143" actId="1076"/>
          <ac:picMkLst>
            <pc:docMk/>
            <pc:sldMk cId="2656894663" sldId="374"/>
            <ac:picMk id="2" creationId="{3772E90D-EF71-3F88-D104-12CC7B799527}"/>
          </ac:picMkLst>
        </pc:picChg>
        <pc:picChg chg="mod">
          <ac:chgData name="Sagar Aeri" userId="bd00f59c150191bf" providerId="LiveId" clId="{E8FCB0AB-3A15-4853-B52A-C1E66AE2557E}" dt="2025-09-22T03:56:51.694" v="1144" actId="1076"/>
          <ac:picMkLst>
            <pc:docMk/>
            <pc:sldMk cId="2656894663" sldId="374"/>
            <ac:picMk id="4" creationId="{7D833763-E9FC-8A14-4CAF-ABF2293A54CF}"/>
          </ac:picMkLst>
        </pc:picChg>
        <pc:picChg chg="mod modCrop">
          <ac:chgData name="Sagar Aeri" userId="bd00f59c150191bf" providerId="LiveId" clId="{E8FCB0AB-3A15-4853-B52A-C1E66AE2557E}" dt="2025-09-22T03:56:36.729" v="1140" actId="14100"/>
          <ac:picMkLst>
            <pc:docMk/>
            <pc:sldMk cId="2656894663" sldId="374"/>
            <ac:picMk id="5" creationId="{C4A18E1B-B2A1-AD9A-4983-4BC3804DD571}"/>
          </ac:picMkLst>
        </pc:picChg>
      </pc:sldChg>
      <pc:sldChg chg="modSp add del mod modTransition">
        <pc:chgData name="Sagar Aeri" userId="bd00f59c150191bf" providerId="LiveId" clId="{E8FCB0AB-3A15-4853-B52A-C1E66AE2557E}" dt="2025-09-22T03:57:02.892" v="1146" actId="14100"/>
        <pc:sldMkLst>
          <pc:docMk/>
          <pc:sldMk cId="2114280195" sldId="375"/>
        </pc:sldMkLst>
        <pc:picChg chg="mod">
          <ac:chgData name="Sagar Aeri" userId="bd00f59c150191bf" providerId="LiveId" clId="{E8FCB0AB-3A15-4853-B52A-C1E66AE2557E}" dt="2025-09-22T03:56:59.565" v="1145" actId="14100"/>
          <ac:picMkLst>
            <pc:docMk/>
            <pc:sldMk cId="2114280195" sldId="375"/>
            <ac:picMk id="6" creationId="{ED819DD9-50C3-C245-9DAE-0A6CD489D99D}"/>
          </ac:picMkLst>
        </pc:picChg>
        <pc:picChg chg="mod">
          <ac:chgData name="Sagar Aeri" userId="bd00f59c150191bf" providerId="LiveId" clId="{E8FCB0AB-3A15-4853-B52A-C1E66AE2557E}" dt="2025-09-22T03:57:02.892" v="1146" actId="14100"/>
          <ac:picMkLst>
            <pc:docMk/>
            <pc:sldMk cId="2114280195" sldId="375"/>
            <ac:picMk id="7" creationId="{B4C3B965-AEE9-7461-DBDC-82B519F952AB}"/>
          </ac:picMkLst>
        </pc:picChg>
      </pc:sldChg>
      <pc:sldChg chg="del">
        <pc:chgData name="Sagar Aeri" userId="bd00f59c150191bf" providerId="LiveId" clId="{E8FCB0AB-3A15-4853-B52A-C1E66AE2557E}" dt="2025-09-10T04:45:45.403" v="50" actId="47"/>
        <pc:sldMkLst>
          <pc:docMk/>
          <pc:sldMk cId="994208203" sldId="377"/>
        </pc:sldMkLst>
      </pc:sldChg>
      <pc:sldChg chg="add del modTransition">
        <pc:chgData name="Sagar Aeri" userId="bd00f59c150191bf" providerId="LiveId" clId="{E8FCB0AB-3A15-4853-B52A-C1E66AE2557E}" dt="2025-09-11T04:35:08.227" v="446" actId="47"/>
        <pc:sldMkLst>
          <pc:docMk/>
          <pc:sldMk cId="3828135411" sldId="378"/>
        </pc:sldMkLst>
      </pc:sldChg>
      <pc:sldChg chg="add del modTransition">
        <pc:chgData name="Sagar Aeri" userId="bd00f59c150191bf" providerId="LiveId" clId="{E8FCB0AB-3A15-4853-B52A-C1E66AE2557E}" dt="2025-09-11T04:35:09.118" v="447" actId="47"/>
        <pc:sldMkLst>
          <pc:docMk/>
          <pc:sldMk cId="2515609865" sldId="379"/>
        </pc:sldMkLst>
      </pc:sldChg>
      <pc:sldChg chg="add del modTransition">
        <pc:chgData name="Sagar Aeri" userId="bd00f59c150191bf" providerId="LiveId" clId="{E8FCB0AB-3A15-4853-B52A-C1E66AE2557E}" dt="2025-09-11T04:35:10.587" v="448" actId="47"/>
        <pc:sldMkLst>
          <pc:docMk/>
          <pc:sldMk cId="431538758" sldId="380"/>
        </pc:sldMkLst>
      </pc:sldChg>
      <pc:sldChg chg="add del modTransition">
        <pc:chgData name="Sagar Aeri" userId="bd00f59c150191bf" providerId="LiveId" clId="{E8FCB0AB-3A15-4853-B52A-C1E66AE2557E}" dt="2025-09-11T04:35:13.390" v="450" actId="47"/>
        <pc:sldMkLst>
          <pc:docMk/>
          <pc:sldMk cId="3105993533" sldId="382"/>
        </pc:sldMkLst>
      </pc:sldChg>
      <pc:sldChg chg="add del modTransition">
        <pc:chgData name="Sagar Aeri" userId="bd00f59c150191bf" providerId="LiveId" clId="{E8FCB0AB-3A15-4853-B52A-C1E66AE2557E}" dt="2025-09-11T04:35:21.920" v="451" actId="47"/>
        <pc:sldMkLst>
          <pc:docMk/>
          <pc:sldMk cId="2573913986" sldId="384"/>
        </pc:sldMkLst>
      </pc:sldChg>
      <pc:sldChg chg="add del modTransition">
        <pc:chgData name="Sagar Aeri" userId="bd00f59c150191bf" providerId="LiveId" clId="{E8FCB0AB-3A15-4853-B52A-C1E66AE2557E}" dt="2025-09-11T04:35:11.341" v="449" actId="47"/>
        <pc:sldMkLst>
          <pc:docMk/>
          <pc:sldMk cId="1883759326" sldId="385"/>
        </pc:sldMkLst>
      </pc:sldChg>
      <pc:sldChg chg="addSp delSp modSp add del mod modTransition">
        <pc:chgData name="Sagar Aeri" userId="bd00f59c150191bf" providerId="LiveId" clId="{E8FCB0AB-3A15-4853-B52A-C1E66AE2557E}" dt="2025-09-16T09:47:35.694" v="1130" actId="208"/>
        <pc:sldMkLst>
          <pc:docMk/>
          <pc:sldMk cId="274340555" sldId="387"/>
        </pc:sldMkLst>
        <pc:spChg chg="add mod">
          <ac:chgData name="Sagar Aeri" userId="bd00f59c150191bf" providerId="LiveId" clId="{E8FCB0AB-3A15-4853-B52A-C1E66AE2557E}" dt="2025-09-16T08:53:51.460" v="983" actId="20577"/>
          <ac:spMkLst>
            <pc:docMk/>
            <pc:sldMk cId="274340555" sldId="387"/>
            <ac:spMk id="4" creationId="{7074B420-712E-78AC-DC96-EF68F45EDD3B}"/>
          </ac:spMkLst>
        </pc:spChg>
        <pc:spChg chg="add mod">
          <ac:chgData name="Sagar Aeri" userId="bd00f59c150191bf" providerId="LiveId" clId="{E8FCB0AB-3A15-4853-B52A-C1E66AE2557E}" dt="2025-09-16T09:45:53.836" v="1115" actId="208"/>
          <ac:spMkLst>
            <pc:docMk/>
            <pc:sldMk cId="274340555" sldId="387"/>
            <ac:spMk id="11" creationId="{A4A89BF0-30EB-3407-5656-5CE25C940661}"/>
          </ac:spMkLst>
        </pc:spChg>
        <pc:spChg chg="add mod">
          <ac:chgData name="Sagar Aeri" userId="bd00f59c150191bf" providerId="LiveId" clId="{E8FCB0AB-3A15-4853-B52A-C1E66AE2557E}" dt="2025-09-16T09:46:10.536" v="1118" actId="208"/>
          <ac:spMkLst>
            <pc:docMk/>
            <pc:sldMk cId="274340555" sldId="387"/>
            <ac:spMk id="12" creationId="{5F7CB24C-2272-6CD9-54A0-FF24495B725D}"/>
          </ac:spMkLst>
        </pc:spChg>
        <pc:spChg chg="add mod">
          <ac:chgData name="Sagar Aeri" userId="bd00f59c150191bf" providerId="LiveId" clId="{E8FCB0AB-3A15-4853-B52A-C1E66AE2557E}" dt="2025-09-16T09:46:23.365" v="1121" actId="208"/>
          <ac:spMkLst>
            <pc:docMk/>
            <pc:sldMk cId="274340555" sldId="387"/>
            <ac:spMk id="13" creationId="{ECA2E9B0-CDA4-8A00-7FD4-E5580C5A2A00}"/>
          </ac:spMkLst>
        </pc:spChg>
        <pc:spChg chg="add mod">
          <ac:chgData name="Sagar Aeri" userId="bd00f59c150191bf" providerId="LiveId" clId="{E8FCB0AB-3A15-4853-B52A-C1E66AE2557E}" dt="2025-09-16T09:47:23.233" v="1127" actId="208"/>
          <ac:spMkLst>
            <pc:docMk/>
            <pc:sldMk cId="274340555" sldId="387"/>
            <ac:spMk id="16" creationId="{D415078E-A116-721C-3F5D-D0A294B730D9}"/>
          </ac:spMkLst>
        </pc:spChg>
        <pc:spChg chg="add mod">
          <ac:chgData name="Sagar Aeri" userId="bd00f59c150191bf" providerId="LiveId" clId="{E8FCB0AB-3A15-4853-B52A-C1E66AE2557E}" dt="2025-09-16T09:47:35.694" v="1130" actId="208"/>
          <ac:spMkLst>
            <pc:docMk/>
            <pc:sldMk cId="274340555" sldId="387"/>
            <ac:spMk id="17" creationId="{E6AA952B-0E63-9C67-8761-727227BEE9FF}"/>
          </ac:spMkLst>
        </pc:spChg>
        <pc:picChg chg="add">
          <ac:chgData name="Sagar Aeri" userId="bd00f59c150191bf" providerId="LiveId" clId="{E8FCB0AB-3A15-4853-B52A-C1E66AE2557E}" dt="2025-09-16T09:46:35.483" v="1124" actId="22"/>
          <ac:picMkLst>
            <pc:docMk/>
            <pc:sldMk cId="274340555" sldId="387"/>
            <ac:picMk id="15" creationId="{4158F8A1-F171-EDE6-0D3E-255405E7F1BA}"/>
          </ac:picMkLst>
        </pc:picChg>
      </pc:sldChg>
      <pc:sldChg chg="delSp del mod modTransition">
        <pc:chgData name="Sagar Aeri" userId="bd00f59c150191bf" providerId="LiveId" clId="{E8FCB0AB-3A15-4853-B52A-C1E66AE2557E}" dt="2025-09-16T06:47:49.054" v="923" actId="47"/>
        <pc:sldMkLst>
          <pc:docMk/>
          <pc:sldMk cId="2224666043" sldId="388"/>
        </pc:sldMkLst>
      </pc:sldChg>
      <pc:sldChg chg="addSp modSp mod modTransition">
        <pc:chgData name="Sagar Aeri" userId="bd00f59c150191bf" providerId="LiveId" clId="{E8FCB0AB-3A15-4853-B52A-C1E66AE2557E}" dt="2025-09-16T09:42:00.592" v="1093" actId="1076"/>
        <pc:sldMkLst>
          <pc:docMk/>
          <pc:sldMk cId="1275768523" sldId="389"/>
        </pc:sldMkLst>
        <pc:picChg chg="mod modCrop">
          <ac:chgData name="Sagar Aeri" userId="bd00f59c150191bf" providerId="LiveId" clId="{E8FCB0AB-3A15-4853-B52A-C1E66AE2557E}" dt="2025-09-16T09:32:35.663" v="1054" actId="732"/>
          <ac:picMkLst>
            <pc:docMk/>
            <pc:sldMk cId="1275768523" sldId="389"/>
            <ac:picMk id="2" creationId="{819E67A5-9F19-C44C-9CBA-6BD93BDB838B}"/>
          </ac:picMkLst>
        </pc:picChg>
        <pc:picChg chg="mod">
          <ac:chgData name="Sagar Aeri" userId="bd00f59c150191bf" providerId="LiveId" clId="{E8FCB0AB-3A15-4853-B52A-C1E66AE2557E}" dt="2025-09-16T09:32:39.740" v="1055" actId="1076"/>
          <ac:picMkLst>
            <pc:docMk/>
            <pc:sldMk cId="1275768523" sldId="389"/>
            <ac:picMk id="3" creationId="{E6CF3F99-DCD2-BB3C-82E0-14E01DAD78CE}"/>
          </ac:picMkLst>
        </pc:picChg>
        <pc:picChg chg="add mod">
          <ac:chgData name="Sagar Aeri" userId="bd00f59c150191bf" providerId="LiveId" clId="{E8FCB0AB-3A15-4853-B52A-C1E66AE2557E}" dt="2025-09-16T09:42:00.592" v="1093" actId="1076"/>
          <ac:picMkLst>
            <pc:docMk/>
            <pc:sldMk cId="1275768523" sldId="389"/>
            <ac:picMk id="5" creationId="{FB1E31CC-7802-AD15-0D11-FA4204CAF4A5}"/>
          </ac:picMkLst>
        </pc:picChg>
      </pc:sldChg>
      <pc:sldChg chg="del modTransition">
        <pc:chgData name="Sagar Aeri" userId="bd00f59c150191bf" providerId="LiveId" clId="{E8FCB0AB-3A15-4853-B52A-C1E66AE2557E}" dt="2025-09-11T04:43:51.542" v="547" actId="47"/>
        <pc:sldMkLst>
          <pc:docMk/>
          <pc:sldMk cId="2477709411" sldId="391"/>
        </pc:sldMkLst>
      </pc:sldChg>
      <pc:sldChg chg="addSp delSp modSp mod modTransition">
        <pc:chgData name="Sagar Aeri" userId="bd00f59c150191bf" providerId="LiveId" clId="{E8FCB0AB-3A15-4853-B52A-C1E66AE2557E}" dt="2025-09-18T03:57:37.690" v="1134" actId="1076"/>
        <pc:sldMkLst>
          <pc:docMk/>
          <pc:sldMk cId="1058043964" sldId="392"/>
        </pc:sldMkLst>
        <pc:spChg chg="mod">
          <ac:chgData name="Sagar Aeri" userId="bd00f59c150191bf" providerId="LiveId" clId="{E8FCB0AB-3A15-4853-B52A-C1E66AE2557E}" dt="2025-09-16T09:16:46.622" v="1024" actId="20577"/>
          <ac:spMkLst>
            <pc:docMk/>
            <pc:sldMk cId="1058043964" sldId="392"/>
            <ac:spMk id="8" creationId="{EA7445B8-A7EB-8778-8227-B334A87E9E1D}"/>
          </ac:spMkLst>
        </pc:spChg>
        <pc:picChg chg="add mod modCrop">
          <ac:chgData name="Sagar Aeri" userId="bd00f59c150191bf" providerId="LiveId" clId="{E8FCB0AB-3A15-4853-B52A-C1E66AE2557E}" dt="2025-09-16T09:41:07.644" v="1085" actId="1076"/>
          <ac:picMkLst>
            <pc:docMk/>
            <pc:sldMk cId="1058043964" sldId="392"/>
            <ac:picMk id="3" creationId="{E7E9752C-4D49-7745-58E2-5CC1EF586634}"/>
          </ac:picMkLst>
        </pc:picChg>
        <pc:picChg chg="add mod">
          <ac:chgData name="Sagar Aeri" userId="bd00f59c150191bf" providerId="LiveId" clId="{E8FCB0AB-3A15-4853-B52A-C1E66AE2557E}" dt="2025-09-18T03:57:37.690" v="1134" actId="1076"/>
          <ac:picMkLst>
            <pc:docMk/>
            <pc:sldMk cId="1058043964" sldId="392"/>
            <ac:picMk id="4" creationId="{8B63F7FF-A514-CA78-D270-4A5EC0244820}"/>
          </ac:picMkLst>
        </pc:picChg>
        <pc:picChg chg="add mod modCrop">
          <ac:chgData name="Sagar Aeri" userId="bd00f59c150191bf" providerId="LiveId" clId="{E8FCB0AB-3A15-4853-B52A-C1E66AE2557E}" dt="2025-09-16T09:39:55.103" v="1080" actId="14100"/>
          <ac:picMkLst>
            <pc:docMk/>
            <pc:sldMk cId="1058043964" sldId="392"/>
            <ac:picMk id="5" creationId="{1F797706-004F-4B02-5364-01BDACAEF2F8}"/>
          </ac:picMkLst>
        </pc:picChg>
        <pc:picChg chg="add mod">
          <ac:chgData name="Sagar Aeri" userId="bd00f59c150191bf" providerId="LiveId" clId="{E8FCB0AB-3A15-4853-B52A-C1E66AE2557E}" dt="2025-09-16T09:36:35.383" v="1069" actId="1076"/>
          <ac:picMkLst>
            <pc:docMk/>
            <pc:sldMk cId="1058043964" sldId="392"/>
            <ac:picMk id="6" creationId="{B660A01E-B299-93C5-B2A9-8B846B523A0D}"/>
          </ac:picMkLst>
        </pc:picChg>
        <pc:picChg chg="add del mod">
          <ac:chgData name="Sagar Aeri" userId="bd00f59c150191bf" providerId="LiveId" clId="{E8FCB0AB-3A15-4853-B52A-C1E66AE2557E}" dt="2025-09-16T09:12:23.769" v="1009" actId="1076"/>
          <ac:picMkLst>
            <pc:docMk/>
            <pc:sldMk cId="1058043964" sldId="392"/>
            <ac:picMk id="7" creationId="{851444FB-0061-0457-8DDA-50A5AED6BEFC}"/>
          </ac:picMkLst>
        </pc:picChg>
        <pc:picChg chg="add del mod">
          <ac:chgData name="Sagar Aeri" userId="bd00f59c150191bf" providerId="LiveId" clId="{E8FCB0AB-3A15-4853-B52A-C1E66AE2557E}" dt="2025-09-16T09:12:13.163" v="1006" actId="1076"/>
          <ac:picMkLst>
            <pc:docMk/>
            <pc:sldMk cId="1058043964" sldId="392"/>
            <ac:picMk id="10" creationId="{CB6D6904-CECF-8E5B-6BB1-8EB9D7339220}"/>
          </ac:picMkLst>
        </pc:picChg>
        <pc:picChg chg="add mod">
          <ac:chgData name="Sagar Aeri" userId="bd00f59c150191bf" providerId="LiveId" clId="{E8FCB0AB-3A15-4853-B52A-C1E66AE2557E}" dt="2025-09-16T09:34:15.675" v="1057"/>
          <ac:picMkLst>
            <pc:docMk/>
            <pc:sldMk cId="1058043964" sldId="392"/>
            <ac:picMk id="12" creationId="{F22ABE76-E6D3-2654-5E04-76E15FF7E759}"/>
          </ac:picMkLst>
        </pc:picChg>
        <pc:picChg chg="add mod modCrop">
          <ac:chgData name="Sagar Aeri" userId="bd00f59c150191bf" providerId="LiveId" clId="{E8FCB0AB-3A15-4853-B52A-C1E66AE2557E}" dt="2025-09-16T09:41:21.750" v="1087" actId="1076"/>
          <ac:picMkLst>
            <pc:docMk/>
            <pc:sldMk cId="1058043964" sldId="392"/>
            <ac:picMk id="16" creationId="{F54FB727-3226-1F6B-81E1-1445EB72190A}"/>
          </ac:picMkLst>
        </pc:picChg>
        <pc:picChg chg="mod">
          <ac:chgData name="Sagar Aeri" userId="bd00f59c150191bf" providerId="LiveId" clId="{E8FCB0AB-3A15-4853-B52A-C1E66AE2557E}" dt="2025-09-16T09:12:20.098" v="1008" actId="1076"/>
          <ac:picMkLst>
            <pc:docMk/>
            <pc:sldMk cId="1058043964" sldId="392"/>
            <ac:picMk id="1026" creationId="{3CC54EA7-A3FC-B36F-E005-0ED3B8D3C79F}"/>
          </ac:picMkLst>
        </pc:picChg>
      </pc:sldChg>
      <pc:sldChg chg="modTransition">
        <pc:chgData name="Sagar Aeri" userId="bd00f59c150191bf" providerId="LiveId" clId="{E8FCB0AB-3A15-4853-B52A-C1E66AE2557E}" dt="2025-09-11T04:26:28.981" v="393"/>
        <pc:sldMkLst>
          <pc:docMk/>
          <pc:sldMk cId="2062496972" sldId="396"/>
        </pc:sldMkLst>
      </pc:sldChg>
      <pc:sldChg chg="modTransition">
        <pc:chgData name="Sagar Aeri" userId="bd00f59c150191bf" providerId="LiveId" clId="{E8FCB0AB-3A15-4853-B52A-C1E66AE2557E}" dt="2025-09-11T04:26:28.981" v="393"/>
        <pc:sldMkLst>
          <pc:docMk/>
          <pc:sldMk cId="1114868049" sldId="397"/>
        </pc:sldMkLst>
      </pc:sldChg>
      <pc:sldChg chg="modTransition">
        <pc:chgData name="Sagar Aeri" userId="bd00f59c150191bf" providerId="LiveId" clId="{E8FCB0AB-3A15-4853-B52A-C1E66AE2557E}" dt="2025-09-11T04:26:28.981" v="393"/>
        <pc:sldMkLst>
          <pc:docMk/>
          <pc:sldMk cId="3829690483" sldId="398"/>
        </pc:sldMkLst>
      </pc:sldChg>
      <pc:sldChg chg="del modTransition">
        <pc:chgData name="Sagar Aeri" userId="bd00f59c150191bf" providerId="LiveId" clId="{E8FCB0AB-3A15-4853-B52A-C1E66AE2557E}" dt="2025-09-15T06:37:19" v="551" actId="47"/>
        <pc:sldMkLst>
          <pc:docMk/>
          <pc:sldMk cId="3300846816" sldId="399"/>
        </pc:sldMkLst>
      </pc:sldChg>
      <pc:sldChg chg="del modTransition">
        <pc:chgData name="Sagar Aeri" userId="bd00f59c150191bf" providerId="LiveId" clId="{E8FCB0AB-3A15-4853-B52A-C1E66AE2557E}" dt="2025-09-15T06:37:19.795" v="552" actId="47"/>
        <pc:sldMkLst>
          <pc:docMk/>
          <pc:sldMk cId="2051913762" sldId="400"/>
        </pc:sldMkLst>
      </pc:sldChg>
      <pc:sldChg chg="del modTransition">
        <pc:chgData name="Sagar Aeri" userId="bd00f59c150191bf" providerId="LiveId" clId="{E8FCB0AB-3A15-4853-B52A-C1E66AE2557E}" dt="2025-09-16T06:45:46.444" v="911" actId="47"/>
        <pc:sldMkLst>
          <pc:docMk/>
          <pc:sldMk cId="1296326217" sldId="401"/>
        </pc:sldMkLst>
      </pc:sldChg>
      <pc:sldChg chg="del modTransition">
        <pc:chgData name="Sagar Aeri" userId="bd00f59c150191bf" providerId="LiveId" clId="{E8FCB0AB-3A15-4853-B52A-C1E66AE2557E}" dt="2025-09-16T06:47:24.238" v="917" actId="47"/>
        <pc:sldMkLst>
          <pc:docMk/>
          <pc:sldMk cId="3272540364" sldId="402"/>
        </pc:sldMkLst>
      </pc:sldChg>
      <pc:sldChg chg="delSp del mod modTransition">
        <pc:chgData name="Sagar Aeri" userId="bd00f59c150191bf" providerId="LiveId" clId="{E8FCB0AB-3A15-4853-B52A-C1E66AE2557E}" dt="2025-09-16T06:47:38.194" v="919" actId="47"/>
        <pc:sldMkLst>
          <pc:docMk/>
          <pc:sldMk cId="4069373232" sldId="403"/>
        </pc:sldMkLst>
      </pc:sldChg>
      <pc:sldChg chg="modTransition">
        <pc:chgData name="Sagar Aeri" userId="bd00f59c150191bf" providerId="LiveId" clId="{E8FCB0AB-3A15-4853-B52A-C1E66AE2557E}" dt="2025-09-11T04:26:28.981" v="393"/>
        <pc:sldMkLst>
          <pc:docMk/>
          <pc:sldMk cId="4033041969" sldId="404"/>
        </pc:sldMkLst>
      </pc:sldChg>
      <pc:sldChg chg="modTransition">
        <pc:chgData name="Sagar Aeri" userId="bd00f59c150191bf" providerId="LiveId" clId="{E8FCB0AB-3A15-4853-B52A-C1E66AE2557E}" dt="2025-09-11T04:26:28.981" v="393"/>
        <pc:sldMkLst>
          <pc:docMk/>
          <pc:sldMk cId="1753510341" sldId="405"/>
        </pc:sldMkLst>
      </pc:sldChg>
      <pc:sldChg chg="modTransition">
        <pc:chgData name="Sagar Aeri" userId="bd00f59c150191bf" providerId="LiveId" clId="{E8FCB0AB-3A15-4853-B52A-C1E66AE2557E}" dt="2025-09-11T04:26:28.981" v="393"/>
        <pc:sldMkLst>
          <pc:docMk/>
          <pc:sldMk cId="807440258" sldId="406"/>
        </pc:sldMkLst>
      </pc:sldChg>
      <pc:sldChg chg="addSp modSp new mod modTransition modAnim">
        <pc:chgData name="Sagar Aeri" userId="bd00f59c150191bf" providerId="LiveId" clId="{E8FCB0AB-3A15-4853-B52A-C1E66AE2557E}" dt="2025-09-11T04:28:24.747" v="403" actId="14100"/>
        <pc:sldMkLst>
          <pc:docMk/>
          <pc:sldMk cId="3447458846" sldId="407"/>
        </pc:sldMkLst>
        <pc:spChg chg="add mod">
          <ac:chgData name="Sagar Aeri" userId="bd00f59c150191bf" providerId="LiveId" clId="{E8FCB0AB-3A15-4853-B52A-C1E66AE2557E}" dt="2025-09-11T04:24:10.243" v="364" actId="1076"/>
          <ac:spMkLst>
            <pc:docMk/>
            <pc:sldMk cId="3447458846" sldId="407"/>
            <ac:spMk id="2" creationId="{24AFAB6D-3DB1-3736-BD08-09E9755E4143}"/>
          </ac:spMkLst>
        </pc:spChg>
        <pc:graphicFrameChg chg="add mod modGraphic">
          <ac:chgData name="Sagar Aeri" userId="bd00f59c150191bf" providerId="LiveId" clId="{E8FCB0AB-3A15-4853-B52A-C1E66AE2557E}" dt="2025-09-11T04:28:24.747" v="403" actId="14100"/>
          <ac:graphicFrameMkLst>
            <pc:docMk/>
            <pc:sldMk cId="3447458846" sldId="407"/>
            <ac:graphicFrameMk id="3" creationId="{957DE46D-B9D4-C661-4FDD-8C26585E58F2}"/>
          </ac:graphicFrameMkLst>
        </pc:graphicFrameChg>
        <pc:picChg chg="add mod">
          <ac:chgData name="Sagar Aeri" userId="bd00f59c150191bf" providerId="LiveId" clId="{E8FCB0AB-3A15-4853-B52A-C1E66AE2557E}" dt="2025-09-11T04:24:07.654" v="363" actId="1076"/>
          <ac:picMkLst>
            <pc:docMk/>
            <pc:sldMk cId="3447458846" sldId="407"/>
            <ac:picMk id="2052" creationId="{6C95504F-CC52-5533-1CBD-6316391218B9}"/>
          </ac:picMkLst>
        </pc:picChg>
      </pc:sldChg>
      <pc:sldChg chg="addSp delSp modSp new mod">
        <pc:chgData name="Sagar Aeri" userId="bd00f59c150191bf" providerId="LiveId" clId="{E8FCB0AB-3A15-4853-B52A-C1E66AE2557E}" dt="2025-09-11T04:43:20.754" v="545" actId="1076"/>
        <pc:sldMkLst>
          <pc:docMk/>
          <pc:sldMk cId="2373290567" sldId="408"/>
        </pc:sldMkLst>
        <pc:spChg chg="add mod">
          <ac:chgData name="Sagar Aeri" userId="bd00f59c150191bf" providerId="LiveId" clId="{E8FCB0AB-3A15-4853-B52A-C1E66AE2557E}" dt="2025-09-11T04:38:32.276" v="488" actId="1076"/>
          <ac:spMkLst>
            <pc:docMk/>
            <pc:sldMk cId="2373290567" sldId="408"/>
            <ac:spMk id="3" creationId="{D129221F-EEC8-A657-5837-7436D54ACE90}"/>
          </ac:spMkLst>
        </pc:spChg>
        <pc:spChg chg="add mod">
          <ac:chgData name="Sagar Aeri" userId="bd00f59c150191bf" providerId="LiveId" clId="{E8FCB0AB-3A15-4853-B52A-C1E66AE2557E}" dt="2025-09-11T04:37:42.399" v="485" actId="403"/>
          <ac:spMkLst>
            <pc:docMk/>
            <pc:sldMk cId="2373290567" sldId="408"/>
            <ac:spMk id="5" creationId="{F2CDC515-EA95-5A99-62C3-AC1240031492}"/>
          </ac:spMkLst>
        </pc:spChg>
        <pc:spChg chg="add mod">
          <ac:chgData name="Sagar Aeri" userId="bd00f59c150191bf" providerId="LiveId" clId="{E8FCB0AB-3A15-4853-B52A-C1E66AE2557E}" dt="2025-09-11T04:42:36.296" v="538" actId="20577"/>
          <ac:spMkLst>
            <pc:docMk/>
            <pc:sldMk cId="2373290567" sldId="408"/>
            <ac:spMk id="8" creationId="{842C6337-7CBD-23A0-2ABF-F82900A5B461}"/>
          </ac:spMkLst>
        </pc:spChg>
        <pc:picChg chg="add mod">
          <ac:chgData name="Sagar Aeri" userId="bd00f59c150191bf" providerId="LiveId" clId="{E8FCB0AB-3A15-4853-B52A-C1E66AE2557E}" dt="2025-09-11T04:40:46.395" v="510" actId="1076"/>
          <ac:picMkLst>
            <pc:docMk/>
            <pc:sldMk cId="2373290567" sldId="408"/>
            <ac:picMk id="12" creationId="{49273C49-1841-FD95-3534-D722236D014B}"/>
          </ac:picMkLst>
        </pc:picChg>
        <pc:picChg chg="add mod">
          <ac:chgData name="Sagar Aeri" userId="bd00f59c150191bf" providerId="LiveId" clId="{E8FCB0AB-3A15-4853-B52A-C1E66AE2557E}" dt="2025-09-11T04:43:20.754" v="545" actId="1076"/>
          <ac:picMkLst>
            <pc:docMk/>
            <pc:sldMk cId="2373290567" sldId="408"/>
            <ac:picMk id="14" creationId="{C7891C74-E477-53EE-30E3-D5E90F227E52}"/>
          </ac:picMkLst>
        </pc:picChg>
      </pc:sldChg>
      <pc:sldChg chg="addSp modSp new mod">
        <pc:chgData name="Sagar Aeri" userId="bd00f59c150191bf" providerId="LiveId" clId="{E8FCB0AB-3A15-4853-B52A-C1E66AE2557E}" dt="2025-09-16T09:41:51.607" v="1091" actId="1076"/>
        <pc:sldMkLst>
          <pc:docMk/>
          <pc:sldMk cId="431302922" sldId="409"/>
        </pc:sldMkLst>
        <pc:spChg chg="add mod">
          <ac:chgData name="Sagar Aeri" userId="bd00f59c150191bf" providerId="LiveId" clId="{E8FCB0AB-3A15-4853-B52A-C1E66AE2557E}" dt="2025-09-16T09:30:25.783" v="1036" actId="20577"/>
          <ac:spMkLst>
            <pc:docMk/>
            <pc:sldMk cId="431302922" sldId="409"/>
            <ac:spMk id="4" creationId="{9F1DB263-B14F-DD18-9142-38E7A7C5582F}"/>
          </ac:spMkLst>
        </pc:spChg>
        <pc:picChg chg="add mod">
          <ac:chgData name="Sagar Aeri" userId="bd00f59c150191bf" providerId="LiveId" clId="{E8FCB0AB-3A15-4853-B52A-C1E66AE2557E}" dt="2025-09-16T09:41:49.155" v="1090" actId="1076"/>
          <ac:picMkLst>
            <pc:docMk/>
            <pc:sldMk cId="431302922" sldId="409"/>
            <ac:picMk id="3" creationId="{8A86EB19-B289-CA9A-B2A7-A7EF3B02D83B}"/>
          </ac:picMkLst>
        </pc:picChg>
        <pc:picChg chg="add mod">
          <ac:chgData name="Sagar Aeri" userId="bd00f59c150191bf" providerId="LiveId" clId="{E8FCB0AB-3A15-4853-B52A-C1E66AE2557E}" dt="2025-09-16T09:41:51.607" v="1091" actId="1076"/>
          <ac:picMkLst>
            <pc:docMk/>
            <pc:sldMk cId="431302922" sldId="409"/>
            <ac:picMk id="6" creationId="{39CFE89C-B346-CBF4-63EC-D7D76E20B24B}"/>
          </ac:picMkLst>
        </pc:picChg>
      </pc:sldChg>
      <pc:sldChg chg="new del">
        <pc:chgData name="Sagar Aeri" userId="bd00f59c150191bf" providerId="LiveId" clId="{E8FCB0AB-3A15-4853-B52A-C1E66AE2557E}" dt="2025-09-18T03:57:22.458" v="1132" actId="47"/>
        <pc:sldMkLst>
          <pc:docMk/>
          <pc:sldMk cId="3108248652" sldId="410"/>
        </pc:sldMkLst>
      </pc:sldChg>
      <pc:sldMasterChg chg="modTransition modSldLayout">
        <pc:chgData name="Sagar Aeri" userId="bd00f59c150191bf" providerId="LiveId" clId="{E8FCB0AB-3A15-4853-B52A-C1E66AE2557E}" dt="2025-09-11T04:26:28.981" v="393"/>
        <pc:sldMasterMkLst>
          <pc:docMk/>
          <pc:sldMasterMk cId="822733855" sldId="2147483768"/>
        </pc:sldMasterMkLst>
        <pc:sldLayoutChg chg="modTransition">
          <pc:chgData name="Sagar Aeri" userId="bd00f59c150191bf" providerId="LiveId" clId="{E8FCB0AB-3A15-4853-B52A-C1E66AE2557E}" dt="2025-09-11T04:26:28.981" v="393"/>
          <pc:sldLayoutMkLst>
            <pc:docMk/>
            <pc:sldMasterMk cId="822733855" sldId="2147483768"/>
            <pc:sldLayoutMk cId="1555395499" sldId="2147483769"/>
          </pc:sldLayoutMkLst>
        </pc:sldLayoutChg>
        <pc:sldLayoutChg chg="modTransition">
          <pc:chgData name="Sagar Aeri" userId="bd00f59c150191bf" providerId="LiveId" clId="{E8FCB0AB-3A15-4853-B52A-C1E66AE2557E}" dt="2025-09-11T04:26:28.981" v="393"/>
          <pc:sldLayoutMkLst>
            <pc:docMk/>
            <pc:sldMasterMk cId="822733855" sldId="2147483768"/>
            <pc:sldLayoutMk cId="3714621804" sldId="2147483770"/>
          </pc:sldLayoutMkLst>
        </pc:sldLayoutChg>
        <pc:sldLayoutChg chg="modTransition">
          <pc:chgData name="Sagar Aeri" userId="bd00f59c150191bf" providerId="LiveId" clId="{E8FCB0AB-3A15-4853-B52A-C1E66AE2557E}" dt="2025-09-11T04:26:28.981" v="393"/>
          <pc:sldLayoutMkLst>
            <pc:docMk/>
            <pc:sldMasterMk cId="822733855" sldId="2147483768"/>
            <pc:sldLayoutMk cId="1317127832" sldId="2147483771"/>
          </pc:sldLayoutMkLst>
        </pc:sldLayoutChg>
        <pc:sldLayoutChg chg="modTransition">
          <pc:chgData name="Sagar Aeri" userId="bd00f59c150191bf" providerId="LiveId" clId="{E8FCB0AB-3A15-4853-B52A-C1E66AE2557E}" dt="2025-09-11T04:26:28.981" v="393"/>
          <pc:sldLayoutMkLst>
            <pc:docMk/>
            <pc:sldMasterMk cId="822733855" sldId="2147483768"/>
            <pc:sldLayoutMk cId="3639711846" sldId="2147483772"/>
          </pc:sldLayoutMkLst>
        </pc:sldLayoutChg>
        <pc:sldLayoutChg chg="modTransition">
          <pc:chgData name="Sagar Aeri" userId="bd00f59c150191bf" providerId="LiveId" clId="{E8FCB0AB-3A15-4853-B52A-C1E66AE2557E}" dt="2025-09-11T04:26:28.981" v="393"/>
          <pc:sldLayoutMkLst>
            <pc:docMk/>
            <pc:sldMasterMk cId="822733855" sldId="2147483768"/>
            <pc:sldLayoutMk cId="1139300162" sldId="2147483773"/>
          </pc:sldLayoutMkLst>
        </pc:sldLayoutChg>
        <pc:sldLayoutChg chg="modTransition">
          <pc:chgData name="Sagar Aeri" userId="bd00f59c150191bf" providerId="LiveId" clId="{E8FCB0AB-3A15-4853-B52A-C1E66AE2557E}" dt="2025-09-11T04:26:28.981" v="393"/>
          <pc:sldLayoutMkLst>
            <pc:docMk/>
            <pc:sldMasterMk cId="822733855" sldId="2147483768"/>
            <pc:sldLayoutMk cId="545153637" sldId="2147483774"/>
          </pc:sldLayoutMkLst>
        </pc:sldLayoutChg>
        <pc:sldLayoutChg chg="modTransition">
          <pc:chgData name="Sagar Aeri" userId="bd00f59c150191bf" providerId="LiveId" clId="{E8FCB0AB-3A15-4853-B52A-C1E66AE2557E}" dt="2025-09-11T04:26:28.981" v="393"/>
          <pc:sldLayoutMkLst>
            <pc:docMk/>
            <pc:sldMasterMk cId="822733855" sldId="2147483768"/>
            <pc:sldLayoutMk cId="3298587731" sldId="2147483775"/>
          </pc:sldLayoutMkLst>
        </pc:sldLayoutChg>
        <pc:sldLayoutChg chg="modTransition">
          <pc:chgData name="Sagar Aeri" userId="bd00f59c150191bf" providerId="LiveId" clId="{E8FCB0AB-3A15-4853-B52A-C1E66AE2557E}" dt="2025-09-11T04:26:28.981" v="393"/>
          <pc:sldLayoutMkLst>
            <pc:docMk/>
            <pc:sldMasterMk cId="822733855" sldId="2147483768"/>
            <pc:sldLayoutMk cId="2380848136" sldId="2147483776"/>
          </pc:sldLayoutMkLst>
        </pc:sldLayoutChg>
        <pc:sldLayoutChg chg="modTransition">
          <pc:chgData name="Sagar Aeri" userId="bd00f59c150191bf" providerId="LiveId" clId="{E8FCB0AB-3A15-4853-B52A-C1E66AE2557E}" dt="2025-09-11T04:26:28.981" v="393"/>
          <pc:sldLayoutMkLst>
            <pc:docMk/>
            <pc:sldMasterMk cId="822733855" sldId="2147483768"/>
            <pc:sldLayoutMk cId="1864859278" sldId="2147483777"/>
          </pc:sldLayoutMkLst>
        </pc:sldLayoutChg>
        <pc:sldLayoutChg chg="modTransition">
          <pc:chgData name="Sagar Aeri" userId="bd00f59c150191bf" providerId="LiveId" clId="{E8FCB0AB-3A15-4853-B52A-C1E66AE2557E}" dt="2025-09-11T04:26:28.981" v="393"/>
          <pc:sldLayoutMkLst>
            <pc:docMk/>
            <pc:sldMasterMk cId="822733855" sldId="2147483768"/>
            <pc:sldLayoutMk cId="507432603" sldId="2147483778"/>
          </pc:sldLayoutMkLst>
        </pc:sldLayoutChg>
        <pc:sldLayoutChg chg="modTransition">
          <pc:chgData name="Sagar Aeri" userId="bd00f59c150191bf" providerId="LiveId" clId="{E8FCB0AB-3A15-4853-B52A-C1E66AE2557E}" dt="2025-09-11T04:26:28.981" v="393"/>
          <pc:sldLayoutMkLst>
            <pc:docMk/>
            <pc:sldMasterMk cId="822733855" sldId="2147483768"/>
            <pc:sldLayoutMk cId="1287134842" sldId="214748377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EE39E0-801C-46D7-8CEC-E183D42473A1}"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IN"/>
        </a:p>
      </dgm:t>
    </dgm:pt>
    <dgm:pt modelId="{B86D02C1-A77C-4D1D-967D-ED4A81F50295}">
      <dgm:prSet custT="1"/>
      <dgm:spPr/>
      <dgm:t>
        <a:bodyPr/>
        <a:lstStyle/>
        <a:p>
          <a:r>
            <a:rPr lang="en-US" sz="2400" b="0" i="0" dirty="0"/>
            <a:t>A rectifier is an electrical component that converts alternating current (AC) to direct current (DC). A rectifier is analogous to a one-way valve that allows an electrical current to flow in only one direction. </a:t>
          </a:r>
          <a:endParaRPr lang="en-IN" sz="2400" dirty="0"/>
        </a:p>
      </dgm:t>
    </dgm:pt>
    <dgm:pt modelId="{77B7B3F9-BCCA-407E-B400-4F8FBA736C6D}" type="parTrans" cxnId="{5DD0D42F-277E-425E-9DC6-ADD2A1B63889}">
      <dgm:prSet/>
      <dgm:spPr/>
      <dgm:t>
        <a:bodyPr/>
        <a:lstStyle/>
        <a:p>
          <a:endParaRPr lang="en-IN"/>
        </a:p>
      </dgm:t>
    </dgm:pt>
    <dgm:pt modelId="{80B15A9B-1784-4FC7-AC76-B53F04469B96}" type="sibTrans" cxnId="{5DD0D42F-277E-425E-9DC6-ADD2A1B63889}">
      <dgm:prSet/>
      <dgm:spPr/>
      <dgm:t>
        <a:bodyPr/>
        <a:lstStyle/>
        <a:p>
          <a:endParaRPr lang="en-IN"/>
        </a:p>
      </dgm:t>
    </dgm:pt>
    <dgm:pt modelId="{7C631AFB-B1F1-4F86-A791-B424EF070355}">
      <dgm:prSet custT="1"/>
      <dgm:spPr/>
      <dgm:t>
        <a:bodyPr/>
        <a:lstStyle/>
        <a:p>
          <a:r>
            <a:rPr lang="en-US" sz="2400" b="0" i="0" dirty="0"/>
            <a:t>The process of converting AC current to DC current is known as rectification. The main application of p-n junction diode is in rectification circuits. </a:t>
          </a:r>
          <a:endParaRPr lang="en-IN" sz="2400" dirty="0"/>
        </a:p>
      </dgm:t>
    </dgm:pt>
    <dgm:pt modelId="{A8E4AE6A-960E-466C-B711-76DEEAEA145A}" type="parTrans" cxnId="{EFC464F4-B1E8-42CE-B4DF-E0F71A8F3AAB}">
      <dgm:prSet/>
      <dgm:spPr/>
      <dgm:t>
        <a:bodyPr/>
        <a:lstStyle/>
        <a:p>
          <a:endParaRPr lang="en-IN"/>
        </a:p>
      </dgm:t>
    </dgm:pt>
    <dgm:pt modelId="{F8AE4D9E-85AD-44D4-8CE3-5B092FBCB347}" type="sibTrans" cxnId="{EFC464F4-B1E8-42CE-B4DF-E0F71A8F3AAB}">
      <dgm:prSet/>
      <dgm:spPr/>
      <dgm:t>
        <a:bodyPr/>
        <a:lstStyle/>
        <a:p>
          <a:endParaRPr lang="en-IN"/>
        </a:p>
      </dgm:t>
    </dgm:pt>
    <dgm:pt modelId="{DE759C3C-C0A2-4BAC-910D-A7777457B53F}">
      <dgm:prSet custT="1"/>
      <dgm:spPr/>
      <dgm:t>
        <a:bodyPr/>
        <a:lstStyle/>
        <a:p>
          <a:r>
            <a:rPr lang="en-US" sz="2400" b="0" i="0" dirty="0"/>
            <a:t>Diode rectifier gives an alternating voltage which pulsates in accordance with time. The filter smoothes the pulsation in the voltage and to produce </a:t>
          </a:r>
          <a:r>
            <a:rPr lang="en-US" sz="2400" dirty="0"/>
            <a:t>DC</a:t>
          </a:r>
          <a:r>
            <a:rPr lang="en-US" sz="2400" b="0" i="0" dirty="0"/>
            <a:t> voltage, a regulator is used which removes the ripples.</a:t>
          </a:r>
          <a:endParaRPr lang="en-IN" sz="2400" dirty="0"/>
        </a:p>
      </dgm:t>
    </dgm:pt>
    <dgm:pt modelId="{9F72ED7D-5453-4069-8CC9-9C9A44D3AA39}" type="parTrans" cxnId="{F3A37BBE-4506-47EA-9415-39B45A5C09ED}">
      <dgm:prSet/>
      <dgm:spPr/>
      <dgm:t>
        <a:bodyPr/>
        <a:lstStyle/>
        <a:p>
          <a:endParaRPr lang="en-IN"/>
        </a:p>
      </dgm:t>
    </dgm:pt>
    <dgm:pt modelId="{8686D7B3-B9E8-4C8F-91B3-700B73447BAE}" type="sibTrans" cxnId="{F3A37BBE-4506-47EA-9415-39B45A5C09ED}">
      <dgm:prSet/>
      <dgm:spPr/>
      <dgm:t>
        <a:bodyPr/>
        <a:lstStyle/>
        <a:p>
          <a:endParaRPr lang="en-IN"/>
        </a:p>
      </dgm:t>
    </dgm:pt>
    <dgm:pt modelId="{3A768328-581B-42AC-BEDC-3068218F8248}" type="pres">
      <dgm:prSet presAssocID="{11EE39E0-801C-46D7-8CEC-E183D42473A1}" presName="linear" presStyleCnt="0">
        <dgm:presLayoutVars>
          <dgm:animLvl val="lvl"/>
          <dgm:resizeHandles val="exact"/>
        </dgm:presLayoutVars>
      </dgm:prSet>
      <dgm:spPr/>
    </dgm:pt>
    <dgm:pt modelId="{1F73469E-A7F0-458B-895B-3AB34F20C0AB}" type="pres">
      <dgm:prSet presAssocID="{B86D02C1-A77C-4D1D-967D-ED4A81F50295}" presName="parentText" presStyleLbl="node1" presStyleIdx="0" presStyleCnt="3">
        <dgm:presLayoutVars>
          <dgm:chMax val="0"/>
          <dgm:bulletEnabled val="1"/>
        </dgm:presLayoutVars>
      </dgm:prSet>
      <dgm:spPr/>
    </dgm:pt>
    <dgm:pt modelId="{57E9FA56-7ECE-4C04-86EC-E235EDFCC5AA}" type="pres">
      <dgm:prSet presAssocID="{80B15A9B-1784-4FC7-AC76-B53F04469B96}" presName="spacer" presStyleCnt="0"/>
      <dgm:spPr/>
    </dgm:pt>
    <dgm:pt modelId="{F0522C1F-B223-4AD1-92EA-2398A4962E4C}" type="pres">
      <dgm:prSet presAssocID="{7C631AFB-B1F1-4F86-A791-B424EF070355}" presName="parentText" presStyleLbl="node1" presStyleIdx="1" presStyleCnt="3">
        <dgm:presLayoutVars>
          <dgm:chMax val="0"/>
          <dgm:bulletEnabled val="1"/>
        </dgm:presLayoutVars>
      </dgm:prSet>
      <dgm:spPr/>
    </dgm:pt>
    <dgm:pt modelId="{9A945C91-A3EF-4E25-B10B-DB67BDFB9695}" type="pres">
      <dgm:prSet presAssocID="{F8AE4D9E-85AD-44D4-8CE3-5B092FBCB347}" presName="spacer" presStyleCnt="0"/>
      <dgm:spPr/>
    </dgm:pt>
    <dgm:pt modelId="{012F1637-F3AE-4553-9EA2-B301CEEEA885}" type="pres">
      <dgm:prSet presAssocID="{DE759C3C-C0A2-4BAC-910D-A7777457B53F}" presName="parentText" presStyleLbl="node1" presStyleIdx="2" presStyleCnt="3">
        <dgm:presLayoutVars>
          <dgm:chMax val="0"/>
          <dgm:bulletEnabled val="1"/>
        </dgm:presLayoutVars>
      </dgm:prSet>
      <dgm:spPr/>
    </dgm:pt>
  </dgm:ptLst>
  <dgm:cxnLst>
    <dgm:cxn modelId="{5DD0D42F-277E-425E-9DC6-ADD2A1B63889}" srcId="{11EE39E0-801C-46D7-8CEC-E183D42473A1}" destId="{B86D02C1-A77C-4D1D-967D-ED4A81F50295}" srcOrd="0" destOrd="0" parTransId="{77B7B3F9-BCCA-407E-B400-4F8FBA736C6D}" sibTransId="{80B15A9B-1784-4FC7-AC76-B53F04469B96}"/>
    <dgm:cxn modelId="{FC71788B-E5AC-475D-A1DB-66D4AB8CF6FC}" type="presOf" srcId="{11EE39E0-801C-46D7-8CEC-E183D42473A1}" destId="{3A768328-581B-42AC-BEDC-3068218F8248}" srcOrd="0" destOrd="0" presId="urn:microsoft.com/office/officeart/2005/8/layout/vList2"/>
    <dgm:cxn modelId="{844B229E-BDE0-436F-9167-3A1A49D76656}" type="presOf" srcId="{DE759C3C-C0A2-4BAC-910D-A7777457B53F}" destId="{012F1637-F3AE-4553-9EA2-B301CEEEA885}" srcOrd="0" destOrd="0" presId="urn:microsoft.com/office/officeart/2005/8/layout/vList2"/>
    <dgm:cxn modelId="{E5DC4B9F-0B44-491D-A482-A603CA1EAC01}" type="presOf" srcId="{B86D02C1-A77C-4D1D-967D-ED4A81F50295}" destId="{1F73469E-A7F0-458B-895B-3AB34F20C0AB}" srcOrd="0" destOrd="0" presId="urn:microsoft.com/office/officeart/2005/8/layout/vList2"/>
    <dgm:cxn modelId="{F3A37BBE-4506-47EA-9415-39B45A5C09ED}" srcId="{11EE39E0-801C-46D7-8CEC-E183D42473A1}" destId="{DE759C3C-C0A2-4BAC-910D-A7777457B53F}" srcOrd="2" destOrd="0" parTransId="{9F72ED7D-5453-4069-8CC9-9C9A44D3AA39}" sibTransId="{8686D7B3-B9E8-4C8F-91B3-700B73447BAE}"/>
    <dgm:cxn modelId="{EFC464F4-B1E8-42CE-B4DF-E0F71A8F3AAB}" srcId="{11EE39E0-801C-46D7-8CEC-E183D42473A1}" destId="{7C631AFB-B1F1-4F86-A791-B424EF070355}" srcOrd="1" destOrd="0" parTransId="{A8E4AE6A-960E-466C-B711-76DEEAEA145A}" sibTransId="{F8AE4D9E-85AD-44D4-8CE3-5B092FBCB347}"/>
    <dgm:cxn modelId="{F1FA64F4-0301-411A-B966-3C9B972DEB8F}" type="presOf" srcId="{7C631AFB-B1F1-4F86-A791-B424EF070355}" destId="{F0522C1F-B223-4AD1-92EA-2398A4962E4C}" srcOrd="0" destOrd="0" presId="urn:microsoft.com/office/officeart/2005/8/layout/vList2"/>
    <dgm:cxn modelId="{6A414762-1EE6-4751-BCCA-0DBCC0A945AC}" type="presParOf" srcId="{3A768328-581B-42AC-BEDC-3068218F8248}" destId="{1F73469E-A7F0-458B-895B-3AB34F20C0AB}" srcOrd="0" destOrd="0" presId="urn:microsoft.com/office/officeart/2005/8/layout/vList2"/>
    <dgm:cxn modelId="{C83290A8-5561-4DB5-A522-90E61C8EE8E9}" type="presParOf" srcId="{3A768328-581B-42AC-BEDC-3068218F8248}" destId="{57E9FA56-7ECE-4C04-86EC-E235EDFCC5AA}" srcOrd="1" destOrd="0" presId="urn:microsoft.com/office/officeart/2005/8/layout/vList2"/>
    <dgm:cxn modelId="{3C1BCF7A-1250-4CE3-97C5-2F431BC9E54C}" type="presParOf" srcId="{3A768328-581B-42AC-BEDC-3068218F8248}" destId="{F0522C1F-B223-4AD1-92EA-2398A4962E4C}" srcOrd="2" destOrd="0" presId="urn:microsoft.com/office/officeart/2005/8/layout/vList2"/>
    <dgm:cxn modelId="{AE1B08AC-E8AC-4499-8176-1A17B2CE78A0}" type="presParOf" srcId="{3A768328-581B-42AC-BEDC-3068218F8248}" destId="{9A945C91-A3EF-4E25-B10B-DB67BDFB9695}" srcOrd="3" destOrd="0" presId="urn:microsoft.com/office/officeart/2005/8/layout/vList2"/>
    <dgm:cxn modelId="{013CF770-EC53-4EB6-B038-7338FC1FFE9D}" type="presParOf" srcId="{3A768328-581B-42AC-BEDC-3068218F8248}" destId="{012F1637-F3AE-4553-9EA2-B301CEEEA88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42C2F1-4F6F-4D0C-B62E-2D88CC4126B4}"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IN"/>
        </a:p>
      </dgm:t>
    </dgm:pt>
    <dgm:pt modelId="{8CA48743-2C48-424E-9356-FA424CBE1C59}">
      <dgm:prSet custT="1"/>
      <dgm:spPr/>
      <dgm:t>
        <a:bodyPr/>
        <a:lstStyle/>
        <a:p>
          <a:pPr algn="just"/>
          <a:r>
            <a:rPr lang="en-US" sz="2400" b="0" i="0" dirty="0"/>
            <a:t>The anode of the center tapped diodes is connected to the transformer’s secondary winding and connected to the load resistor. </a:t>
          </a:r>
          <a:r>
            <a:rPr lang="en-US" sz="2400" b="1" i="0" dirty="0"/>
            <a:t>During the positive half cycle of the alternating current, the top half of the secondary winding becomes positive while the second half of the secondary winding becomes negative.</a:t>
          </a:r>
          <a:endParaRPr lang="en-IN" sz="2400" b="1" dirty="0"/>
        </a:p>
      </dgm:t>
    </dgm:pt>
    <dgm:pt modelId="{98234B39-0A5F-4CA4-9FE7-54D75D957A04}" type="parTrans" cxnId="{D956732E-2B1E-4BE4-8053-8DF02CA91F82}">
      <dgm:prSet/>
      <dgm:spPr/>
      <dgm:t>
        <a:bodyPr/>
        <a:lstStyle/>
        <a:p>
          <a:endParaRPr lang="en-IN"/>
        </a:p>
      </dgm:t>
    </dgm:pt>
    <dgm:pt modelId="{19B78B45-A5B9-4C73-A8A4-EC9ED281BB68}" type="sibTrans" cxnId="{D956732E-2B1E-4BE4-8053-8DF02CA91F82}">
      <dgm:prSet/>
      <dgm:spPr/>
      <dgm:t>
        <a:bodyPr/>
        <a:lstStyle/>
        <a:p>
          <a:endParaRPr lang="en-IN"/>
        </a:p>
      </dgm:t>
    </dgm:pt>
    <dgm:pt modelId="{22855F34-DC0B-4E98-A015-F01539B0273D}">
      <dgm:prSet custT="1"/>
      <dgm:spPr/>
      <dgm:t>
        <a:bodyPr/>
        <a:lstStyle/>
        <a:p>
          <a:pPr algn="just"/>
          <a:r>
            <a:rPr lang="en-US" sz="2400" b="1" i="0" dirty="0"/>
            <a:t>During the positive half cycle, diode D</a:t>
          </a:r>
          <a:r>
            <a:rPr lang="en-US" sz="2400" b="1" i="0" baseline="-25000" dirty="0"/>
            <a:t>1</a:t>
          </a:r>
          <a:r>
            <a:rPr lang="en-US" sz="2400" b="1" i="0" dirty="0"/>
            <a:t> is forward biased </a:t>
          </a:r>
          <a:r>
            <a:rPr lang="en-US" sz="2400" b="0" i="0" dirty="0"/>
            <a:t>as it is connected to the top of the secondary winding while diode D</a:t>
          </a:r>
          <a:r>
            <a:rPr lang="en-US" sz="2400" b="0" i="0" baseline="-25000" dirty="0"/>
            <a:t>2</a:t>
          </a:r>
          <a:r>
            <a:rPr lang="en-US" sz="2400" b="0" i="0" dirty="0"/>
            <a:t> is reverse biased as it is connected to the bottom of the secondary winding. Due to this, diode D</a:t>
          </a:r>
          <a:r>
            <a:rPr lang="en-US" sz="2400" b="0" i="0" baseline="-25000" dirty="0"/>
            <a:t>1</a:t>
          </a:r>
          <a:r>
            <a:rPr lang="en-US" sz="2400" b="0" i="0" dirty="0"/>
            <a:t> will conduct acting as a short circuit and D</a:t>
          </a:r>
          <a:r>
            <a:rPr lang="en-US" sz="2400" b="0" i="0" baseline="-25000" dirty="0"/>
            <a:t>2</a:t>
          </a:r>
          <a:r>
            <a:rPr lang="en-US" sz="2400" b="0" i="0" dirty="0"/>
            <a:t> will not conduct acting as an open circuit</a:t>
          </a:r>
          <a:endParaRPr lang="en-IN" sz="2400" dirty="0"/>
        </a:p>
      </dgm:t>
    </dgm:pt>
    <dgm:pt modelId="{986673B3-71A1-4762-A835-C33137577F2A}" type="parTrans" cxnId="{4DDC060E-5EFB-4890-833B-962EEACED936}">
      <dgm:prSet/>
      <dgm:spPr/>
      <dgm:t>
        <a:bodyPr/>
        <a:lstStyle/>
        <a:p>
          <a:endParaRPr lang="en-IN"/>
        </a:p>
      </dgm:t>
    </dgm:pt>
    <dgm:pt modelId="{5A3F5B3D-1B5C-4278-AE98-507F1B8274B2}" type="sibTrans" cxnId="{4DDC060E-5EFB-4890-833B-962EEACED936}">
      <dgm:prSet/>
      <dgm:spPr/>
      <dgm:t>
        <a:bodyPr/>
        <a:lstStyle/>
        <a:p>
          <a:endParaRPr lang="en-IN"/>
        </a:p>
      </dgm:t>
    </dgm:pt>
    <dgm:pt modelId="{A9831EA6-217A-4DBF-98DC-72CB2CD9A79B}">
      <dgm:prSet custT="1"/>
      <dgm:spPr/>
      <dgm:t>
        <a:bodyPr/>
        <a:lstStyle/>
        <a:p>
          <a:pPr algn="just"/>
          <a:r>
            <a:rPr lang="en-US" sz="2400" b="1" i="0" dirty="0"/>
            <a:t>During the negative half cycle, </a:t>
          </a:r>
          <a:r>
            <a:rPr lang="en-US" sz="2400" b="0" i="0" dirty="0"/>
            <a:t>the diode D</a:t>
          </a:r>
          <a:r>
            <a:rPr lang="en-US" sz="2400" b="0" i="0" baseline="-25000" dirty="0"/>
            <a:t>1</a:t>
          </a:r>
          <a:r>
            <a:rPr lang="en-US" sz="2400" b="0" i="0" dirty="0"/>
            <a:t> is reverse biased and the diode D</a:t>
          </a:r>
          <a:r>
            <a:rPr lang="en-US" sz="2400" b="0" i="0" baseline="-25000" dirty="0"/>
            <a:t>2</a:t>
          </a:r>
          <a:r>
            <a:rPr lang="en-US" sz="2400" b="0" i="0" dirty="0"/>
            <a:t> is forward biased because the top half of the secondary circuit becomes negative and the bottom half of the circuit becomes positive. Thus, in a full wave rectifiers, DC voltage is obtained for both positive and negative half cycle.</a:t>
          </a:r>
          <a:endParaRPr lang="en-IN" sz="2400" dirty="0"/>
        </a:p>
      </dgm:t>
    </dgm:pt>
    <dgm:pt modelId="{968B01FB-20B0-46FB-8063-30EC43F95F73}" type="parTrans" cxnId="{8CC05198-3975-4AC3-BAC8-540F6C269AD2}">
      <dgm:prSet/>
      <dgm:spPr/>
      <dgm:t>
        <a:bodyPr/>
        <a:lstStyle/>
        <a:p>
          <a:endParaRPr lang="en-IN"/>
        </a:p>
      </dgm:t>
    </dgm:pt>
    <dgm:pt modelId="{AC730656-21AF-4CB1-98F2-27440DFECED7}" type="sibTrans" cxnId="{8CC05198-3975-4AC3-BAC8-540F6C269AD2}">
      <dgm:prSet/>
      <dgm:spPr/>
      <dgm:t>
        <a:bodyPr/>
        <a:lstStyle/>
        <a:p>
          <a:endParaRPr lang="en-IN"/>
        </a:p>
      </dgm:t>
    </dgm:pt>
    <dgm:pt modelId="{C9BC4CB0-853F-48EB-946B-938A9637D093}" type="pres">
      <dgm:prSet presAssocID="{6542C2F1-4F6F-4D0C-B62E-2D88CC4126B4}" presName="linear" presStyleCnt="0">
        <dgm:presLayoutVars>
          <dgm:animLvl val="lvl"/>
          <dgm:resizeHandles val="exact"/>
        </dgm:presLayoutVars>
      </dgm:prSet>
      <dgm:spPr/>
    </dgm:pt>
    <dgm:pt modelId="{B00E341A-C6AE-48AA-91D8-C2D5B979FFEA}" type="pres">
      <dgm:prSet presAssocID="{8CA48743-2C48-424E-9356-FA424CBE1C59}" presName="parentText" presStyleLbl="node1" presStyleIdx="0" presStyleCnt="3">
        <dgm:presLayoutVars>
          <dgm:chMax val="0"/>
          <dgm:bulletEnabled val="1"/>
        </dgm:presLayoutVars>
      </dgm:prSet>
      <dgm:spPr/>
    </dgm:pt>
    <dgm:pt modelId="{2AC7CA1B-572A-4EE0-A5EC-1DDD5B56236E}" type="pres">
      <dgm:prSet presAssocID="{19B78B45-A5B9-4C73-A8A4-EC9ED281BB68}" presName="spacer" presStyleCnt="0"/>
      <dgm:spPr/>
    </dgm:pt>
    <dgm:pt modelId="{8876F90B-FA2B-4180-A741-0AE616B1C0ED}" type="pres">
      <dgm:prSet presAssocID="{22855F34-DC0B-4E98-A015-F01539B0273D}" presName="parentText" presStyleLbl="node1" presStyleIdx="1" presStyleCnt="3">
        <dgm:presLayoutVars>
          <dgm:chMax val="0"/>
          <dgm:bulletEnabled val="1"/>
        </dgm:presLayoutVars>
      </dgm:prSet>
      <dgm:spPr/>
    </dgm:pt>
    <dgm:pt modelId="{462565CF-EBE4-4A9D-A203-91A9D3245A3F}" type="pres">
      <dgm:prSet presAssocID="{5A3F5B3D-1B5C-4278-AE98-507F1B8274B2}" presName="spacer" presStyleCnt="0"/>
      <dgm:spPr/>
    </dgm:pt>
    <dgm:pt modelId="{C6882872-F6BF-4A9D-9207-F02095C41D27}" type="pres">
      <dgm:prSet presAssocID="{A9831EA6-217A-4DBF-98DC-72CB2CD9A79B}" presName="parentText" presStyleLbl="node1" presStyleIdx="2" presStyleCnt="3">
        <dgm:presLayoutVars>
          <dgm:chMax val="0"/>
          <dgm:bulletEnabled val="1"/>
        </dgm:presLayoutVars>
      </dgm:prSet>
      <dgm:spPr/>
    </dgm:pt>
  </dgm:ptLst>
  <dgm:cxnLst>
    <dgm:cxn modelId="{4DDC060E-5EFB-4890-833B-962EEACED936}" srcId="{6542C2F1-4F6F-4D0C-B62E-2D88CC4126B4}" destId="{22855F34-DC0B-4E98-A015-F01539B0273D}" srcOrd="1" destOrd="0" parTransId="{986673B3-71A1-4762-A835-C33137577F2A}" sibTransId="{5A3F5B3D-1B5C-4278-AE98-507F1B8274B2}"/>
    <dgm:cxn modelId="{D956732E-2B1E-4BE4-8053-8DF02CA91F82}" srcId="{6542C2F1-4F6F-4D0C-B62E-2D88CC4126B4}" destId="{8CA48743-2C48-424E-9356-FA424CBE1C59}" srcOrd="0" destOrd="0" parTransId="{98234B39-0A5F-4CA4-9FE7-54D75D957A04}" sibTransId="{19B78B45-A5B9-4C73-A8A4-EC9ED281BB68}"/>
    <dgm:cxn modelId="{88437E5B-AE1A-4CE1-A9E7-A88506E7BFAA}" type="presOf" srcId="{A9831EA6-217A-4DBF-98DC-72CB2CD9A79B}" destId="{C6882872-F6BF-4A9D-9207-F02095C41D27}" srcOrd="0" destOrd="0" presId="urn:microsoft.com/office/officeart/2005/8/layout/vList2"/>
    <dgm:cxn modelId="{8CC05198-3975-4AC3-BAC8-540F6C269AD2}" srcId="{6542C2F1-4F6F-4D0C-B62E-2D88CC4126B4}" destId="{A9831EA6-217A-4DBF-98DC-72CB2CD9A79B}" srcOrd="2" destOrd="0" parTransId="{968B01FB-20B0-46FB-8063-30EC43F95F73}" sibTransId="{AC730656-21AF-4CB1-98F2-27440DFECED7}"/>
    <dgm:cxn modelId="{325047DA-3A24-4471-A12E-E6EE2F540E3A}" type="presOf" srcId="{6542C2F1-4F6F-4D0C-B62E-2D88CC4126B4}" destId="{C9BC4CB0-853F-48EB-946B-938A9637D093}" srcOrd="0" destOrd="0" presId="urn:microsoft.com/office/officeart/2005/8/layout/vList2"/>
    <dgm:cxn modelId="{7282E4DD-681F-4E29-8BF3-C8DF7D4B4ED8}" type="presOf" srcId="{8CA48743-2C48-424E-9356-FA424CBE1C59}" destId="{B00E341A-C6AE-48AA-91D8-C2D5B979FFEA}" srcOrd="0" destOrd="0" presId="urn:microsoft.com/office/officeart/2005/8/layout/vList2"/>
    <dgm:cxn modelId="{823966F7-13AB-4240-AAD1-5987FF0E0689}" type="presOf" srcId="{22855F34-DC0B-4E98-A015-F01539B0273D}" destId="{8876F90B-FA2B-4180-A741-0AE616B1C0ED}" srcOrd="0" destOrd="0" presId="urn:microsoft.com/office/officeart/2005/8/layout/vList2"/>
    <dgm:cxn modelId="{05DF89EF-66DE-48BB-AD8A-98CD5E781FE1}" type="presParOf" srcId="{C9BC4CB0-853F-48EB-946B-938A9637D093}" destId="{B00E341A-C6AE-48AA-91D8-C2D5B979FFEA}" srcOrd="0" destOrd="0" presId="urn:microsoft.com/office/officeart/2005/8/layout/vList2"/>
    <dgm:cxn modelId="{12182E5D-D706-4107-A528-E549EAE95B20}" type="presParOf" srcId="{C9BC4CB0-853F-48EB-946B-938A9637D093}" destId="{2AC7CA1B-572A-4EE0-A5EC-1DDD5B56236E}" srcOrd="1" destOrd="0" presId="urn:microsoft.com/office/officeart/2005/8/layout/vList2"/>
    <dgm:cxn modelId="{BED1E12F-90A1-4639-8EDA-06C5AFC46896}" type="presParOf" srcId="{C9BC4CB0-853F-48EB-946B-938A9637D093}" destId="{8876F90B-FA2B-4180-A741-0AE616B1C0ED}" srcOrd="2" destOrd="0" presId="urn:microsoft.com/office/officeart/2005/8/layout/vList2"/>
    <dgm:cxn modelId="{CA6DCCC1-F329-4B1A-898C-DD10DF0FB3FE}" type="presParOf" srcId="{C9BC4CB0-853F-48EB-946B-938A9637D093}" destId="{462565CF-EBE4-4A9D-A203-91A9D3245A3F}" srcOrd="3" destOrd="0" presId="urn:microsoft.com/office/officeart/2005/8/layout/vList2"/>
    <dgm:cxn modelId="{0C0415D0-B44B-4A85-AED4-9FF698013D02}" type="presParOf" srcId="{C9BC4CB0-853F-48EB-946B-938A9637D093}" destId="{C6882872-F6BF-4A9D-9207-F02095C41D2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C270BDF-F93C-42E7-80A8-F9696B4E8F9F}" type="doc">
      <dgm:prSet loTypeId="urn:microsoft.com/office/officeart/2005/8/layout/matrix3" loCatId="matrix" qsTypeId="urn:microsoft.com/office/officeart/2005/8/quickstyle/simple1" qsCatId="simple" csTypeId="urn:microsoft.com/office/officeart/2005/8/colors/colorful5" csCatId="colorful" phldr="1"/>
      <dgm:spPr/>
      <dgm:t>
        <a:bodyPr/>
        <a:lstStyle/>
        <a:p>
          <a:endParaRPr lang="en-IN"/>
        </a:p>
      </dgm:t>
    </dgm:pt>
    <dgm:pt modelId="{7DD2B25B-755A-4775-9340-A2420FA934AC}">
      <dgm:prSet/>
      <dgm:spPr/>
      <dgm:t>
        <a:bodyPr/>
        <a:lstStyle/>
        <a:p>
          <a:r>
            <a:rPr lang="en-US" b="0" i="0" dirty="0"/>
            <a:t>Used for the generation and shaping of waveforms</a:t>
          </a:r>
          <a:endParaRPr lang="en-IN" dirty="0"/>
        </a:p>
      </dgm:t>
    </dgm:pt>
    <dgm:pt modelId="{293D48AA-DCAF-4C7C-B885-33A419FAE945}" type="parTrans" cxnId="{0824D6C4-39DA-4390-B4A5-2C5E25C13F26}">
      <dgm:prSet/>
      <dgm:spPr/>
      <dgm:t>
        <a:bodyPr/>
        <a:lstStyle/>
        <a:p>
          <a:endParaRPr lang="en-IN"/>
        </a:p>
      </dgm:t>
    </dgm:pt>
    <dgm:pt modelId="{327EA217-4431-4A43-BCC2-639059E4A9D8}" type="sibTrans" cxnId="{0824D6C4-39DA-4390-B4A5-2C5E25C13F26}">
      <dgm:prSet/>
      <dgm:spPr/>
      <dgm:t>
        <a:bodyPr/>
        <a:lstStyle/>
        <a:p>
          <a:endParaRPr lang="en-IN"/>
        </a:p>
      </dgm:t>
    </dgm:pt>
    <dgm:pt modelId="{01C60223-6C5B-4DA8-9F39-6E1A44693A22}">
      <dgm:prSet/>
      <dgm:spPr/>
      <dgm:t>
        <a:bodyPr/>
        <a:lstStyle/>
        <a:p>
          <a:r>
            <a:rPr lang="en-US" b="0" i="0"/>
            <a:t>Used for the protection of circuits from spikes</a:t>
          </a:r>
          <a:endParaRPr lang="en-IN"/>
        </a:p>
      </dgm:t>
    </dgm:pt>
    <dgm:pt modelId="{C3FFD543-629E-4A26-9C28-1602E3D6CDDB}" type="parTrans" cxnId="{ECA5FF6A-1239-4F8C-8C35-3C7C19D58929}">
      <dgm:prSet/>
      <dgm:spPr/>
      <dgm:t>
        <a:bodyPr/>
        <a:lstStyle/>
        <a:p>
          <a:endParaRPr lang="en-IN"/>
        </a:p>
      </dgm:t>
    </dgm:pt>
    <dgm:pt modelId="{A800C1BB-46CA-43A4-9DE2-A98969D34842}" type="sibTrans" cxnId="{ECA5FF6A-1239-4F8C-8C35-3C7C19D58929}">
      <dgm:prSet/>
      <dgm:spPr/>
      <dgm:t>
        <a:bodyPr/>
        <a:lstStyle/>
        <a:p>
          <a:endParaRPr lang="en-IN"/>
        </a:p>
      </dgm:t>
    </dgm:pt>
    <dgm:pt modelId="{DEAD5202-23CA-485B-A108-D4530775A6C0}">
      <dgm:prSet/>
      <dgm:spPr/>
      <dgm:t>
        <a:bodyPr/>
        <a:lstStyle/>
        <a:p>
          <a:r>
            <a:rPr lang="en-US" b="0" i="0"/>
            <a:t>Used for amplitude restorers</a:t>
          </a:r>
          <a:endParaRPr lang="en-IN"/>
        </a:p>
      </dgm:t>
    </dgm:pt>
    <dgm:pt modelId="{C92DBB0D-CD36-490A-88A5-A33F931CEDFE}" type="parTrans" cxnId="{B2DBB247-9CCE-4779-BA61-AC34C48FADD9}">
      <dgm:prSet/>
      <dgm:spPr/>
      <dgm:t>
        <a:bodyPr/>
        <a:lstStyle/>
        <a:p>
          <a:endParaRPr lang="en-IN"/>
        </a:p>
      </dgm:t>
    </dgm:pt>
    <dgm:pt modelId="{99617F9F-A1B4-40FE-9BB5-3123E6142348}" type="sibTrans" cxnId="{B2DBB247-9CCE-4779-BA61-AC34C48FADD9}">
      <dgm:prSet/>
      <dgm:spPr/>
      <dgm:t>
        <a:bodyPr/>
        <a:lstStyle/>
        <a:p>
          <a:endParaRPr lang="en-IN"/>
        </a:p>
      </dgm:t>
    </dgm:pt>
    <dgm:pt modelId="{1DEE3DE0-6AF9-4584-8749-8593837703CE}">
      <dgm:prSet/>
      <dgm:spPr/>
      <dgm:t>
        <a:bodyPr/>
        <a:lstStyle/>
        <a:p>
          <a:r>
            <a:rPr lang="en-US" b="0" i="0" dirty="0"/>
            <a:t>Used as voltage limiters</a:t>
          </a:r>
          <a:endParaRPr lang="en-IN" dirty="0"/>
        </a:p>
      </dgm:t>
    </dgm:pt>
    <dgm:pt modelId="{147095DA-F4C2-4221-92D5-8A3F8B9595A4}" type="parTrans" cxnId="{F54F37A6-FADA-4EB0-814B-A1195D4FB2C7}">
      <dgm:prSet/>
      <dgm:spPr/>
      <dgm:t>
        <a:bodyPr/>
        <a:lstStyle/>
        <a:p>
          <a:endParaRPr lang="en-IN"/>
        </a:p>
      </dgm:t>
    </dgm:pt>
    <dgm:pt modelId="{45B9A0A7-459D-4A9A-BDEC-D8DD58008428}" type="sibTrans" cxnId="{F54F37A6-FADA-4EB0-814B-A1195D4FB2C7}">
      <dgm:prSet/>
      <dgm:spPr/>
      <dgm:t>
        <a:bodyPr/>
        <a:lstStyle/>
        <a:p>
          <a:endParaRPr lang="en-IN"/>
        </a:p>
      </dgm:t>
    </dgm:pt>
    <dgm:pt modelId="{CEA514CE-B3A7-45FA-BE21-7240EB92E0F2}" type="pres">
      <dgm:prSet presAssocID="{1C270BDF-F93C-42E7-80A8-F9696B4E8F9F}" presName="matrix" presStyleCnt="0">
        <dgm:presLayoutVars>
          <dgm:chMax val="1"/>
          <dgm:dir/>
          <dgm:resizeHandles val="exact"/>
        </dgm:presLayoutVars>
      </dgm:prSet>
      <dgm:spPr/>
    </dgm:pt>
    <dgm:pt modelId="{EB0E8B67-6512-4FA9-A6A4-9ACBAE04DB9F}" type="pres">
      <dgm:prSet presAssocID="{1C270BDF-F93C-42E7-80A8-F9696B4E8F9F}" presName="diamond" presStyleLbl="bgShp" presStyleIdx="0" presStyleCnt="1"/>
      <dgm:spPr/>
    </dgm:pt>
    <dgm:pt modelId="{437DC1F7-A88F-4FE1-BB4C-3DC7616D2418}" type="pres">
      <dgm:prSet presAssocID="{1C270BDF-F93C-42E7-80A8-F9696B4E8F9F}" presName="quad1" presStyleLbl="node1" presStyleIdx="0" presStyleCnt="4">
        <dgm:presLayoutVars>
          <dgm:chMax val="0"/>
          <dgm:chPref val="0"/>
          <dgm:bulletEnabled val="1"/>
        </dgm:presLayoutVars>
      </dgm:prSet>
      <dgm:spPr/>
    </dgm:pt>
    <dgm:pt modelId="{00AADA57-9D0D-4E8F-8EFF-25D27384261D}" type="pres">
      <dgm:prSet presAssocID="{1C270BDF-F93C-42E7-80A8-F9696B4E8F9F}" presName="quad2" presStyleLbl="node1" presStyleIdx="1" presStyleCnt="4">
        <dgm:presLayoutVars>
          <dgm:chMax val="0"/>
          <dgm:chPref val="0"/>
          <dgm:bulletEnabled val="1"/>
        </dgm:presLayoutVars>
      </dgm:prSet>
      <dgm:spPr/>
    </dgm:pt>
    <dgm:pt modelId="{4D73EC8D-6F44-47F7-A4B5-82AC3F1ACE09}" type="pres">
      <dgm:prSet presAssocID="{1C270BDF-F93C-42E7-80A8-F9696B4E8F9F}" presName="quad3" presStyleLbl="node1" presStyleIdx="2" presStyleCnt="4">
        <dgm:presLayoutVars>
          <dgm:chMax val="0"/>
          <dgm:chPref val="0"/>
          <dgm:bulletEnabled val="1"/>
        </dgm:presLayoutVars>
      </dgm:prSet>
      <dgm:spPr/>
    </dgm:pt>
    <dgm:pt modelId="{3C1D366D-9DFE-4306-B681-2846AE50DE94}" type="pres">
      <dgm:prSet presAssocID="{1C270BDF-F93C-42E7-80A8-F9696B4E8F9F}" presName="quad4" presStyleLbl="node1" presStyleIdx="3" presStyleCnt="4">
        <dgm:presLayoutVars>
          <dgm:chMax val="0"/>
          <dgm:chPref val="0"/>
          <dgm:bulletEnabled val="1"/>
        </dgm:presLayoutVars>
      </dgm:prSet>
      <dgm:spPr/>
    </dgm:pt>
  </dgm:ptLst>
  <dgm:cxnLst>
    <dgm:cxn modelId="{7BF90D29-A0CE-4959-8C0E-D2E16DFC4A61}" type="presOf" srcId="{7DD2B25B-755A-4775-9340-A2420FA934AC}" destId="{437DC1F7-A88F-4FE1-BB4C-3DC7616D2418}" srcOrd="0" destOrd="0" presId="urn:microsoft.com/office/officeart/2005/8/layout/matrix3"/>
    <dgm:cxn modelId="{B2DBB247-9CCE-4779-BA61-AC34C48FADD9}" srcId="{1C270BDF-F93C-42E7-80A8-F9696B4E8F9F}" destId="{DEAD5202-23CA-485B-A108-D4530775A6C0}" srcOrd="2" destOrd="0" parTransId="{C92DBB0D-CD36-490A-88A5-A33F931CEDFE}" sibTransId="{99617F9F-A1B4-40FE-9BB5-3123E6142348}"/>
    <dgm:cxn modelId="{ECA5FF6A-1239-4F8C-8C35-3C7C19D58929}" srcId="{1C270BDF-F93C-42E7-80A8-F9696B4E8F9F}" destId="{01C60223-6C5B-4DA8-9F39-6E1A44693A22}" srcOrd="1" destOrd="0" parTransId="{C3FFD543-629E-4A26-9C28-1602E3D6CDDB}" sibTransId="{A800C1BB-46CA-43A4-9DE2-A98969D34842}"/>
    <dgm:cxn modelId="{E0A6FD91-AC08-4F02-8FA6-39EDFC3F4288}" type="presOf" srcId="{DEAD5202-23CA-485B-A108-D4530775A6C0}" destId="{4D73EC8D-6F44-47F7-A4B5-82AC3F1ACE09}" srcOrd="0" destOrd="0" presId="urn:microsoft.com/office/officeart/2005/8/layout/matrix3"/>
    <dgm:cxn modelId="{EA1C2B9B-CEE9-49E8-A9D8-81388364767E}" type="presOf" srcId="{01C60223-6C5B-4DA8-9F39-6E1A44693A22}" destId="{00AADA57-9D0D-4E8F-8EFF-25D27384261D}" srcOrd="0" destOrd="0" presId="urn:microsoft.com/office/officeart/2005/8/layout/matrix3"/>
    <dgm:cxn modelId="{F54F37A6-FADA-4EB0-814B-A1195D4FB2C7}" srcId="{1C270BDF-F93C-42E7-80A8-F9696B4E8F9F}" destId="{1DEE3DE0-6AF9-4584-8749-8593837703CE}" srcOrd="3" destOrd="0" parTransId="{147095DA-F4C2-4221-92D5-8A3F8B9595A4}" sibTransId="{45B9A0A7-459D-4A9A-BDEC-D8DD58008428}"/>
    <dgm:cxn modelId="{0824D6C4-39DA-4390-B4A5-2C5E25C13F26}" srcId="{1C270BDF-F93C-42E7-80A8-F9696B4E8F9F}" destId="{7DD2B25B-755A-4775-9340-A2420FA934AC}" srcOrd="0" destOrd="0" parTransId="{293D48AA-DCAF-4C7C-B885-33A419FAE945}" sibTransId="{327EA217-4431-4A43-BCC2-639059E4A9D8}"/>
    <dgm:cxn modelId="{5BBF82ED-61F7-4EE4-880E-F97B271A6E74}" type="presOf" srcId="{1DEE3DE0-6AF9-4584-8749-8593837703CE}" destId="{3C1D366D-9DFE-4306-B681-2846AE50DE94}" srcOrd="0" destOrd="0" presId="urn:microsoft.com/office/officeart/2005/8/layout/matrix3"/>
    <dgm:cxn modelId="{BDF06DFE-C8E6-49B7-A9A5-E5D46CACD052}" type="presOf" srcId="{1C270BDF-F93C-42E7-80A8-F9696B4E8F9F}" destId="{CEA514CE-B3A7-45FA-BE21-7240EB92E0F2}" srcOrd="0" destOrd="0" presId="urn:microsoft.com/office/officeart/2005/8/layout/matrix3"/>
    <dgm:cxn modelId="{17D01A73-7EAD-4BCC-B9C9-A5360A075936}" type="presParOf" srcId="{CEA514CE-B3A7-45FA-BE21-7240EB92E0F2}" destId="{EB0E8B67-6512-4FA9-A6A4-9ACBAE04DB9F}" srcOrd="0" destOrd="0" presId="urn:microsoft.com/office/officeart/2005/8/layout/matrix3"/>
    <dgm:cxn modelId="{98B5FD04-BC7C-4F6B-8E60-45C231451298}" type="presParOf" srcId="{CEA514CE-B3A7-45FA-BE21-7240EB92E0F2}" destId="{437DC1F7-A88F-4FE1-BB4C-3DC7616D2418}" srcOrd="1" destOrd="0" presId="urn:microsoft.com/office/officeart/2005/8/layout/matrix3"/>
    <dgm:cxn modelId="{4D654BD9-B0B1-4FB2-9A17-0E96C00BF16E}" type="presParOf" srcId="{CEA514CE-B3A7-45FA-BE21-7240EB92E0F2}" destId="{00AADA57-9D0D-4E8F-8EFF-25D27384261D}" srcOrd="2" destOrd="0" presId="urn:microsoft.com/office/officeart/2005/8/layout/matrix3"/>
    <dgm:cxn modelId="{2C1326D5-652A-4239-98D8-AFC9FEE8944B}" type="presParOf" srcId="{CEA514CE-B3A7-45FA-BE21-7240EB92E0F2}" destId="{4D73EC8D-6F44-47F7-A4B5-82AC3F1ACE09}" srcOrd="3" destOrd="0" presId="urn:microsoft.com/office/officeart/2005/8/layout/matrix3"/>
    <dgm:cxn modelId="{79226987-9D36-4404-9639-0671896859F3}" type="presParOf" srcId="{CEA514CE-B3A7-45FA-BE21-7240EB92E0F2}" destId="{3C1D366D-9DFE-4306-B681-2846AE50DE94}"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B562258-C693-47B6-979E-E9EC3F8D588C}" type="doc">
      <dgm:prSet loTypeId="urn:microsoft.com/office/officeart/2005/8/layout/matrix3" loCatId="matrix" qsTypeId="urn:microsoft.com/office/officeart/2005/8/quickstyle/simple1" qsCatId="simple" csTypeId="urn:microsoft.com/office/officeart/2005/8/colors/colorful1" csCatId="colorful" phldr="1"/>
      <dgm:spPr/>
      <dgm:t>
        <a:bodyPr/>
        <a:lstStyle/>
        <a:p>
          <a:endParaRPr lang="en-IN"/>
        </a:p>
      </dgm:t>
    </dgm:pt>
    <dgm:pt modelId="{D3A2C898-F4FA-4EDB-9206-E87EE11A60DC}">
      <dgm:prSet/>
      <dgm:spPr/>
      <dgm:t>
        <a:bodyPr/>
        <a:lstStyle/>
        <a:p>
          <a:r>
            <a:rPr lang="en-US" b="0" i="0" dirty="0"/>
            <a:t>Used to remove distortions</a:t>
          </a:r>
          <a:endParaRPr lang="en-IN" dirty="0"/>
        </a:p>
      </dgm:t>
    </dgm:pt>
    <dgm:pt modelId="{DE6B92C8-DC3A-48F9-8F49-746BF11CF74C}" type="parTrans" cxnId="{41400BEA-79C3-4D7D-8553-B53F02253612}">
      <dgm:prSet/>
      <dgm:spPr/>
      <dgm:t>
        <a:bodyPr/>
        <a:lstStyle/>
        <a:p>
          <a:endParaRPr lang="en-IN"/>
        </a:p>
      </dgm:t>
    </dgm:pt>
    <dgm:pt modelId="{C48E58FC-8AC6-4F11-BF64-85E7A4743923}" type="sibTrans" cxnId="{41400BEA-79C3-4D7D-8553-B53F02253612}">
      <dgm:prSet/>
      <dgm:spPr/>
      <dgm:t>
        <a:bodyPr/>
        <a:lstStyle/>
        <a:p>
          <a:endParaRPr lang="en-IN"/>
        </a:p>
      </dgm:t>
    </dgm:pt>
    <dgm:pt modelId="{170F26F8-0BB8-4E0E-B052-F7C8428443D2}">
      <dgm:prSet/>
      <dgm:spPr/>
      <dgm:t>
        <a:bodyPr/>
        <a:lstStyle/>
        <a:p>
          <a:r>
            <a:rPr lang="en-US" b="0" i="0"/>
            <a:t>Used as voltage multipliers</a:t>
          </a:r>
          <a:endParaRPr lang="en-IN"/>
        </a:p>
      </dgm:t>
    </dgm:pt>
    <dgm:pt modelId="{C69E632F-DD15-4F66-B707-9743119761CD}" type="parTrans" cxnId="{BF7DFD61-4687-4CC4-94F0-65B27E442C5B}">
      <dgm:prSet/>
      <dgm:spPr/>
      <dgm:t>
        <a:bodyPr/>
        <a:lstStyle/>
        <a:p>
          <a:endParaRPr lang="en-IN"/>
        </a:p>
      </dgm:t>
    </dgm:pt>
    <dgm:pt modelId="{5824FBDF-D7A6-4272-9211-759193F34EF4}" type="sibTrans" cxnId="{BF7DFD61-4687-4CC4-94F0-65B27E442C5B}">
      <dgm:prSet/>
      <dgm:spPr/>
      <dgm:t>
        <a:bodyPr/>
        <a:lstStyle/>
        <a:p>
          <a:endParaRPr lang="en-IN"/>
        </a:p>
      </dgm:t>
    </dgm:pt>
    <dgm:pt modelId="{0E371969-622D-4F1C-A404-0EBD6A1375E5}">
      <dgm:prSet/>
      <dgm:spPr/>
      <dgm:t>
        <a:bodyPr/>
        <a:lstStyle/>
        <a:p>
          <a:r>
            <a:rPr lang="en-US" b="0" i="0"/>
            <a:t>Used for the protection of amplifiers</a:t>
          </a:r>
          <a:endParaRPr lang="en-IN"/>
        </a:p>
      </dgm:t>
    </dgm:pt>
    <dgm:pt modelId="{16149AC7-63CC-4CA5-9F5A-187467CEB4D8}" type="parTrans" cxnId="{A99EC6A1-F797-49B9-886E-839247C5168D}">
      <dgm:prSet/>
      <dgm:spPr/>
      <dgm:t>
        <a:bodyPr/>
        <a:lstStyle/>
        <a:p>
          <a:endParaRPr lang="en-IN"/>
        </a:p>
      </dgm:t>
    </dgm:pt>
    <dgm:pt modelId="{37FC2308-8D7B-4B05-8C71-56A94674ECF9}" type="sibTrans" cxnId="{A99EC6A1-F797-49B9-886E-839247C5168D}">
      <dgm:prSet/>
      <dgm:spPr/>
      <dgm:t>
        <a:bodyPr/>
        <a:lstStyle/>
        <a:p>
          <a:endParaRPr lang="en-IN"/>
        </a:p>
      </dgm:t>
    </dgm:pt>
    <dgm:pt modelId="{4FAFFBB1-0C7C-4423-8453-EA52EEC40EC3}">
      <dgm:prSet/>
      <dgm:spPr/>
      <dgm:t>
        <a:bodyPr/>
        <a:lstStyle/>
        <a:p>
          <a:r>
            <a:rPr lang="en-US" b="0" i="0"/>
            <a:t>Used as base-line stabilizer</a:t>
          </a:r>
          <a:endParaRPr lang="en-IN"/>
        </a:p>
      </dgm:t>
    </dgm:pt>
    <dgm:pt modelId="{87159427-B760-4031-BE27-ECE30D62AC3A}" type="parTrans" cxnId="{87FC14B3-C95C-4FDF-8B02-D63FFD56431E}">
      <dgm:prSet/>
      <dgm:spPr/>
      <dgm:t>
        <a:bodyPr/>
        <a:lstStyle/>
        <a:p>
          <a:endParaRPr lang="en-IN"/>
        </a:p>
      </dgm:t>
    </dgm:pt>
    <dgm:pt modelId="{84C30599-BB8C-45F4-83D7-669F9232A386}" type="sibTrans" cxnId="{87FC14B3-C95C-4FDF-8B02-D63FFD56431E}">
      <dgm:prSet/>
      <dgm:spPr/>
      <dgm:t>
        <a:bodyPr/>
        <a:lstStyle/>
        <a:p>
          <a:endParaRPr lang="en-IN"/>
        </a:p>
      </dgm:t>
    </dgm:pt>
    <dgm:pt modelId="{2A6DEEF7-184C-476E-BFC4-4AA070DF2A7D}" type="pres">
      <dgm:prSet presAssocID="{AB562258-C693-47B6-979E-E9EC3F8D588C}" presName="matrix" presStyleCnt="0">
        <dgm:presLayoutVars>
          <dgm:chMax val="1"/>
          <dgm:dir/>
          <dgm:resizeHandles val="exact"/>
        </dgm:presLayoutVars>
      </dgm:prSet>
      <dgm:spPr/>
    </dgm:pt>
    <dgm:pt modelId="{D20AC193-83E5-41BB-9B84-3C67F20F3CE2}" type="pres">
      <dgm:prSet presAssocID="{AB562258-C693-47B6-979E-E9EC3F8D588C}" presName="diamond" presStyleLbl="bgShp" presStyleIdx="0" presStyleCnt="1"/>
      <dgm:spPr/>
    </dgm:pt>
    <dgm:pt modelId="{F4C196A9-BAB1-4C6C-86CE-0AF89481FFC5}" type="pres">
      <dgm:prSet presAssocID="{AB562258-C693-47B6-979E-E9EC3F8D588C}" presName="quad1" presStyleLbl="node1" presStyleIdx="0" presStyleCnt="4">
        <dgm:presLayoutVars>
          <dgm:chMax val="0"/>
          <dgm:chPref val="0"/>
          <dgm:bulletEnabled val="1"/>
        </dgm:presLayoutVars>
      </dgm:prSet>
      <dgm:spPr/>
    </dgm:pt>
    <dgm:pt modelId="{9162DBDF-7247-4981-BD37-488DA44E0620}" type="pres">
      <dgm:prSet presAssocID="{AB562258-C693-47B6-979E-E9EC3F8D588C}" presName="quad2" presStyleLbl="node1" presStyleIdx="1" presStyleCnt="4">
        <dgm:presLayoutVars>
          <dgm:chMax val="0"/>
          <dgm:chPref val="0"/>
          <dgm:bulletEnabled val="1"/>
        </dgm:presLayoutVars>
      </dgm:prSet>
      <dgm:spPr/>
    </dgm:pt>
    <dgm:pt modelId="{9BA522B6-7957-4528-871B-6EDCD48858F7}" type="pres">
      <dgm:prSet presAssocID="{AB562258-C693-47B6-979E-E9EC3F8D588C}" presName="quad3" presStyleLbl="node1" presStyleIdx="2" presStyleCnt="4">
        <dgm:presLayoutVars>
          <dgm:chMax val="0"/>
          <dgm:chPref val="0"/>
          <dgm:bulletEnabled val="1"/>
        </dgm:presLayoutVars>
      </dgm:prSet>
      <dgm:spPr/>
    </dgm:pt>
    <dgm:pt modelId="{3545B706-0334-4592-8069-BA05A865FE55}" type="pres">
      <dgm:prSet presAssocID="{AB562258-C693-47B6-979E-E9EC3F8D588C}" presName="quad4" presStyleLbl="node1" presStyleIdx="3" presStyleCnt="4">
        <dgm:presLayoutVars>
          <dgm:chMax val="0"/>
          <dgm:chPref val="0"/>
          <dgm:bulletEnabled val="1"/>
        </dgm:presLayoutVars>
      </dgm:prSet>
      <dgm:spPr/>
    </dgm:pt>
  </dgm:ptLst>
  <dgm:cxnLst>
    <dgm:cxn modelId="{1831C805-6BB9-4E17-907A-057931B0D1C0}" type="presOf" srcId="{4FAFFBB1-0C7C-4423-8453-EA52EEC40EC3}" destId="{3545B706-0334-4592-8069-BA05A865FE55}" srcOrd="0" destOrd="0" presId="urn:microsoft.com/office/officeart/2005/8/layout/matrix3"/>
    <dgm:cxn modelId="{4C989311-A3E4-48C0-97C4-0626F280FE95}" type="presOf" srcId="{AB562258-C693-47B6-979E-E9EC3F8D588C}" destId="{2A6DEEF7-184C-476E-BFC4-4AA070DF2A7D}" srcOrd="0" destOrd="0" presId="urn:microsoft.com/office/officeart/2005/8/layout/matrix3"/>
    <dgm:cxn modelId="{BF7DFD61-4687-4CC4-94F0-65B27E442C5B}" srcId="{AB562258-C693-47B6-979E-E9EC3F8D588C}" destId="{170F26F8-0BB8-4E0E-B052-F7C8428443D2}" srcOrd="1" destOrd="0" parTransId="{C69E632F-DD15-4F66-B707-9743119761CD}" sibTransId="{5824FBDF-D7A6-4272-9211-759193F34EF4}"/>
    <dgm:cxn modelId="{B61A2279-8C81-4F53-9245-931A14BA6E09}" type="presOf" srcId="{0E371969-622D-4F1C-A404-0EBD6A1375E5}" destId="{9BA522B6-7957-4528-871B-6EDCD48858F7}" srcOrd="0" destOrd="0" presId="urn:microsoft.com/office/officeart/2005/8/layout/matrix3"/>
    <dgm:cxn modelId="{0ECA1683-DC32-4582-B305-D69A61535410}" type="presOf" srcId="{170F26F8-0BB8-4E0E-B052-F7C8428443D2}" destId="{9162DBDF-7247-4981-BD37-488DA44E0620}" srcOrd="0" destOrd="0" presId="urn:microsoft.com/office/officeart/2005/8/layout/matrix3"/>
    <dgm:cxn modelId="{A99EC6A1-F797-49B9-886E-839247C5168D}" srcId="{AB562258-C693-47B6-979E-E9EC3F8D588C}" destId="{0E371969-622D-4F1C-A404-0EBD6A1375E5}" srcOrd="2" destOrd="0" parTransId="{16149AC7-63CC-4CA5-9F5A-187467CEB4D8}" sibTransId="{37FC2308-8D7B-4B05-8C71-56A94674ECF9}"/>
    <dgm:cxn modelId="{87FC14B3-C95C-4FDF-8B02-D63FFD56431E}" srcId="{AB562258-C693-47B6-979E-E9EC3F8D588C}" destId="{4FAFFBB1-0C7C-4423-8453-EA52EEC40EC3}" srcOrd="3" destOrd="0" parTransId="{87159427-B760-4031-BE27-ECE30D62AC3A}" sibTransId="{84C30599-BB8C-45F4-83D7-669F9232A386}"/>
    <dgm:cxn modelId="{3A0E11D8-DB7C-4588-B159-C7529BB31EAA}" type="presOf" srcId="{D3A2C898-F4FA-4EDB-9206-E87EE11A60DC}" destId="{F4C196A9-BAB1-4C6C-86CE-0AF89481FFC5}" srcOrd="0" destOrd="0" presId="urn:microsoft.com/office/officeart/2005/8/layout/matrix3"/>
    <dgm:cxn modelId="{41400BEA-79C3-4D7D-8553-B53F02253612}" srcId="{AB562258-C693-47B6-979E-E9EC3F8D588C}" destId="{D3A2C898-F4FA-4EDB-9206-E87EE11A60DC}" srcOrd="0" destOrd="0" parTransId="{DE6B92C8-DC3A-48F9-8F49-746BF11CF74C}" sibTransId="{C48E58FC-8AC6-4F11-BF64-85E7A4743923}"/>
    <dgm:cxn modelId="{6C710411-B37D-4889-A201-4C9631A72274}" type="presParOf" srcId="{2A6DEEF7-184C-476E-BFC4-4AA070DF2A7D}" destId="{D20AC193-83E5-41BB-9B84-3C67F20F3CE2}" srcOrd="0" destOrd="0" presId="urn:microsoft.com/office/officeart/2005/8/layout/matrix3"/>
    <dgm:cxn modelId="{B4591190-03C9-42C7-BE58-024D1450669A}" type="presParOf" srcId="{2A6DEEF7-184C-476E-BFC4-4AA070DF2A7D}" destId="{F4C196A9-BAB1-4C6C-86CE-0AF89481FFC5}" srcOrd="1" destOrd="0" presId="urn:microsoft.com/office/officeart/2005/8/layout/matrix3"/>
    <dgm:cxn modelId="{79B30ADE-FEF9-473F-B1AD-D678AC5C0003}" type="presParOf" srcId="{2A6DEEF7-184C-476E-BFC4-4AA070DF2A7D}" destId="{9162DBDF-7247-4981-BD37-488DA44E0620}" srcOrd="2" destOrd="0" presId="urn:microsoft.com/office/officeart/2005/8/layout/matrix3"/>
    <dgm:cxn modelId="{B050CD95-B64C-45DF-B450-0D4A0122C978}" type="presParOf" srcId="{2A6DEEF7-184C-476E-BFC4-4AA070DF2A7D}" destId="{9BA522B6-7957-4528-871B-6EDCD48858F7}" srcOrd="3" destOrd="0" presId="urn:microsoft.com/office/officeart/2005/8/layout/matrix3"/>
    <dgm:cxn modelId="{6A39A79D-CD02-4FEF-8D13-89478B51F6D6}" type="presParOf" srcId="{2A6DEEF7-184C-476E-BFC4-4AA070DF2A7D}" destId="{3545B706-0334-4592-8069-BA05A865FE55}" srcOrd="4" destOrd="0" presId="urn:microsoft.com/office/officeart/2005/8/layout/matrix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CDDCA50-74A6-4CDB-A635-462BDF17D4F1}" type="doc">
      <dgm:prSet loTypeId="urn:microsoft.com/office/officeart/2005/8/layout/orgChart1" loCatId="hierarchy" qsTypeId="urn:microsoft.com/office/officeart/2005/8/quickstyle/simple1" qsCatId="simple" csTypeId="urn:microsoft.com/office/officeart/2005/8/colors/accent1_1" csCatId="accent1" phldr="1"/>
      <dgm:spPr/>
      <dgm:t>
        <a:bodyPr/>
        <a:lstStyle/>
        <a:p>
          <a:endParaRPr lang="en-IN"/>
        </a:p>
      </dgm:t>
    </dgm:pt>
    <dgm:pt modelId="{E369A669-89C5-4C9A-87BB-CC29787939DD}">
      <dgm:prSet/>
      <dgm:spPr/>
      <dgm:t>
        <a:bodyPr/>
        <a:lstStyle/>
        <a:p>
          <a:r>
            <a:rPr lang="en-US" b="1" i="0" dirty="0"/>
            <a:t>Clippers</a:t>
          </a:r>
          <a:endParaRPr lang="en-IN" dirty="0"/>
        </a:p>
      </dgm:t>
    </dgm:pt>
    <dgm:pt modelId="{6EB294FC-59E9-4C06-8273-DBEEBF723C89}" type="parTrans" cxnId="{01BA0A45-C2E1-4136-B6CB-3877C10927C3}">
      <dgm:prSet/>
      <dgm:spPr/>
      <dgm:t>
        <a:bodyPr/>
        <a:lstStyle/>
        <a:p>
          <a:endParaRPr lang="en-IN"/>
        </a:p>
      </dgm:t>
    </dgm:pt>
    <dgm:pt modelId="{CAFA64B2-6D3D-4D69-BDAA-679BC4A0694D}" type="sibTrans" cxnId="{01BA0A45-C2E1-4136-B6CB-3877C10927C3}">
      <dgm:prSet/>
      <dgm:spPr/>
      <dgm:t>
        <a:bodyPr/>
        <a:lstStyle/>
        <a:p>
          <a:endParaRPr lang="en-IN"/>
        </a:p>
      </dgm:t>
    </dgm:pt>
    <dgm:pt modelId="{80B5818E-25A3-4F1B-A5F5-0917E65E170B}">
      <dgm:prSet/>
      <dgm:spPr/>
      <dgm:t>
        <a:bodyPr/>
        <a:lstStyle/>
        <a:p>
          <a:r>
            <a:rPr lang="en-US" b="1" i="0" dirty="0"/>
            <a:t>series clippers</a:t>
          </a:r>
          <a:endParaRPr lang="en-IN" dirty="0"/>
        </a:p>
      </dgm:t>
    </dgm:pt>
    <dgm:pt modelId="{05CF6499-BBBF-40A2-8AEE-1A04D8360AE2}" type="parTrans" cxnId="{FC38D3AB-76DC-4FFC-9036-6AF53F63F648}">
      <dgm:prSet/>
      <dgm:spPr/>
      <dgm:t>
        <a:bodyPr/>
        <a:lstStyle/>
        <a:p>
          <a:endParaRPr lang="en-IN"/>
        </a:p>
      </dgm:t>
    </dgm:pt>
    <dgm:pt modelId="{25968EBA-9FC0-4324-BFFA-C7C31AD06EFA}" type="sibTrans" cxnId="{FC38D3AB-76DC-4FFC-9036-6AF53F63F648}">
      <dgm:prSet/>
      <dgm:spPr/>
      <dgm:t>
        <a:bodyPr/>
        <a:lstStyle/>
        <a:p>
          <a:endParaRPr lang="en-IN"/>
        </a:p>
      </dgm:t>
    </dgm:pt>
    <dgm:pt modelId="{2C4ED04A-A1B0-49D5-A415-63F8BE45931F}">
      <dgm:prSet/>
      <dgm:spPr/>
      <dgm:t>
        <a:bodyPr/>
        <a:lstStyle/>
        <a:p>
          <a:r>
            <a:rPr lang="en-US" b="1" i="0"/>
            <a:t>shunt clippers.</a:t>
          </a:r>
          <a:endParaRPr lang="en-IN" dirty="0"/>
        </a:p>
      </dgm:t>
    </dgm:pt>
    <dgm:pt modelId="{96B31369-0238-4B39-85C5-C9C38CF554D0}" type="parTrans" cxnId="{636500D4-CD7F-471A-AA95-B3D21A337342}">
      <dgm:prSet/>
      <dgm:spPr/>
      <dgm:t>
        <a:bodyPr/>
        <a:lstStyle/>
        <a:p>
          <a:endParaRPr lang="en-IN"/>
        </a:p>
      </dgm:t>
    </dgm:pt>
    <dgm:pt modelId="{BC6ADEAF-3CA1-4CE8-8112-30F195C75DE2}" type="sibTrans" cxnId="{636500D4-CD7F-471A-AA95-B3D21A337342}">
      <dgm:prSet/>
      <dgm:spPr/>
      <dgm:t>
        <a:bodyPr/>
        <a:lstStyle/>
        <a:p>
          <a:endParaRPr lang="en-IN"/>
        </a:p>
      </dgm:t>
    </dgm:pt>
    <dgm:pt modelId="{29299CB8-E6E9-462A-B814-797AE6536441}" type="pres">
      <dgm:prSet presAssocID="{0CDDCA50-74A6-4CDB-A635-462BDF17D4F1}" presName="hierChild1" presStyleCnt="0">
        <dgm:presLayoutVars>
          <dgm:orgChart val="1"/>
          <dgm:chPref val="1"/>
          <dgm:dir/>
          <dgm:animOne val="branch"/>
          <dgm:animLvl val="lvl"/>
          <dgm:resizeHandles/>
        </dgm:presLayoutVars>
      </dgm:prSet>
      <dgm:spPr/>
    </dgm:pt>
    <dgm:pt modelId="{25AECE81-1359-4CD9-8E29-FB30E555131F}" type="pres">
      <dgm:prSet presAssocID="{E369A669-89C5-4C9A-87BB-CC29787939DD}" presName="hierRoot1" presStyleCnt="0">
        <dgm:presLayoutVars>
          <dgm:hierBranch val="init"/>
        </dgm:presLayoutVars>
      </dgm:prSet>
      <dgm:spPr/>
    </dgm:pt>
    <dgm:pt modelId="{6ACFDB45-6270-45C1-B465-A1E9589DB8DF}" type="pres">
      <dgm:prSet presAssocID="{E369A669-89C5-4C9A-87BB-CC29787939DD}" presName="rootComposite1" presStyleCnt="0"/>
      <dgm:spPr/>
    </dgm:pt>
    <dgm:pt modelId="{6C5B63AC-D0BB-4365-8F5C-EB9FC6746059}" type="pres">
      <dgm:prSet presAssocID="{E369A669-89C5-4C9A-87BB-CC29787939DD}" presName="rootText1" presStyleLbl="node0" presStyleIdx="0" presStyleCnt="1">
        <dgm:presLayoutVars>
          <dgm:chPref val="3"/>
        </dgm:presLayoutVars>
      </dgm:prSet>
      <dgm:spPr/>
    </dgm:pt>
    <dgm:pt modelId="{0A74BD1D-F2B3-4F19-8A42-58EC578DE7AA}" type="pres">
      <dgm:prSet presAssocID="{E369A669-89C5-4C9A-87BB-CC29787939DD}" presName="rootConnector1" presStyleLbl="node1" presStyleIdx="0" presStyleCnt="0"/>
      <dgm:spPr/>
    </dgm:pt>
    <dgm:pt modelId="{573A9897-5F49-4853-B4DF-09CD9D85DCB8}" type="pres">
      <dgm:prSet presAssocID="{E369A669-89C5-4C9A-87BB-CC29787939DD}" presName="hierChild2" presStyleCnt="0"/>
      <dgm:spPr/>
    </dgm:pt>
    <dgm:pt modelId="{69CC2C1A-3C5C-4D92-B876-4D7FF894B547}" type="pres">
      <dgm:prSet presAssocID="{05CF6499-BBBF-40A2-8AEE-1A04D8360AE2}" presName="Name37" presStyleLbl="parChTrans1D2" presStyleIdx="0" presStyleCnt="2"/>
      <dgm:spPr/>
    </dgm:pt>
    <dgm:pt modelId="{4190111E-A4E1-42A3-B8D0-23B925B60840}" type="pres">
      <dgm:prSet presAssocID="{80B5818E-25A3-4F1B-A5F5-0917E65E170B}" presName="hierRoot2" presStyleCnt="0">
        <dgm:presLayoutVars>
          <dgm:hierBranch val="init"/>
        </dgm:presLayoutVars>
      </dgm:prSet>
      <dgm:spPr/>
    </dgm:pt>
    <dgm:pt modelId="{353985CA-3325-45EB-A12B-7C5C4C375AA9}" type="pres">
      <dgm:prSet presAssocID="{80B5818E-25A3-4F1B-A5F5-0917E65E170B}" presName="rootComposite" presStyleCnt="0"/>
      <dgm:spPr/>
    </dgm:pt>
    <dgm:pt modelId="{DBA6884C-3ECC-498D-83BA-60D463C1E532}" type="pres">
      <dgm:prSet presAssocID="{80B5818E-25A3-4F1B-A5F5-0917E65E170B}" presName="rootText" presStyleLbl="node2" presStyleIdx="0" presStyleCnt="2">
        <dgm:presLayoutVars>
          <dgm:chPref val="3"/>
        </dgm:presLayoutVars>
      </dgm:prSet>
      <dgm:spPr/>
    </dgm:pt>
    <dgm:pt modelId="{9B826DF0-AEFD-4EE0-BF85-F543947B83BD}" type="pres">
      <dgm:prSet presAssocID="{80B5818E-25A3-4F1B-A5F5-0917E65E170B}" presName="rootConnector" presStyleLbl="node2" presStyleIdx="0" presStyleCnt="2"/>
      <dgm:spPr/>
    </dgm:pt>
    <dgm:pt modelId="{B86AE70F-AFFC-40E3-869E-4D5AF047DA51}" type="pres">
      <dgm:prSet presAssocID="{80B5818E-25A3-4F1B-A5F5-0917E65E170B}" presName="hierChild4" presStyleCnt="0"/>
      <dgm:spPr/>
    </dgm:pt>
    <dgm:pt modelId="{43A49919-0BBA-4191-967F-58683A59BFCC}" type="pres">
      <dgm:prSet presAssocID="{80B5818E-25A3-4F1B-A5F5-0917E65E170B}" presName="hierChild5" presStyleCnt="0"/>
      <dgm:spPr/>
    </dgm:pt>
    <dgm:pt modelId="{9C4F7019-0ECF-4BED-87B0-2BF173EDBB30}" type="pres">
      <dgm:prSet presAssocID="{96B31369-0238-4B39-85C5-C9C38CF554D0}" presName="Name37" presStyleLbl="parChTrans1D2" presStyleIdx="1" presStyleCnt="2"/>
      <dgm:spPr/>
    </dgm:pt>
    <dgm:pt modelId="{F8D45CA2-C272-4B5B-AD8F-DAD9AC63F285}" type="pres">
      <dgm:prSet presAssocID="{2C4ED04A-A1B0-49D5-A415-63F8BE45931F}" presName="hierRoot2" presStyleCnt="0">
        <dgm:presLayoutVars>
          <dgm:hierBranch val="init"/>
        </dgm:presLayoutVars>
      </dgm:prSet>
      <dgm:spPr/>
    </dgm:pt>
    <dgm:pt modelId="{04193CB5-4E16-4BF2-94C4-C3AE984F473F}" type="pres">
      <dgm:prSet presAssocID="{2C4ED04A-A1B0-49D5-A415-63F8BE45931F}" presName="rootComposite" presStyleCnt="0"/>
      <dgm:spPr/>
    </dgm:pt>
    <dgm:pt modelId="{9C47D2FC-602C-44AD-9803-5379B984D15D}" type="pres">
      <dgm:prSet presAssocID="{2C4ED04A-A1B0-49D5-A415-63F8BE45931F}" presName="rootText" presStyleLbl="node2" presStyleIdx="1" presStyleCnt="2">
        <dgm:presLayoutVars>
          <dgm:chPref val="3"/>
        </dgm:presLayoutVars>
      </dgm:prSet>
      <dgm:spPr/>
    </dgm:pt>
    <dgm:pt modelId="{214C158D-9F00-49F2-B014-DD80B4D85657}" type="pres">
      <dgm:prSet presAssocID="{2C4ED04A-A1B0-49D5-A415-63F8BE45931F}" presName="rootConnector" presStyleLbl="node2" presStyleIdx="1" presStyleCnt="2"/>
      <dgm:spPr/>
    </dgm:pt>
    <dgm:pt modelId="{F7C24A6C-4F23-4ABC-A5BB-36D216F2751C}" type="pres">
      <dgm:prSet presAssocID="{2C4ED04A-A1B0-49D5-A415-63F8BE45931F}" presName="hierChild4" presStyleCnt="0"/>
      <dgm:spPr/>
    </dgm:pt>
    <dgm:pt modelId="{191DB163-29FF-497B-83AD-7370CC1E9FB7}" type="pres">
      <dgm:prSet presAssocID="{2C4ED04A-A1B0-49D5-A415-63F8BE45931F}" presName="hierChild5" presStyleCnt="0"/>
      <dgm:spPr/>
    </dgm:pt>
    <dgm:pt modelId="{D26A84AA-349B-4F37-AE63-791645987E94}" type="pres">
      <dgm:prSet presAssocID="{E369A669-89C5-4C9A-87BB-CC29787939DD}" presName="hierChild3" presStyleCnt="0"/>
      <dgm:spPr/>
    </dgm:pt>
  </dgm:ptLst>
  <dgm:cxnLst>
    <dgm:cxn modelId="{D8850805-EE2D-4F38-9F02-BACE66F1CD87}" type="presOf" srcId="{E369A669-89C5-4C9A-87BB-CC29787939DD}" destId="{0A74BD1D-F2B3-4F19-8A42-58EC578DE7AA}" srcOrd="1" destOrd="0" presId="urn:microsoft.com/office/officeart/2005/8/layout/orgChart1"/>
    <dgm:cxn modelId="{B54A2212-1260-4928-8664-1E739A35AAA1}" type="presOf" srcId="{05CF6499-BBBF-40A2-8AEE-1A04D8360AE2}" destId="{69CC2C1A-3C5C-4D92-B876-4D7FF894B547}" srcOrd="0" destOrd="0" presId="urn:microsoft.com/office/officeart/2005/8/layout/orgChart1"/>
    <dgm:cxn modelId="{876A6D38-2363-4C3C-9B48-8FF05AB41076}" type="presOf" srcId="{2C4ED04A-A1B0-49D5-A415-63F8BE45931F}" destId="{214C158D-9F00-49F2-B014-DD80B4D85657}" srcOrd="1" destOrd="0" presId="urn:microsoft.com/office/officeart/2005/8/layout/orgChart1"/>
    <dgm:cxn modelId="{5EA5685B-C432-4528-A4C9-9910FA652F83}" type="presOf" srcId="{E369A669-89C5-4C9A-87BB-CC29787939DD}" destId="{6C5B63AC-D0BB-4365-8F5C-EB9FC6746059}" srcOrd="0" destOrd="0" presId="urn:microsoft.com/office/officeart/2005/8/layout/orgChart1"/>
    <dgm:cxn modelId="{01BA0A45-C2E1-4136-B6CB-3877C10927C3}" srcId="{0CDDCA50-74A6-4CDB-A635-462BDF17D4F1}" destId="{E369A669-89C5-4C9A-87BB-CC29787939DD}" srcOrd="0" destOrd="0" parTransId="{6EB294FC-59E9-4C06-8273-DBEEBF723C89}" sibTransId="{CAFA64B2-6D3D-4D69-BDAA-679BC4A0694D}"/>
    <dgm:cxn modelId="{D2D7446F-BAB7-40CC-B879-2B68A2ECCF8D}" type="presOf" srcId="{2C4ED04A-A1B0-49D5-A415-63F8BE45931F}" destId="{9C47D2FC-602C-44AD-9803-5379B984D15D}" srcOrd="0" destOrd="0" presId="urn:microsoft.com/office/officeart/2005/8/layout/orgChart1"/>
    <dgm:cxn modelId="{01CBA49D-3DE3-4969-89AF-05A12C9F16EB}" type="presOf" srcId="{80B5818E-25A3-4F1B-A5F5-0917E65E170B}" destId="{DBA6884C-3ECC-498D-83BA-60D463C1E532}" srcOrd="0" destOrd="0" presId="urn:microsoft.com/office/officeart/2005/8/layout/orgChart1"/>
    <dgm:cxn modelId="{FC38D3AB-76DC-4FFC-9036-6AF53F63F648}" srcId="{E369A669-89C5-4C9A-87BB-CC29787939DD}" destId="{80B5818E-25A3-4F1B-A5F5-0917E65E170B}" srcOrd="0" destOrd="0" parTransId="{05CF6499-BBBF-40A2-8AEE-1A04D8360AE2}" sibTransId="{25968EBA-9FC0-4324-BFFA-C7C31AD06EFA}"/>
    <dgm:cxn modelId="{AA2FE8AF-ED70-4B46-8602-787E79930DC8}" type="presOf" srcId="{0CDDCA50-74A6-4CDB-A635-462BDF17D4F1}" destId="{29299CB8-E6E9-462A-B814-797AE6536441}" srcOrd="0" destOrd="0" presId="urn:microsoft.com/office/officeart/2005/8/layout/orgChart1"/>
    <dgm:cxn modelId="{A1DDCFC9-2A99-4E48-88FA-20D4A9048203}" type="presOf" srcId="{96B31369-0238-4B39-85C5-C9C38CF554D0}" destId="{9C4F7019-0ECF-4BED-87B0-2BF173EDBB30}" srcOrd="0" destOrd="0" presId="urn:microsoft.com/office/officeart/2005/8/layout/orgChart1"/>
    <dgm:cxn modelId="{636500D4-CD7F-471A-AA95-B3D21A337342}" srcId="{E369A669-89C5-4C9A-87BB-CC29787939DD}" destId="{2C4ED04A-A1B0-49D5-A415-63F8BE45931F}" srcOrd="1" destOrd="0" parTransId="{96B31369-0238-4B39-85C5-C9C38CF554D0}" sibTransId="{BC6ADEAF-3CA1-4CE8-8112-30F195C75DE2}"/>
    <dgm:cxn modelId="{FB5677F4-C4B1-4F69-A4A7-6A070EB0715D}" type="presOf" srcId="{80B5818E-25A3-4F1B-A5F5-0917E65E170B}" destId="{9B826DF0-AEFD-4EE0-BF85-F543947B83BD}" srcOrd="1" destOrd="0" presId="urn:microsoft.com/office/officeart/2005/8/layout/orgChart1"/>
    <dgm:cxn modelId="{EFF1D9AE-4CDB-4D0D-A038-AF30DB4C802B}" type="presParOf" srcId="{29299CB8-E6E9-462A-B814-797AE6536441}" destId="{25AECE81-1359-4CD9-8E29-FB30E555131F}" srcOrd="0" destOrd="0" presId="urn:microsoft.com/office/officeart/2005/8/layout/orgChart1"/>
    <dgm:cxn modelId="{2A450532-7E1C-4EED-9A88-D3B0CE43F048}" type="presParOf" srcId="{25AECE81-1359-4CD9-8E29-FB30E555131F}" destId="{6ACFDB45-6270-45C1-B465-A1E9589DB8DF}" srcOrd="0" destOrd="0" presId="urn:microsoft.com/office/officeart/2005/8/layout/orgChart1"/>
    <dgm:cxn modelId="{15995EBD-E7BB-4E7E-927D-701536298EED}" type="presParOf" srcId="{6ACFDB45-6270-45C1-B465-A1E9589DB8DF}" destId="{6C5B63AC-D0BB-4365-8F5C-EB9FC6746059}" srcOrd="0" destOrd="0" presId="urn:microsoft.com/office/officeart/2005/8/layout/orgChart1"/>
    <dgm:cxn modelId="{48135FBC-2FDB-4C5E-B81A-1E8F87288355}" type="presParOf" srcId="{6ACFDB45-6270-45C1-B465-A1E9589DB8DF}" destId="{0A74BD1D-F2B3-4F19-8A42-58EC578DE7AA}" srcOrd="1" destOrd="0" presId="urn:microsoft.com/office/officeart/2005/8/layout/orgChart1"/>
    <dgm:cxn modelId="{1EACFABA-DCD3-472A-B1E5-FF68230CADEC}" type="presParOf" srcId="{25AECE81-1359-4CD9-8E29-FB30E555131F}" destId="{573A9897-5F49-4853-B4DF-09CD9D85DCB8}" srcOrd="1" destOrd="0" presId="urn:microsoft.com/office/officeart/2005/8/layout/orgChart1"/>
    <dgm:cxn modelId="{9C8D2BF4-7EEF-4DC0-AB15-3C5CB3CEC14A}" type="presParOf" srcId="{573A9897-5F49-4853-B4DF-09CD9D85DCB8}" destId="{69CC2C1A-3C5C-4D92-B876-4D7FF894B547}" srcOrd="0" destOrd="0" presId="urn:microsoft.com/office/officeart/2005/8/layout/orgChart1"/>
    <dgm:cxn modelId="{04F844EB-9CE0-4852-B349-3D6FC77488FD}" type="presParOf" srcId="{573A9897-5F49-4853-B4DF-09CD9D85DCB8}" destId="{4190111E-A4E1-42A3-B8D0-23B925B60840}" srcOrd="1" destOrd="0" presId="urn:microsoft.com/office/officeart/2005/8/layout/orgChart1"/>
    <dgm:cxn modelId="{2FCE1C6F-6C55-419C-958D-F2990F0E9D92}" type="presParOf" srcId="{4190111E-A4E1-42A3-B8D0-23B925B60840}" destId="{353985CA-3325-45EB-A12B-7C5C4C375AA9}" srcOrd="0" destOrd="0" presId="urn:microsoft.com/office/officeart/2005/8/layout/orgChart1"/>
    <dgm:cxn modelId="{EEB098CF-0157-4F83-AF38-77F0C001D778}" type="presParOf" srcId="{353985CA-3325-45EB-A12B-7C5C4C375AA9}" destId="{DBA6884C-3ECC-498D-83BA-60D463C1E532}" srcOrd="0" destOrd="0" presId="urn:microsoft.com/office/officeart/2005/8/layout/orgChart1"/>
    <dgm:cxn modelId="{6F9FC23D-E962-413F-8CA3-8983B10027E8}" type="presParOf" srcId="{353985CA-3325-45EB-A12B-7C5C4C375AA9}" destId="{9B826DF0-AEFD-4EE0-BF85-F543947B83BD}" srcOrd="1" destOrd="0" presId="urn:microsoft.com/office/officeart/2005/8/layout/orgChart1"/>
    <dgm:cxn modelId="{48F99E8B-EC5F-4587-9F24-0E18B5FBD54C}" type="presParOf" srcId="{4190111E-A4E1-42A3-B8D0-23B925B60840}" destId="{B86AE70F-AFFC-40E3-869E-4D5AF047DA51}" srcOrd="1" destOrd="0" presId="urn:microsoft.com/office/officeart/2005/8/layout/orgChart1"/>
    <dgm:cxn modelId="{A4E02F54-30B1-4CAE-B8C4-466696B5A85E}" type="presParOf" srcId="{4190111E-A4E1-42A3-B8D0-23B925B60840}" destId="{43A49919-0BBA-4191-967F-58683A59BFCC}" srcOrd="2" destOrd="0" presId="urn:microsoft.com/office/officeart/2005/8/layout/orgChart1"/>
    <dgm:cxn modelId="{7ABCABA6-C25D-4446-A1D1-18EF7710CF4B}" type="presParOf" srcId="{573A9897-5F49-4853-B4DF-09CD9D85DCB8}" destId="{9C4F7019-0ECF-4BED-87B0-2BF173EDBB30}" srcOrd="2" destOrd="0" presId="urn:microsoft.com/office/officeart/2005/8/layout/orgChart1"/>
    <dgm:cxn modelId="{7FD946E8-FDD4-4C05-9D4D-C2C5E21CE7C3}" type="presParOf" srcId="{573A9897-5F49-4853-B4DF-09CD9D85DCB8}" destId="{F8D45CA2-C272-4B5B-AD8F-DAD9AC63F285}" srcOrd="3" destOrd="0" presId="urn:microsoft.com/office/officeart/2005/8/layout/orgChart1"/>
    <dgm:cxn modelId="{FEF2082B-FF89-4D69-AA44-9B9494029A37}" type="presParOf" srcId="{F8D45CA2-C272-4B5B-AD8F-DAD9AC63F285}" destId="{04193CB5-4E16-4BF2-94C4-C3AE984F473F}" srcOrd="0" destOrd="0" presId="urn:microsoft.com/office/officeart/2005/8/layout/orgChart1"/>
    <dgm:cxn modelId="{AAEF7350-F0AE-464D-A81B-B447DA41BFE4}" type="presParOf" srcId="{04193CB5-4E16-4BF2-94C4-C3AE984F473F}" destId="{9C47D2FC-602C-44AD-9803-5379B984D15D}" srcOrd="0" destOrd="0" presId="urn:microsoft.com/office/officeart/2005/8/layout/orgChart1"/>
    <dgm:cxn modelId="{E5E44D6A-9084-43F2-B36F-1C1D1FB60037}" type="presParOf" srcId="{04193CB5-4E16-4BF2-94C4-C3AE984F473F}" destId="{214C158D-9F00-49F2-B014-DD80B4D85657}" srcOrd="1" destOrd="0" presId="urn:microsoft.com/office/officeart/2005/8/layout/orgChart1"/>
    <dgm:cxn modelId="{1A2FC568-2140-4F9C-87BB-6F776C4AA9BE}" type="presParOf" srcId="{F8D45CA2-C272-4B5B-AD8F-DAD9AC63F285}" destId="{F7C24A6C-4F23-4ABC-A5BB-36D216F2751C}" srcOrd="1" destOrd="0" presId="urn:microsoft.com/office/officeart/2005/8/layout/orgChart1"/>
    <dgm:cxn modelId="{30953F53-852E-4684-8B1B-8B1F1E85A9E9}" type="presParOf" srcId="{F8D45CA2-C272-4B5B-AD8F-DAD9AC63F285}" destId="{191DB163-29FF-497B-83AD-7370CC1E9FB7}" srcOrd="2" destOrd="0" presId="urn:microsoft.com/office/officeart/2005/8/layout/orgChart1"/>
    <dgm:cxn modelId="{B3F45013-86F3-4D55-961C-B597812BF3E8}" type="presParOf" srcId="{25AECE81-1359-4CD9-8E29-FB30E555131F}" destId="{D26A84AA-349B-4F37-AE63-791645987E9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73469E-A7F0-458B-895B-3AB34F20C0AB}">
      <dsp:nvSpPr>
        <dsp:cNvPr id="0" name=""/>
        <dsp:cNvSpPr/>
      </dsp:nvSpPr>
      <dsp:spPr>
        <a:xfrm>
          <a:off x="0" y="937"/>
          <a:ext cx="11090412" cy="1298631"/>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A rectifier is an electrical component that converts alternating current (AC) to direct current (DC). A rectifier is analogous to a one-way valve that allows an electrical current to flow in only one direction. </a:t>
          </a:r>
          <a:endParaRPr lang="en-IN" sz="2400" kern="1200" dirty="0"/>
        </a:p>
      </dsp:txBody>
      <dsp:txXfrm>
        <a:off x="63394" y="64331"/>
        <a:ext cx="10963624" cy="1171843"/>
      </dsp:txXfrm>
    </dsp:sp>
    <dsp:sp modelId="{F0522C1F-B223-4AD1-92EA-2398A4962E4C}">
      <dsp:nvSpPr>
        <dsp:cNvPr id="0" name=""/>
        <dsp:cNvSpPr/>
      </dsp:nvSpPr>
      <dsp:spPr>
        <a:xfrm>
          <a:off x="0" y="1313588"/>
          <a:ext cx="11090412" cy="1298631"/>
        </a:xfrm>
        <a:prstGeom prst="roundRect">
          <a:avLst/>
        </a:prstGeom>
        <a:solidFill>
          <a:schemeClr val="accent5">
            <a:hueOff val="3005351"/>
            <a:satOff val="-13190"/>
            <a:lumOff val="392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The process of converting AC current to DC current is known as rectification. The main application of p-n junction diode is in rectification circuits. </a:t>
          </a:r>
          <a:endParaRPr lang="en-IN" sz="2400" kern="1200" dirty="0"/>
        </a:p>
      </dsp:txBody>
      <dsp:txXfrm>
        <a:off x="63394" y="1376982"/>
        <a:ext cx="10963624" cy="1171843"/>
      </dsp:txXfrm>
    </dsp:sp>
    <dsp:sp modelId="{012F1637-F3AE-4553-9EA2-B301CEEEA885}">
      <dsp:nvSpPr>
        <dsp:cNvPr id="0" name=""/>
        <dsp:cNvSpPr/>
      </dsp:nvSpPr>
      <dsp:spPr>
        <a:xfrm>
          <a:off x="0" y="2626240"/>
          <a:ext cx="11090412" cy="1298631"/>
        </a:xfrm>
        <a:prstGeom prst="roundRect">
          <a:avLst/>
        </a:prstGeom>
        <a:solidFill>
          <a:schemeClr val="accent5">
            <a:hueOff val="6010703"/>
            <a:satOff val="-26380"/>
            <a:lumOff val="784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Diode rectifier gives an alternating voltage which pulsates in accordance with time. The filter smoothes the pulsation in the voltage and to produce </a:t>
          </a:r>
          <a:r>
            <a:rPr lang="en-US" sz="2400" kern="1200" dirty="0"/>
            <a:t>DC</a:t>
          </a:r>
          <a:r>
            <a:rPr lang="en-US" sz="2400" b="0" i="0" kern="1200" dirty="0"/>
            <a:t> voltage, a regulator is used which removes the ripples.</a:t>
          </a:r>
          <a:endParaRPr lang="en-IN" sz="2400" kern="1200" dirty="0"/>
        </a:p>
      </dsp:txBody>
      <dsp:txXfrm>
        <a:off x="63394" y="2689634"/>
        <a:ext cx="10963624" cy="11718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0E341A-C6AE-48AA-91D8-C2D5B979FFEA}">
      <dsp:nvSpPr>
        <dsp:cNvPr id="0" name=""/>
        <dsp:cNvSpPr/>
      </dsp:nvSpPr>
      <dsp:spPr>
        <a:xfrm>
          <a:off x="0" y="1997"/>
          <a:ext cx="10694505" cy="1457655"/>
        </a:xfrm>
        <a:prstGeom prst="roundRect">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US" sz="2400" b="0" i="0" kern="1200" dirty="0"/>
            <a:t>The anode of the center tapped diodes is connected to the transformer’s secondary winding and connected to the load resistor. </a:t>
          </a:r>
          <a:r>
            <a:rPr lang="en-US" sz="2400" b="1" i="0" kern="1200" dirty="0"/>
            <a:t>During the positive half cycle of the alternating current, the top half of the secondary winding becomes positive while the second half of the secondary winding becomes negative.</a:t>
          </a:r>
          <a:endParaRPr lang="en-IN" sz="2400" b="1" kern="1200" dirty="0"/>
        </a:p>
      </dsp:txBody>
      <dsp:txXfrm>
        <a:off x="71157" y="73154"/>
        <a:ext cx="10552191" cy="1315341"/>
      </dsp:txXfrm>
    </dsp:sp>
    <dsp:sp modelId="{8876F90B-FA2B-4180-A741-0AE616B1C0ED}">
      <dsp:nvSpPr>
        <dsp:cNvPr id="0" name=""/>
        <dsp:cNvSpPr/>
      </dsp:nvSpPr>
      <dsp:spPr>
        <a:xfrm>
          <a:off x="0" y="1471774"/>
          <a:ext cx="10694505" cy="1457655"/>
        </a:xfrm>
        <a:prstGeom prst="roundRect">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US" sz="2400" b="1" i="0" kern="1200" dirty="0"/>
            <a:t>During the positive half cycle, diode D</a:t>
          </a:r>
          <a:r>
            <a:rPr lang="en-US" sz="2400" b="1" i="0" kern="1200" baseline="-25000" dirty="0"/>
            <a:t>1</a:t>
          </a:r>
          <a:r>
            <a:rPr lang="en-US" sz="2400" b="1" i="0" kern="1200" dirty="0"/>
            <a:t> is forward biased </a:t>
          </a:r>
          <a:r>
            <a:rPr lang="en-US" sz="2400" b="0" i="0" kern="1200" dirty="0"/>
            <a:t>as it is connected to the top of the secondary winding while diode D</a:t>
          </a:r>
          <a:r>
            <a:rPr lang="en-US" sz="2400" b="0" i="0" kern="1200" baseline="-25000" dirty="0"/>
            <a:t>2</a:t>
          </a:r>
          <a:r>
            <a:rPr lang="en-US" sz="2400" b="0" i="0" kern="1200" dirty="0"/>
            <a:t> is reverse biased as it is connected to the bottom of the secondary winding. Due to this, diode D</a:t>
          </a:r>
          <a:r>
            <a:rPr lang="en-US" sz="2400" b="0" i="0" kern="1200" baseline="-25000" dirty="0"/>
            <a:t>1</a:t>
          </a:r>
          <a:r>
            <a:rPr lang="en-US" sz="2400" b="0" i="0" kern="1200" dirty="0"/>
            <a:t> will conduct acting as a short circuit and D</a:t>
          </a:r>
          <a:r>
            <a:rPr lang="en-US" sz="2400" b="0" i="0" kern="1200" baseline="-25000" dirty="0"/>
            <a:t>2</a:t>
          </a:r>
          <a:r>
            <a:rPr lang="en-US" sz="2400" b="0" i="0" kern="1200" dirty="0"/>
            <a:t> will not conduct acting as an open circuit</a:t>
          </a:r>
          <a:endParaRPr lang="en-IN" sz="2400" kern="1200" dirty="0"/>
        </a:p>
      </dsp:txBody>
      <dsp:txXfrm>
        <a:off x="71157" y="1542931"/>
        <a:ext cx="10552191" cy="1315341"/>
      </dsp:txXfrm>
    </dsp:sp>
    <dsp:sp modelId="{C6882872-F6BF-4A9D-9207-F02095C41D27}">
      <dsp:nvSpPr>
        <dsp:cNvPr id="0" name=""/>
        <dsp:cNvSpPr/>
      </dsp:nvSpPr>
      <dsp:spPr>
        <a:xfrm>
          <a:off x="0" y="2941552"/>
          <a:ext cx="10694505" cy="1457655"/>
        </a:xfrm>
        <a:prstGeom prst="roundRect">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US" sz="2400" b="1" i="0" kern="1200" dirty="0"/>
            <a:t>During the negative half cycle, </a:t>
          </a:r>
          <a:r>
            <a:rPr lang="en-US" sz="2400" b="0" i="0" kern="1200" dirty="0"/>
            <a:t>the diode D</a:t>
          </a:r>
          <a:r>
            <a:rPr lang="en-US" sz="2400" b="0" i="0" kern="1200" baseline="-25000" dirty="0"/>
            <a:t>1</a:t>
          </a:r>
          <a:r>
            <a:rPr lang="en-US" sz="2400" b="0" i="0" kern="1200" dirty="0"/>
            <a:t> is reverse biased and the diode D</a:t>
          </a:r>
          <a:r>
            <a:rPr lang="en-US" sz="2400" b="0" i="0" kern="1200" baseline="-25000" dirty="0"/>
            <a:t>2</a:t>
          </a:r>
          <a:r>
            <a:rPr lang="en-US" sz="2400" b="0" i="0" kern="1200" dirty="0"/>
            <a:t> is forward biased because the top half of the secondary circuit becomes negative and the bottom half of the circuit becomes positive. Thus, in a full wave rectifiers, DC voltage is obtained for both positive and negative half cycle.</a:t>
          </a:r>
          <a:endParaRPr lang="en-IN" sz="2400" kern="1200" dirty="0"/>
        </a:p>
      </dsp:txBody>
      <dsp:txXfrm>
        <a:off x="71157" y="3012709"/>
        <a:ext cx="10552191" cy="13153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0E8B67-6512-4FA9-A6A4-9ACBAE04DB9F}">
      <dsp:nvSpPr>
        <dsp:cNvPr id="0" name=""/>
        <dsp:cNvSpPr/>
      </dsp:nvSpPr>
      <dsp:spPr>
        <a:xfrm>
          <a:off x="2189887" y="0"/>
          <a:ext cx="3319222" cy="3319222"/>
        </a:xfrm>
        <a:prstGeom prst="diamond">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7DC1F7-A88F-4FE1-BB4C-3DC7616D2418}">
      <dsp:nvSpPr>
        <dsp:cNvPr id="0" name=""/>
        <dsp:cNvSpPr/>
      </dsp:nvSpPr>
      <dsp:spPr>
        <a:xfrm>
          <a:off x="2505213" y="315326"/>
          <a:ext cx="1294496" cy="1294496"/>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dirty="0"/>
            <a:t>Used for the generation and shaping of waveforms</a:t>
          </a:r>
          <a:endParaRPr lang="en-IN" sz="1500" kern="1200" dirty="0"/>
        </a:p>
      </dsp:txBody>
      <dsp:txXfrm>
        <a:off x="2568405" y="378518"/>
        <a:ext cx="1168112" cy="1168112"/>
      </dsp:txXfrm>
    </dsp:sp>
    <dsp:sp modelId="{00AADA57-9D0D-4E8F-8EFF-25D27384261D}">
      <dsp:nvSpPr>
        <dsp:cNvPr id="0" name=""/>
        <dsp:cNvSpPr/>
      </dsp:nvSpPr>
      <dsp:spPr>
        <a:xfrm>
          <a:off x="3899286" y="315326"/>
          <a:ext cx="1294496" cy="1294496"/>
        </a:xfrm>
        <a:prstGeom prst="roundRect">
          <a:avLst/>
        </a:prstGeom>
        <a:solidFill>
          <a:schemeClr val="accent5">
            <a:hueOff val="2003568"/>
            <a:satOff val="-8793"/>
            <a:lumOff val="261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a:t>Used for the protection of circuits from spikes</a:t>
          </a:r>
          <a:endParaRPr lang="en-IN" sz="1500" kern="1200"/>
        </a:p>
      </dsp:txBody>
      <dsp:txXfrm>
        <a:off x="3962478" y="378518"/>
        <a:ext cx="1168112" cy="1168112"/>
      </dsp:txXfrm>
    </dsp:sp>
    <dsp:sp modelId="{4D73EC8D-6F44-47F7-A4B5-82AC3F1ACE09}">
      <dsp:nvSpPr>
        <dsp:cNvPr id="0" name=""/>
        <dsp:cNvSpPr/>
      </dsp:nvSpPr>
      <dsp:spPr>
        <a:xfrm>
          <a:off x="2505213" y="1709399"/>
          <a:ext cx="1294496" cy="1294496"/>
        </a:xfrm>
        <a:prstGeom prst="roundRect">
          <a:avLst/>
        </a:prstGeom>
        <a:solidFill>
          <a:schemeClr val="accent5">
            <a:hueOff val="4007135"/>
            <a:satOff val="-17587"/>
            <a:lumOff val="522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a:t>Used for amplitude restorers</a:t>
          </a:r>
          <a:endParaRPr lang="en-IN" sz="1500" kern="1200"/>
        </a:p>
      </dsp:txBody>
      <dsp:txXfrm>
        <a:off x="2568405" y="1772591"/>
        <a:ext cx="1168112" cy="1168112"/>
      </dsp:txXfrm>
    </dsp:sp>
    <dsp:sp modelId="{3C1D366D-9DFE-4306-B681-2846AE50DE94}">
      <dsp:nvSpPr>
        <dsp:cNvPr id="0" name=""/>
        <dsp:cNvSpPr/>
      </dsp:nvSpPr>
      <dsp:spPr>
        <a:xfrm>
          <a:off x="3899286" y="1709399"/>
          <a:ext cx="1294496" cy="1294496"/>
        </a:xfrm>
        <a:prstGeom prst="roundRect">
          <a:avLst/>
        </a:prstGeom>
        <a:solidFill>
          <a:schemeClr val="accent5">
            <a:hueOff val="6010703"/>
            <a:satOff val="-26380"/>
            <a:lumOff val="784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dirty="0"/>
            <a:t>Used as voltage limiters</a:t>
          </a:r>
          <a:endParaRPr lang="en-IN" sz="1500" kern="1200" dirty="0"/>
        </a:p>
      </dsp:txBody>
      <dsp:txXfrm>
        <a:off x="3962478" y="1772591"/>
        <a:ext cx="1168112" cy="11681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0AC193-83E5-41BB-9B84-3C67F20F3CE2}">
      <dsp:nvSpPr>
        <dsp:cNvPr id="0" name=""/>
        <dsp:cNvSpPr/>
      </dsp:nvSpPr>
      <dsp:spPr>
        <a:xfrm>
          <a:off x="1512897" y="0"/>
          <a:ext cx="3423242" cy="3423242"/>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C196A9-BAB1-4C6C-86CE-0AF89481FFC5}">
      <dsp:nvSpPr>
        <dsp:cNvPr id="0" name=""/>
        <dsp:cNvSpPr/>
      </dsp:nvSpPr>
      <dsp:spPr>
        <a:xfrm>
          <a:off x="1838104" y="325207"/>
          <a:ext cx="1335064" cy="1335064"/>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dirty="0"/>
            <a:t>Used to remove distortions</a:t>
          </a:r>
          <a:endParaRPr lang="en-IN" sz="1600" kern="1200" dirty="0"/>
        </a:p>
      </dsp:txBody>
      <dsp:txXfrm>
        <a:off x="1903276" y="390379"/>
        <a:ext cx="1204720" cy="1204720"/>
      </dsp:txXfrm>
    </dsp:sp>
    <dsp:sp modelId="{9162DBDF-7247-4981-BD37-488DA44E0620}">
      <dsp:nvSpPr>
        <dsp:cNvPr id="0" name=""/>
        <dsp:cNvSpPr/>
      </dsp:nvSpPr>
      <dsp:spPr>
        <a:xfrm>
          <a:off x="3275866" y="325207"/>
          <a:ext cx="1335064" cy="1335064"/>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Used as voltage multipliers</a:t>
          </a:r>
          <a:endParaRPr lang="en-IN" sz="1600" kern="1200"/>
        </a:p>
      </dsp:txBody>
      <dsp:txXfrm>
        <a:off x="3341038" y="390379"/>
        <a:ext cx="1204720" cy="1204720"/>
      </dsp:txXfrm>
    </dsp:sp>
    <dsp:sp modelId="{9BA522B6-7957-4528-871B-6EDCD48858F7}">
      <dsp:nvSpPr>
        <dsp:cNvPr id="0" name=""/>
        <dsp:cNvSpPr/>
      </dsp:nvSpPr>
      <dsp:spPr>
        <a:xfrm>
          <a:off x="1838104" y="1762969"/>
          <a:ext cx="1335064" cy="1335064"/>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Used for the protection of amplifiers</a:t>
          </a:r>
          <a:endParaRPr lang="en-IN" sz="1600" kern="1200"/>
        </a:p>
      </dsp:txBody>
      <dsp:txXfrm>
        <a:off x="1903276" y="1828141"/>
        <a:ext cx="1204720" cy="1204720"/>
      </dsp:txXfrm>
    </dsp:sp>
    <dsp:sp modelId="{3545B706-0334-4592-8069-BA05A865FE55}">
      <dsp:nvSpPr>
        <dsp:cNvPr id="0" name=""/>
        <dsp:cNvSpPr/>
      </dsp:nvSpPr>
      <dsp:spPr>
        <a:xfrm>
          <a:off x="3275866" y="1762969"/>
          <a:ext cx="1335064" cy="1335064"/>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a:t>Used as base-line stabilizer</a:t>
          </a:r>
          <a:endParaRPr lang="en-IN" sz="1600" kern="1200"/>
        </a:p>
      </dsp:txBody>
      <dsp:txXfrm>
        <a:off x="3341038" y="1828141"/>
        <a:ext cx="1204720" cy="12047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4F7019-0ECF-4BED-87B0-2BF173EDBB30}">
      <dsp:nvSpPr>
        <dsp:cNvPr id="0" name=""/>
        <dsp:cNvSpPr/>
      </dsp:nvSpPr>
      <dsp:spPr>
        <a:xfrm>
          <a:off x="3807553" y="726332"/>
          <a:ext cx="878742" cy="305017"/>
        </a:xfrm>
        <a:custGeom>
          <a:avLst/>
          <a:gdLst/>
          <a:ahLst/>
          <a:cxnLst/>
          <a:rect l="0" t="0" r="0" b="0"/>
          <a:pathLst>
            <a:path>
              <a:moveTo>
                <a:pt x="0" y="0"/>
              </a:moveTo>
              <a:lnTo>
                <a:pt x="0" y="152508"/>
              </a:lnTo>
              <a:lnTo>
                <a:pt x="878742" y="152508"/>
              </a:lnTo>
              <a:lnTo>
                <a:pt x="878742" y="305017"/>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CC2C1A-3C5C-4D92-B876-4D7FF894B547}">
      <dsp:nvSpPr>
        <dsp:cNvPr id="0" name=""/>
        <dsp:cNvSpPr/>
      </dsp:nvSpPr>
      <dsp:spPr>
        <a:xfrm>
          <a:off x="2928810" y="726332"/>
          <a:ext cx="878742" cy="305017"/>
        </a:xfrm>
        <a:custGeom>
          <a:avLst/>
          <a:gdLst/>
          <a:ahLst/>
          <a:cxnLst/>
          <a:rect l="0" t="0" r="0" b="0"/>
          <a:pathLst>
            <a:path>
              <a:moveTo>
                <a:pt x="878742" y="0"/>
              </a:moveTo>
              <a:lnTo>
                <a:pt x="878742" y="152508"/>
              </a:lnTo>
              <a:lnTo>
                <a:pt x="0" y="152508"/>
              </a:lnTo>
              <a:lnTo>
                <a:pt x="0" y="305017"/>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5B63AC-D0BB-4365-8F5C-EB9FC6746059}">
      <dsp:nvSpPr>
        <dsp:cNvPr id="0" name=""/>
        <dsp:cNvSpPr/>
      </dsp:nvSpPr>
      <dsp:spPr>
        <a:xfrm>
          <a:off x="3081319" y="99"/>
          <a:ext cx="1452466" cy="726233"/>
        </a:xfrm>
        <a:prstGeom prst="rect">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i="0" kern="1200" dirty="0"/>
            <a:t>Clippers</a:t>
          </a:r>
          <a:endParaRPr lang="en-IN" sz="2400" kern="1200" dirty="0"/>
        </a:p>
      </dsp:txBody>
      <dsp:txXfrm>
        <a:off x="3081319" y="99"/>
        <a:ext cx="1452466" cy="726233"/>
      </dsp:txXfrm>
    </dsp:sp>
    <dsp:sp modelId="{DBA6884C-3ECC-498D-83BA-60D463C1E532}">
      <dsp:nvSpPr>
        <dsp:cNvPr id="0" name=""/>
        <dsp:cNvSpPr/>
      </dsp:nvSpPr>
      <dsp:spPr>
        <a:xfrm>
          <a:off x="2202577" y="1031350"/>
          <a:ext cx="1452466" cy="726233"/>
        </a:xfrm>
        <a:prstGeom prst="rect">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i="0" kern="1200" dirty="0"/>
            <a:t>series clippers</a:t>
          </a:r>
          <a:endParaRPr lang="en-IN" sz="2400" kern="1200" dirty="0"/>
        </a:p>
      </dsp:txBody>
      <dsp:txXfrm>
        <a:off x="2202577" y="1031350"/>
        <a:ext cx="1452466" cy="726233"/>
      </dsp:txXfrm>
    </dsp:sp>
    <dsp:sp modelId="{9C47D2FC-602C-44AD-9803-5379B984D15D}">
      <dsp:nvSpPr>
        <dsp:cNvPr id="0" name=""/>
        <dsp:cNvSpPr/>
      </dsp:nvSpPr>
      <dsp:spPr>
        <a:xfrm>
          <a:off x="3960061" y="1031350"/>
          <a:ext cx="1452466" cy="726233"/>
        </a:xfrm>
        <a:prstGeom prst="rect">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i="0" kern="1200"/>
            <a:t>shunt clippers.</a:t>
          </a:r>
          <a:endParaRPr lang="en-IN" sz="2400" kern="1200" dirty="0"/>
        </a:p>
      </dsp:txBody>
      <dsp:txXfrm>
        <a:off x="3960061" y="1031350"/>
        <a:ext cx="1452466" cy="72623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E935AD-1B10-400A-A0EB-68DE99710572}" type="datetimeFigureOut">
              <a:rPr lang="en-IN" smtClean="0"/>
              <a:t>22-09-2025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EA484B-2A0C-484B-8694-B0FA6D69A580}" type="slidenum">
              <a:rPr lang="en-IN" smtClean="0"/>
              <a:t>‹#›</a:t>
            </a:fld>
            <a:endParaRPr lang="en-IN"/>
          </a:p>
        </p:txBody>
      </p:sp>
    </p:spTree>
    <p:extLst>
      <p:ext uri="{BB962C8B-B14F-4D97-AF65-F5344CB8AC3E}">
        <p14:creationId xmlns:p14="http://schemas.microsoft.com/office/powerpoint/2010/main" val="369008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 AE/W</a:t>
            </a:r>
          </a:p>
        </p:txBody>
      </p:sp>
      <p:sp>
        <p:nvSpPr>
          <p:cNvPr id="4" name="Slide Number Placeholder 3"/>
          <p:cNvSpPr>
            <a:spLocks noGrp="1"/>
          </p:cNvSpPr>
          <p:nvPr>
            <p:ph type="sldNum" sz="quarter" idx="5"/>
          </p:nvPr>
        </p:nvSpPr>
        <p:spPr/>
        <p:txBody>
          <a:bodyPr/>
          <a:lstStyle/>
          <a:p>
            <a:fld id="{CFEA484B-2A0C-484B-8694-B0FA6D69A580}" type="slidenum">
              <a:rPr lang="en-IN" smtClean="0"/>
              <a:t>28</a:t>
            </a:fld>
            <a:endParaRPr lang="en-IN"/>
          </a:p>
        </p:txBody>
      </p:sp>
    </p:spTree>
    <p:extLst>
      <p:ext uri="{BB962C8B-B14F-4D97-AF65-F5344CB8AC3E}">
        <p14:creationId xmlns:p14="http://schemas.microsoft.com/office/powerpoint/2010/main" val="3741011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806DBF-514F-4B8C-8F30-597D2DF003E3}"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A8E6D-A1B0-471B-8416-FFEDF0385D9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53954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806DBF-514F-4B8C-8F30-597D2DF003E3}"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A8E6D-A1B0-471B-8416-FFEDF0385D90}" type="slidenum">
              <a:rPr lang="en-IN" smtClean="0"/>
              <a:t>‹#›</a:t>
            </a:fld>
            <a:endParaRPr lang="en-IN"/>
          </a:p>
        </p:txBody>
      </p:sp>
    </p:spTree>
    <p:extLst>
      <p:ext uri="{BB962C8B-B14F-4D97-AF65-F5344CB8AC3E}">
        <p14:creationId xmlns:p14="http://schemas.microsoft.com/office/powerpoint/2010/main" val="37146218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806DBF-514F-4B8C-8F30-597D2DF003E3}"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A8E6D-A1B0-471B-8416-FFEDF0385D9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71278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806DBF-514F-4B8C-8F30-597D2DF003E3}"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6A8E6D-A1B0-471B-8416-FFEDF0385D90}" type="slidenum">
              <a:rPr lang="en-IN" smtClean="0"/>
              <a:t>‹#›</a:t>
            </a:fld>
            <a:endParaRPr lang="en-IN"/>
          </a:p>
        </p:txBody>
      </p:sp>
    </p:spTree>
    <p:extLst>
      <p:ext uri="{BB962C8B-B14F-4D97-AF65-F5344CB8AC3E}">
        <p14:creationId xmlns:p14="http://schemas.microsoft.com/office/powerpoint/2010/main" val="36397118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806DBF-514F-4B8C-8F30-597D2DF003E3}" type="datetimeFigureOut">
              <a:rPr lang="en-IN" smtClean="0"/>
              <a:t>22-09-2025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86A8E6D-A1B0-471B-8416-FFEDF0385D90}" type="slidenum">
              <a:rPr lang="en-IN" smtClean="0"/>
              <a:t>‹#›</a:t>
            </a:fld>
            <a:endParaRPr lang="en-IN"/>
          </a:p>
        </p:txBody>
      </p:sp>
    </p:spTree>
    <p:extLst>
      <p:ext uri="{BB962C8B-B14F-4D97-AF65-F5344CB8AC3E}">
        <p14:creationId xmlns:p14="http://schemas.microsoft.com/office/powerpoint/2010/main" val="11393001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806DBF-514F-4B8C-8F30-597D2DF003E3}" type="datetimeFigureOut">
              <a:rPr lang="en-IN" smtClean="0"/>
              <a:t>22-09-2025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86A8E6D-A1B0-471B-8416-FFEDF0385D90}" type="slidenum">
              <a:rPr lang="en-IN" smtClean="0"/>
              <a:t>‹#›</a:t>
            </a:fld>
            <a:endParaRPr lang="en-IN"/>
          </a:p>
        </p:txBody>
      </p:sp>
    </p:spTree>
    <p:extLst>
      <p:ext uri="{BB962C8B-B14F-4D97-AF65-F5344CB8AC3E}">
        <p14:creationId xmlns:p14="http://schemas.microsoft.com/office/powerpoint/2010/main" val="5451536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806DBF-514F-4B8C-8F30-597D2DF003E3}" type="datetimeFigureOut">
              <a:rPr lang="en-IN" smtClean="0"/>
              <a:t>22-09-2025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186A8E6D-A1B0-471B-8416-FFEDF0385D90}" type="slidenum">
              <a:rPr lang="en-IN" smtClean="0"/>
              <a:t>‹#›</a:t>
            </a:fld>
            <a:endParaRPr lang="en-IN"/>
          </a:p>
        </p:txBody>
      </p:sp>
    </p:spTree>
    <p:extLst>
      <p:ext uri="{BB962C8B-B14F-4D97-AF65-F5344CB8AC3E}">
        <p14:creationId xmlns:p14="http://schemas.microsoft.com/office/powerpoint/2010/main" val="32985877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B806DBF-514F-4B8C-8F30-597D2DF003E3}" type="datetimeFigureOut">
              <a:rPr lang="en-IN" smtClean="0"/>
              <a:t>22-09-2025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86A8E6D-A1B0-471B-8416-FFEDF0385D90}" type="slidenum">
              <a:rPr lang="en-IN" smtClean="0"/>
              <a:t>‹#›</a:t>
            </a:fld>
            <a:endParaRPr lang="en-IN"/>
          </a:p>
        </p:txBody>
      </p:sp>
    </p:spTree>
    <p:extLst>
      <p:ext uri="{BB962C8B-B14F-4D97-AF65-F5344CB8AC3E}">
        <p14:creationId xmlns:p14="http://schemas.microsoft.com/office/powerpoint/2010/main" val="23808481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806DBF-514F-4B8C-8F30-597D2DF003E3}" type="datetimeFigureOut">
              <a:rPr lang="en-IN" smtClean="0"/>
              <a:t>22-09-2025</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86A8E6D-A1B0-471B-8416-FFEDF0385D90}" type="slidenum">
              <a:rPr lang="en-IN" smtClean="0"/>
              <a:t>‹#›</a:t>
            </a:fld>
            <a:endParaRPr lang="en-IN"/>
          </a:p>
        </p:txBody>
      </p:sp>
    </p:spTree>
    <p:extLst>
      <p:ext uri="{BB962C8B-B14F-4D97-AF65-F5344CB8AC3E}">
        <p14:creationId xmlns:p14="http://schemas.microsoft.com/office/powerpoint/2010/main" val="18648592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806DBF-514F-4B8C-8F30-597D2DF003E3}"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A8E6D-A1B0-471B-8416-FFEDF0385D90}" type="slidenum">
              <a:rPr lang="en-IN" smtClean="0"/>
              <a:t>‹#›</a:t>
            </a:fld>
            <a:endParaRPr lang="en-IN"/>
          </a:p>
        </p:txBody>
      </p:sp>
    </p:spTree>
    <p:extLst>
      <p:ext uri="{BB962C8B-B14F-4D97-AF65-F5344CB8AC3E}">
        <p14:creationId xmlns:p14="http://schemas.microsoft.com/office/powerpoint/2010/main" val="5074326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806DBF-514F-4B8C-8F30-597D2DF003E3}" type="datetimeFigureOut">
              <a:rPr lang="en-IN" smtClean="0"/>
              <a:t>22-09-2025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A8E6D-A1B0-471B-8416-FFEDF0385D90}" type="slidenum">
              <a:rPr lang="en-IN" smtClean="0"/>
              <a:t>‹#›</a:t>
            </a:fld>
            <a:endParaRPr lang="en-IN"/>
          </a:p>
        </p:txBody>
      </p:sp>
    </p:spTree>
    <p:extLst>
      <p:ext uri="{BB962C8B-B14F-4D97-AF65-F5344CB8AC3E}">
        <p14:creationId xmlns:p14="http://schemas.microsoft.com/office/powerpoint/2010/main" val="12871348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B806DBF-514F-4B8C-8F30-597D2DF003E3}" type="datetimeFigureOut">
              <a:rPr lang="en-IN" smtClean="0"/>
              <a:t>22-09-2025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86A8E6D-A1B0-471B-8416-FFEDF0385D90}"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2733855"/>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byjus.com/physics/extrinsic-semiconductors/"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7.xml"/><Relationship Id="rId5" Type="http://schemas.openxmlformats.org/officeDocument/2006/relationships/image" Target="../media/image27.emf"/><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7.xml"/><Relationship Id="rId4" Type="http://schemas.openxmlformats.org/officeDocument/2006/relationships/image" Target="../media/image30.emf"/></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image" Target="../media/image43.png"/><Relationship Id="rId7" Type="http://schemas.openxmlformats.org/officeDocument/2006/relationships/image" Target="../media/image46.png"/><Relationship Id="rId12" Type="http://schemas.openxmlformats.org/officeDocument/2006/relationships/image" Target="../media/image50.png"/><Relationship Id="rId2" Type="http://schemas.openxmlformats.org/officeDocument/2006/relationships/image" Target="../media/image42.png"/><Relationship Id="rId1" Type="http://schemas.openxmlformats.org/officeDocument/2006/relationships/slideLayout" Target="../slideLayouts/slideLayout7.xml"/><Relationship Id="rId6" Type="http://schemas.microsoft.com/office/2007/relationships/hdphoto" Target="../media/hdphoto5.wdp"/><Relationship Id="rId11" Type="http://schemas.openxmlformats.org/officeDocument/2006/relationships/image" Target="../media/image49.png"/><Relationship Id="rId5" Type="http://schemas.openxmlformats.org/officeDocument/2006/relationships/image" Target="../media/image45.png"/><Relationship Id="rId10" Type="http://schemas.openxmlformats.org/officeDocument/2006/relationships/image" Target="../media/image48.png"/><Relationship Id="rId4" Type="http://schemas.openxmlformats.org/officeDocument/2006/relationships/image" Target="../media/image44.png"/><Relationship Id="rId9" Type="http://schemas.openxmlformats.org/officeDocument/2006/relationships/image" Target="../media/image47.png"/></Relationships>
</file>

<file path=ppt/slides/_rels/slide3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5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8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B89B2-2475-503F-BE21-AD5F0875164F}"/>
              </a:ext>
            </a:extLst>
          </p:cNvPr>
          <p:cNvSpPr>
            <a:spLocks noGrp="1"/>
          </p:cNvSpPr>
          <p:nvPr>
            <p:ph type="ctrTitle"/>
          </p:nvPr>
        </p:nvSpPr>
        <p:spPr>
          <a:xfrm>
            <a:off x="1357759" y="457200"/>
            <a:ext cx="8959645" cy="1834620"/>
          </a:xfrm>
          <a:solidFill>
            <a:schemeClr val="accent3">
              <a:lumMod val="40000"/>
              <a:lumOff val="60000"/>
            </a:schemeClr>
          </a:solidFill>
        </p:spPr>
        <p:style>
          <a:lnRef idx="2">
            <a:schemeClr val="accent1"/>
          </a:lnRef>
          <a:fillRef idx="1">
            <a:schemeClr val="lt1"/>
          </a:fillRef>
          <a:effectRef idx="0">
            <a:schemeClr val="accent1"/>
          </a:effectRef>
          <a:fontRef idx="minor">
            <a:schemeClr val="dk1"/>
          </a:fontRef>
        </p:style>
        <p:txBody>
          <a:bodyPr>
            <a:normAutofit/>
          </a:bodyPr>
          <a:lstStyle/>
          <a:p>
            <a:pPr marL="2009140" marR="1600200" algn="ctr">
              <a:lnSpc>
                <a:spcPct val="98000"/>
              </a:lnSpc>
              <a:spcBef>
                <a:spcPts val="10"/>
              </a:spcBef>
              <a:spcAft>
                <a:spcPts val="0"/>
              </a:spcAft>
              <a:tabLst>
                <a:tab pos="3237865" algn="l"/>
                <a:tab pos="4405630" algn="l"/>
              </a:tabLst>
            </a:pPr>
            <a:r>
              <a:rPr lang="en-US" sz="2800" b="1" dirty="0">
                <a:latin typeface="Times New Roman" panose="02020603050405020304" pitchFamily="18" charset="0"/>
              </a:rPr>
              <a:t>UNIT 1: DIODE &amp; APPLICATIONS</a:t>
            </a:r>
            <a:br>
              <a:rPr lang="en-US" sz="2800" b="1" dirty="0">
                <a:latin typeface="Times New Roman" panose="02020603050405020304" pitchFamily="18" charset="0"/>
              </a:rPr>
            </a:br>
            <a:br>
              <a:rPr lang="en-US" sz="2800" b="1" dirty="0">
                <a:latin typeface="Times New Roman" panose="02020603050405020304" pitchFamily="18" charset="0"/>
              </a:rPr>
            </a:br>
            <a:r>
              <a:rPr lang="en-US" sz="2800" b="1" dirty="0">
                <a:latin typeface="Times New Roman" panose="02020603050405020304" pitchFamily="18" charset="0"/>
              </a:rPr>
              <a:t>By Dr Shivani Sharma</a:t>
            </a:r>
            <a:endParaRPr lang="en-IN" dirty="0"/>
          </a:p>
        </p:txBody>
      </p:sp>
      <p:graphicFrame>
        <p:nvGraphicFramePr>
          <p:cNvPr id="3" name="Table 2">
            <a:extLst>
              <a:ext uri="{FF2B5EF4-FFF2-40B4-BE49-F238E27FC236}">
                <a16:creationId xmlns:a16="http://schemas.microsoft.com/office/drawing/2014/main" id="{CF35A484-DDA1-5B7D-306B-A9373A2833D9}"/>
              </a:ext>
            </a:extLst>
          </p:cNvPr>
          <p:cNvGraphicFramePr>
            <a:graphicFrameLocks noGrp="1"/>
          </p:cNvGraphicFramePr>
          <p:nvPr>
            <p:extLst>
              <p:ext uri="{D42A27DB-BD31-4B8C-83A1-F6EECF244321}">
                <p14:modId xmlns:p14="http://schemas.microsoft.com/office/powerpoint/2010/main" val="1827340417"/>
              </p:ext>
            </p:extLst>
          </p:nvPr>
        </p:nvGraphicFramePr>
        <p:xfrm>
          <a:off x="1357759" y="2532477"/>
          <a:ext cx="9247293" cy="1751288"/>
        </p:xfrm>
        <a:graphic>
          <a:graphicData uri="http://schemas.openxmlformats.org/drawingml/2006/table">
            <a:tbl>
              <a:tblPr firstRow="1" firstCol="1" bandRow="1">
                <a:tableStyleId>{5C22544A-7EE6-4342-B048-85BDC9FD1C3A}</a:tableStyleId>
              </a:tblPr>
              <a:tblGrid>
                <a:gridCol w="9247293">
                  <a:extLst>
                    <a:ext uri="{9D8B030D-6E8A-4147-A177-3AD203B41FA5}">
                      <a16:colId xmlns:a16="http://schemas.microsoft.com/office/drawing/2014/main" val="2412780"/>
                    </a:ext>
                  </a:extLst>
                </a:gridCol>
              </a:tblGrid>
              <a:tr h="1751288">
                <a:tc>
                  <a:txBody>
                    <a:bodyPr/>
                    <a:lstStyle/>
                    <a:p>
                      <a:pPr marL="225425" indent="-6350" algn="just">
                        <a:lnSpc>
                          <a:spcPct val="97000"/>
                        </a:lnSpc>
                        <a:spcAft>
                          <a:spcPts val="10"/>
                        </a:spcAft>
                        <a:buNone/>
                      </a:pPr>
                      <a:r>
                        <a:rPr lang="en-US" sz="1800" dirty="0">
                          <a:effectLst/>
                        </a:rPr>
                        <a:t>PN junction diode: Working Principle, V-I Characteristics, Rectifiers - Half Wave &amp; Full Wave, PIV, Ripple Factor and Efficiency, Clippers &amp; Clampers</a:t>
                      </a:r>
                      <a:endParaRPr lang="en-IN" sz="1800" dirty="0">
                        <a:effectLst/>
                      </a:endParaRPr>
                    </a:p>
                    <a:p>
                      <a:pPr marL="225425" indent="-6350" algn="just">
                        <a:lnSpc>
                          <a:spcPct val="97000"/>
                        </a:lnSpc>
                        <a:spcAft>
                          <a:spcPts val="10"/>
                        </a:spcAft>
                        <a:buNone/>
                      </a:pPr>
                      <a:r>
                        <a:rPr lang="en-IN" sz="1800" dirty="0">
                          <a:effectLst/>
                        </a:rPr>
                        <a:t> </a:t>
                      </a:r>
                    </a:p>
                    <a:p>
                      <a:pPr marL="225425" indent="-6350" algn="just">
                        <a:lnSpc>
                          <a:spcPct val="97000"/>
                        </a:lnSpc>
                        <a:spcAft>
                          <a:spcPts val="1000"/>
                        </a:spcAft>
                        <a:buNone/>
                      </a:pPr>
                      <a:r>
                        <a:rPr lang="en-IN" sz="1800" dirty="0">
                          <a:effectLst/>
                        </a:rPr>
                        <a:t>Special Purpose Diodes:  Construction, Characteristics and Applications - Tunnel Diode, Schottky Diode, Varactor Diode, Photodiode, Zener Diode</a:t>
                      </a:r>
                      <a:endParaRPr lang="en-IN" sz="1800"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38735" marT="0" marB="0" anchor="ctr"/>
                </a:tc>
                <a:extLst>
                  <a:ext uri="{0D108BD9-81ED-4DB2-BD59-A6C34878D82A}">
                    <a16:rowId xmlns:a16="http://schemas.microsoft.com/office/drawing/2014/main" val="3058304815"/>
                  </a:ext>
                </a:extLst>
              </a:tr>
            </a:tbl>
          </a:graphicData>
        </a:graphic>
      </p:graphicFrame>
    </p:spTree>
    <p:extLst>
      <p:ext uri="{BB962C8B-B14F-4D97-AF65-F5344CB8AC3E}">
        <p14:creationId xmlns:p14="http://schemas.microsoft.com/office/powerpoint/2010/main" val="40267867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27D45A-4288-75B5-0928-6E194F0A2253}"/>
              </a:ext>
            </a:extLst>
          </p:cNvPr>
          <p:cNvSpPr txBox="1"/>
          <p:nvPr/>
        </p:nvSpPr>
        <p:spPr>
          <a:xfrm>
            <a:off x="1524000" y="1041988"/>
            <a:ext cx="9144000" cy="4031873"/>
          </a:xfrm>
          <a:prstGeom prst="rect">
            <a:avLst/>
          </a:prstGeom>
          <a:noFill/>
        </p:spPr>
        <p:txBody>
          <a:bodyPr wrap="square">
            <a:spAutoFit/>
          </a:bodyPr>
          <a:lstStyle/>
          <a:p>
            <a:pPr algn="just"/>
            <a:r>
              <a:rPr lang="en-US" sz="1600" b="1" i="0" u="sng" dirty="0">
                <a:solidFill>
                  <a:srgbClr val="444444"/>
                </a:solidFill>
                <a:effectLst/>
                <a:highlight>
                  <a:srgbClr val="FFFFFF"/>
                </a:highlight>
                <a:latin typeface="Times New Roman" panose="02020603050405020304" pitchFamily="18" charset="0"/>
                <a:cs typeface="Times New Roman" panose="02020603050405020304" pitchFamily="18" charset="0"/>
              </a:rPr>
              <a:t>Valence Band</a:t>
            </a:r>
          </a:p>
          <a:p>
            <a:pPr algn="just"/>
            <a:r>
              <a:rPr lang="en-US" sz="1600" b="0" i="0" dirty="0">
                <a:solidFill>
                  <a:srgbClr val="444444"/>
                </a:solidFill>
                <a:effectLst/>
                <a:highlight>
                  <a:srgbClr val="FFFFFF"/>
                </a:highlight>
                <a:latin typeface="Times New Roman" panose="02020603050405020304" pitchFamily="18" charset="0"/>
                <a:cs typeface="Times New Roman" panose="02020603050405020304" pitchFamily="18" charset="0"/>
              </a:rPr>
              <a:t>The electrons in the outermost shell are known as valence electrons. These valence electrons contain a series of energy levels and form an energy band known as the valence band. The valence band has the highest occupied energy.</a:t>
            </a:r>
          </a:p>
          <a:p>
            <a:pPr algn="just"/>
            <a:endParaRPr lang="en-US" sz="1600" b="0" i="0" dirty="0">
              <a:solidFill>
                <a:srgbClr val="444444"/>
              </a:solidFill>
              <a:effectLst/>
              <a:highlight>
                <a:srgbClr val="FFFFFF"/>
              </a:highlight>
              <a:latin typeface="Times New Roman" panose="02020603050405020304" pitchFamily="18" charset="0"/>
              <a:cs typeface="Times New Roman" panose="02020603050405020304" pitchFamily="18" charset="0"/>
            </a:endParaRPr>
          </a:p>
          <a:p>
            <a:pPr algn="just"/>
            <a:r>
              <a:rPr lang="en-US" sz="1600" b="1" i="0" u="sng" dirty="0">
                <a:solidFill>
                  <a:srgbClr val="444444"/>
                </a:solidFill>
                <a:effectLst/>
                <a:highlight>
                  <a:srgbClr val="FFFFFF"/>
                </a:highlight>
                <a:latin typeface="Times New Roman" panose="02020603050405020304" pitchFamily="18" charset="0"/>
                <a:cs typeface="Times New Roman" panose="02020603050405020304" pitchFamily="18" charset="0"/>
              </a:rPr>
              <a:t>Conduction Band</a:t>
            </a:r>
          </a:p>
          <a:p>
            <a:pPr algn="just"/>
            <a:r>
              <a:rPr lang="en-US" sz="1600" b="0" i="0" dirty="0">
                <a:solidFill>
                  <a:srgbClr val="444444"/>
                </a:solidFill>
                <a:effectLst/>
                <a:highlight>
                  <a:srgbClr val="FFFFFF"/>
                </a:highlight>
                <a:latin typeface="Times New Roman" panose="02020603050405020304" pitchFamily="18" charset="0"/>
                <a:cs typeface="Times New Roman" panose="02020603050405020304" pitchFamily="18" charset="0"/>
              </a:rPr>
              <a:t>The valence electrons are not tightly held to the nucleus due to which a few of these valence electrons leave the outermost orbit even at room temperature and become free electrons. The free electrons conduct current in conductors and are therefore known as conduction electrons. The conduction band is one that contains conduction electrons and has the lowest occupied energy levels.</a:t>
            </a:r>
          </a:p>
          <a:p>
            <a:pPr algn="just"/>
            <a:endParaRPr lang="en-US" sz="1600" b="0" i="0" dirty="0">
              <a:solidFill>
                <a:srgbClr val="444444"/>
              </a:solidFill>
              <a:effectLst/>
              <a:highlight>
                <a:srgbClr val="FFFFFF"/>
              </a:highlight>
              <a:latin typeface="Times New Roman" panose="02020603050405020304" pitchFamily="18" charset="0"/>
              <a:cs typeface="Times New Roman" panose="02020603050405020304" pitchFamily="18" charset="0"/>
            </a:endParaRPr>
          </a:p>
          <a:p>
            <a:pPr algn="just"/>
            <a:r>
              <a:rPr lang="en-US" sz="1600" b="1" i="0" u="sng" dirty="0">
                <a:solidFill>
                  <a:srgbClr val="444444"/>
                </a:solidFill>
                <a:effectLst/>
                <a:highlight>
                  <a:srgbClr val="FFFFFF"/>
                </a:highlight>
                <a:latin typeface="Times New Roman" panose="02020603050405020304" pitchFamily="18" charset="0"/>
                <a:cs typeface="Times New Roman" panose="02020603050405020304" pitchFamily="18" charset="0"/>
              </a:rPr>
              <a:t>Forbidden Energy Gap</a:t>
            </a:r>
          </a:p>
          <a:p>
            <a:pPr algn="just"/>
            <a:r>
              <a:rPr lang="en-US" sz="1600" b="0" i="0" dirty="0">
                <a:solidFill>
                  <a:srgbClr val="444444"/>
                </a:solidFill>
                <a:effectLst/>
                <a:highlight>
                  <a:srgbClr val="FFFFFF"/>
                </a:highlight>
                <a:latin typeface="Times New Roman" panose="02020603050405020304" pitchFamily="18" charset="0"/>
                <a:cs typeface="Times New Roman" panose="02020603050405020304" pitchFamily="18" charset="0"/>
              </a:rPr>
              <a:t>The gap between the valence band and the conduction band is referred to as the forbidden gap. As the name suggests, the forbidden gap doesn’t have any energy and no electrons stay in this band. If the forbidden energy gap is greater, then the valence band electrons are tightly bound or firmly attached to the nucleus. We require some amount of external energy that is equal to the forbidden energy gap.</a:t>
            </a:r>
          </a:p>
        </p:txBody>
      </p:sp>
      <p:sp>
        <p:nvSpPr>
          <p:cNvPr id="5" name="TextBox 4">
            <a:extLst>
              <a:ext uri="{FF2B5EF4-FFF2-40B4-BE49-F238E27FC236}">
                <a16:creationId xmlns:a16="http://schemas.microsoft.com/office/drawing/2014/main" id="{25CD5E10-FAB3-B41C-CFE2-9F31259B614B}"/>
              </a:ext>
            </a:extLst>
          </p:cNvPr>
          <p:cNvSpPr txBox="1"/>
          <p:nvPr/>
        </p:nvSpPr>
        <p:spPr>
          <a:xfrm>
            <a:off x="2595716" y="228290"/>
            <a:ext cx="6096000" cy="40011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i="0" dirty="0">
                <a:solidFill>
                  <a:schemeClr val="tx1"/>
                </a:solidFill>
                <a:effectLst/>
                <a:highlight>
                  <a:srgbClr val="FFFFFF"/>
                </a:highlight>
                <a:latin typeface="Times New Roman" panose="02020603050405020304" pitchFamily="18" charset="0"/>
                <a:cs typeface="Times New Roman" panose="02020603050405020304" pitchFamily="18" charset="0"/>
              </a:rPr>
              <a:t>Classification of Energy Bands</a:t>
            </a:r>
          </a:p>
        </p:txBody>
      </p:sp>
    </p:spTree>
    <p:extLst>
      <p:ext uri="{BB962C8B-B14F-4D97-AF65-F5344CB8AC3E}">
        <p14:creationId xmlns:p14="http://schemas.microsoft.com/office/powerpoint/2010/main" val="10120870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C0B1685-38DE-CB18-9694-895079A3819A}"/>
              </a:ext>
            </a:extLst>
          </p:cNvPr>
          <p:cNvPicPr>
            <a:picLocks noChangeAspect="1"/>
          </p:cNvPicPr>
          <p:nvPr/>
        </p:nvPicPr>
        <p:blipFill>
          <a:blip r:embed="rId2"/>
          <a:stretch>
            <a:fillRect/>
          </a:stretch>
        </p:blipFill>
        <p:spPr>
          <a:xfrm>
            <a:off x="1587648" y="264456"/>
            <a:ext cx="8249801" cy="3629532"/>
          </a:xfrm>
          <a:prstGeom prst="rect">
            <a:avLst/>
          </a:prstGeom>
        </p:spPr>
      </p:pic>
      <p:sp>
        <p:nvSpPr>
          <p:cNvPr id="4" name="TextBox 3">
            <a:extLst>
              <a:ext uri="{FF2B5EF4-FFF2-40B4-BE49-F238E27FC236}">
                <a16:creationId xmlns:a16="http://schemas.microsoft.com/office/drawing/2014/main" id="{72561EFE-8C43-C2AA-9195-150FE0422555}"/>
              </a:ext>
            </a:extLst>
          </p:cNvPr>
          <p:cNvSpPr txBox="1"/>
          <p:nvPr/>
        </p:nvSpPr>
        <p:spPr>
          <a:xfrm>
            <a:off x="8166182" y="3263068"/>
            <a:ext cx="3702730" cy="2862322"/>
          </a:xfrm>
          <a:prstGeom prst="rect">
            <a:avLst/>
          </a:prstGeom>
          <a:noFill/>
        </p:spPr>
        <p:txBody>
          <a:bodyPr wrap="square">
            <a:spAutoFit/>
          </a:bodyPr>
          <a:lstStyle/>
          <a:p>
            <a:pPr marL="285750" indent="-285750" algn="just">
              <a:buFont typeface="Arial" panose="020B0604020202020204" pitchFamily="34" charset="0"/>
              <a:buChar char="•"/>
            </a:pPr>
            <a:r>
              <a:rPr lang="en-US" b="1" i="0" dirty="0">
                <a:effectLst/>
                <a:highlight>
                  <a:srgbClr val="FFFFFF"/>
                </a:highlight>
                <a:latin typeface="Times New Roman" panose="02020603050405020304" pitchFamily="18" charset="0"/>
                <a:cs typeface="Times New Roman" panose="02020603050405020304" pitchFamily="18" charset="0"/>
              </a:rPr>
              <a:t>Conductors: </a:t>
            </a:r>
            <a:r>
              <a:rPr lang="en-US" b="0" i="0" dirty="0">
                <a:effectLst/>
                <a:highlight>
                  <a:srgbClr val="FFFFFF"/>
                </a:highlight>
                <a:latin typeface="Times New Roman" panose="02020603050405020304" pitchFamily="18" charset="0"/>
                <a:cs typeface="Times New Roman" panose="02020603050405020304" pitchFamily="18" charset="0"/>
              </a:rPr>
              <a:t>Gold, Aluminum, Silver, Copper, all these metals allow an electric current to flow through them. There is no forbidden gap between the valence band and conduction band which results in the overlapping of both the bands. The number of free electrons available at room temperature is large.</a:t>
            </a:r>
            <a:endParaRPr lang="en-US" dirty="0">
              <a:highlight>
                <a:srgbClr val="FFFFFF"/>
              </a:highligh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C5271CF-61E4-6DC9-A222-0800AE93E93F}"/>
              </a:ext>
            </a:extLst>
          </p:cNvPr>
          <p:cNvSpPr txBox="1"/>
          <p:nvPr/>
        </p:nvSpPr>
        <p:spPr>
          <a:xfrm>
            <a:off x="165981" y="3401568"/>
            <a:ext cx="3358576" cy="2585323"/>
          </a:xfrm>
          <a:prstGeom prst="rect">
            <a:avLst/>
          </a:prstGeom>
          <a:noFill/>
        </p:spPr>
        <p:txBody>
          <a:bodyPr wrap="square">
            <a:spAutoFit/>
          </a:bodyPr>
          <a:lstStyle/>
          <a:p>
            <a:pPr marL="285750" indent="-285750" algn="just">
              <a:buFont typeface="Arial" panose="020B0604020202020204" pitchFamily="34" charset="0"/>
              <a:buChar char="•"/>
            </a:pPr>
            <a:r>
              <a:rPr lang="en-US" b="1" i="0" dirty="0">
                <a:effectLst/>
                <a:highlight>
                  <a:srgbClr val="FFFFFF"/>
                </a:highlight>
                <a:latin typeface="Times New Roman" panose="02020603050405020304" pitchFamily="18" charset="0"/>
                <a:cs typeface="Times New Roman" panose="02020603050405020304" pitchFamily="18" charset="0"/>
              </a:rPr>
              <a:t>Insulators: </a:t>
            </a:r>
            <a:r>
              <a:rPr lang="en-US" b="0" i="0" dirty="0">
                <a:effectLst/>
                <a:highlight>
                  <a:srgbClr val="FFFFFF"/>
                </a:highlight>
                <a:latin typeface="Times New Roman" panose="02020603050405020304" pitchFamily="18" charset="0"/>
                <a:cs typeface="Times New Roman" panose="02020603050405020304" pitchFamily="18" charset="0"/>
              </a:rPr>
              <a:t>Glass and wood are examples of the insulator. These substances do not allow electricity to pass through them. They have high resistivity and very low conductivity. The energy gap in the insulator is very high up to 7eV. </a:t>
            </a:r>
          </a:p>
        </p:txBody>
      </p:sp>
      <p:sp>
        <p:nvSpPr>
          <p:cNvPr id="10" name="TextBox 9">
            <a:extLst>
              <a:ext uri="{FF2B5EF4-FFF2-40B4-BE49-F238E27FC236}">
                <a16:creationId xmlns:a16="http://schemas.microsoft.com/office/drawing/2014/main" id="{F280E00F-63E9-978A-0658-177934E46267}"/>
              </a:ext>
            </a:extLst>
          </p:cNvPr>
          <p:cNvSpPr txBox="1"/>
          <p:nvPr/>
        </p:nvSpPr>
        <p:spPr>
          <a:xfrm>
            <a:off x="3451406" y="3893988"/>
            <a:ext cx="4933642" cy="2308324"/>
          </a:xfrm>
          <a:prstGeom prst="rect">
            <a:avLst/>
          </a:prstGeom>
          <a:noFill/>
        </p:spPr>
        <p:txBody>
          <a:bodyPr wrap="square">
            <a:spAutoFit/>
          </a:bodyPr>
          <a:lstStyle/>
          <a:p>
            <a:pPr marL="285750" indent="-285750" algn="just">
              <a:buFont typeface="Arial" panose="020B0604020202020204" pitchFamily="34" charset="0"/>
              <a:buChar char="•"/>
            </a:pPr>
            <a:r>
              <a:rPr lang="en-US" b="1" i="0" dirty="0">
                <a:effectLst/>
                <a:highlight>
                  <a:srgbClr val="FFFFFF"/>
                </a:highlight>
                <a:latin typeface="Times New Roman" panose="02020603050405020304" pitchFamily="18" charset="0"/>
                <a:cs typeface="Times New Roman" panose="02020603050405020304" pitchFamily="18" charset="0"/>
              </a:rPr>
              <a:t>Semiconductors: </a:t>
            </a:r>
            <a:r>
              <a:rPr lang="en-US" b="0" i="0" dirty="0">
                <a:effectLst/>
                <a:highlight>
                  <a:srgbClr val="FFFFFF"/>
                </a:highlight>
                <a:latin typeface="Times New Roman" panose="02020603050405020304" pitchFamily="18" charset="0"/>
                <a:cs typeface="Times New Roman" panose="02020603050405020304" pitchFamily="18" charset="0"/>
              </a:rPr>
              <a:t>Germanium and Silicon are the most preferable material whose electrical properties lie in between </a:t>
            </a:r>
            <a:r>
              <a:rPr lang="en-US" dirty="0">
                <a:highlight>
                  <a:srgbClr val="FFFFFF"/>
                </a:highlight>
                <a:latin typeface="Times New Roman" panose="02020603050405020304" pitchFamily="18" charset="0"/>
                <a:cs typeface="Times New Roman" panose="02020603050405020304" pitchFamily="18" charset="0"/>
              </a:rPr>
              <a:t>semiconductors and insulators</a:t>
            </a:r>
            <a:r>
              <a:rPr lang="en-US" b="0" i="0" dirty="0">
                <a:effectLst/>
                <a:highlight>
                  <a:srgbClr val="FFFFFF"/>
                </a:highlight>
                <a:latin typeface="Times New Roman" panose="02020603050405020304" pitchFamily="18" charset="0"/>
                <a:cs typeface="Times New Roman" panose="02020603050405020304" pitchFamily="18" charset="0"/>
              </a:rPr>
              <a:t>. The energy band diagram of semiconductors is shown where the conduction band is empty and the valence band is completely filled but the forbidden gap between the two bands is very small </a:t>
            </a:r>
            <a:endParaRPr lang="en-IN" dirty="0"/>
          </a:p>
        </p:txBody>
      </p:sp>
      <p:sp>
        <p:nvSpPr>
          <p:cNvPr id="11" name="TextBox 10">
            <a:extLst>
              <a:ext uri="{FF2B5EF4-FFF2-40B4-BE49-F238E27FC236}">
                <a16:creationId xmlns:a16="http://schemas.microsoft.com/office/drawing/2014/main" id="{A2A77814-4CD1-0A95-6A65-792ADC6F6AEB}"/>
              </a:ext>
            </a:extLst>
          </p:cNvPr>
          <p:cNvSpPr txBox="1"/>
          <p:nvPr/>
        </p:nvSpPr>
        <p:spPr>
          <a:xfrm>
            <a:off x="3794459" y="264456"/>
            <a:ext cx="424753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b="1" dirty="0"/>
              <a:t>ENERGY BAND </a:t>
            </a:r>
            <a:endParaRPr lang="en-IN" b="1" dirty="0"/>
          </a:p>
        </p:txBody>
      </p:sp>
    </p:spTree>
    <p:extLst>
      <p:ext uri="{BB962C8B-B14F-4D97-AF65-F5344CB8AC3E}">
        <p14:creationId xmlns:p14="http://schemas.microsoft.com/office/powerpoint/2010/main" val="32967272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5DB248-53B7-2D54-583E-F9701B549DB8}"/>
              </a:ext>
            </a:extLst>
          </p:cNvPr>
          <p:cNvPicPr>
            <a:picLocks noChangeAspect="1"/>
          </p:cNvPicPr>
          <p:nvPr/>
        </p:nvPicPr>
        <p:blipFill>
          <a:blip r:embed="rId2"/>
          <a:stretch>
            <a:fillRect/>
          </a:stretch>
        </p:blipFill>
        <p:spPr>
          <a:xfrm>
            <a:off x="3048000" y="825248"/>
            <a:ext cx="5430008" cy="2867425"/>
          </a:xfrm>
          <a:prstGeom prst="rect">
            <a:avLst/>
          </a:prstGeom>
        </p:spPr>
      </p:pic>
      <p:sp>
        <p:nvSpPr>
          <p:cNvPr id="5" name="TextBox 4">
            <a:extLst>
              <a:ext uri="{FF2B5EF4-FFF2-40B4-BE49-F238E27FC236}">
                <a16:creationId xmlns:a16="http://schemas.microsoft.com/office/drawing/2014/main" id="{4CF8374B-E0B5-5FA1-54C7-DD62C705FE6A}"/>
              </a:ext>
            </a:extLst>
          </p:cNvPr>
          <p:cNvSpPr txBox="1"/>
          <p:nvPr/>
        </p:nvSpPr>
        <p:spPr>
          <a:xfrm>
            <a:off x="1592826" y="3912615"/>
            <a:ext cx="9006348" cy="923330"/>
          </a:xfrm>
          <a:prstGeom prst="rect">
            <a:avLst/>
          </a:prstGeom>
          <a:noFill/>
        </p:spPr>
        <p:txBody>
          <a:bodyPr wrap="square">
            <a:spAutoFit/>
          </a:bodyPr>
          <a:lstStyle/>
          <a:p>
            <a:pPr algn="just"/>
            <a:r>
              <a:rPr lang="en-US" dirty="0">
                <a:latin typeface="Times-Roman"/>
              </a:rPr>
              <a:t>S</a:t>
            </a:r>
            <a:r>
              <a:rPr lang="en-US" sz="1800" b="0" i="0" u="none" strike="noStrike" baseline="0" dirty="0">
                <a:latin typeface="Times-Roman"/>
              </a:rPr>
              <a:t>ilicon has 14 orbiting electrons, germanium has 32 electrons, gallium has 31 electrons, and arsenic has 33 orbiting electrons. For germanium and silicon there are four electrons in the outermost shell, which are referred to as </a:t>
            </a:r>
            <a:r>
              <a:rPr lang="en-US" sz="1800" b="0" i="1" u="none" strike="noStrike" baseline="0" dirty="0">
                <a:latin typeface="Times-Italic"/>
              </a:rPr>
              <a:t>valence electrons.</a:t>
            </a:r>
            <a:endParaRPr lang="en-IN" dirty="0"/>
          </a:p>
        </p:txBody>
      </p:sp>
    </p:spTree>
    <p:extLst>
      <p:ext uri="{BB962C8B-B14F-4D97-AF65-F5344CB8AC3E}">
        <p14:creationId xmlns:p14="http://schemas.microsoft.com/office/powerpoint/2010/main" val="40022008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B6EFDD-3947-0839-E580-322F0A1A1E43}"/>
              </a:ext>
            </a:extLst>
          </p:cNvPr>
          <p:cNvSpPr txBox="1"/>
          <p:nvPr/>
        </p:nvSpPr>
        <p:spPr>
          <a:xfrm>
            <a:off x="1179871" y="1514168"/>
            <a:ext cx="10205883" cy="3139321"/>
          </a:xfrm>
          <a:prstGeom prst="rect">
            <a:avLst/>
          </a:prstGeom>
          <a:noFill/>
        </p:spPr>
        <p:txBody>
          <a:bodyPr wrap="square">
            <a:spAutoFit/>
          </a:bodyPr>
          <a:lstStyle/>
          <a:p>
            <a:pPr algn="just"/>
            <a:r>
              <a:rPr lang="en-US" b="1" i="0" u="sng" dirty="0">
                <a:effectLst/>
                <a:highlight>
                  <a:srgbClr val="FFFFFF"/>
                </a:highlight>
                <a:latin typeface="Times New Roman" panose="02020603050405020304" pitchFamily="18" charset="0"/>
                <a:cs typeface="Times New Roman" panose="02020603050405020304" pitchFamily="18" charset="0"/>
              </a:rPr>
              <a:t>Greater Heat Resistance</a:t>
            </a:r>
          </a:p>
          <a:p>
            <a:pPr algn="just"/>
            <a:endParaRPr lang="en-US" b="1" i="0" u="sng" dirty="0">
              <a:effectLst/>
              <a:highlight>
                <a:srgbClr val="FFFFFF"/>
              </a:highligh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0" i="0" dirty="0">
                <a:effectLst/>
                <a:highlight>
                  <a:srgbClr val="FFFFFF"/>
                </a:highlight>
                <a:latin typeface="Times New Roman" panose="02020603050405020304" pitchFamily="18" charset="0"/>
                <a:cs typeface="Times New Roman" panose="02020603050405020304" pitchFamily="18" charset="0"/>
              </a:rPr>
              <a:t>Another area where silicon is superior to germanium is heat resistance. Silicon can withstand up to 150 degrees Celsius or roughly 300 degrees Fahrenheit. </a:t>
            </a:r>
          </a:p>
          <a:p>
            <a:pPr marL="285750" indent="-285750" algn="just">
              <a:buFont typeface="Arial" panose="020B0604020202020204" pitchFamily="34" charset="0"/>
              <a:buChar char="•"/>
            </a:pPr>
            <a:endParaRPr lang="en-US" b="0" i="0" dirty="0">
              <a:effectLst/>
              <a:highlight>
                <a:srgbClr val="FFFFFF"/>
              </a:highligh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0" i="0" dirty="0">
                <a:effectLst/>
                <a:highlight>
                  <a:srgbClr val="FFFFFF"/>
                </a:highlight>
                <a:latin typeface="Times New Roman" panose="02020603050405020304" pitchFamily="18" charset="0"/>
                <a:cs typeface="Times New Roman" panose="02020603050405020304" pitchFamily="18" charset="0"/>
              </a:rPr>
              <a:t>On the other hand, </a:t>
            </a:r>
            <a:r>
              <a:rPr lang="en-US" b="1" dirty="0">
                <a:highlight>
                  <a:srgbClr val="FFFFFF"/>
                </a:highlight>
                <a:latin typeface="Times New Roman" panose="02020603050405020304" pitchFamily="18" charset="0"/>
                <a:cs typeface="Times New Roman" panose="02020603050405020304" pitchFamily="18" charset="0"/>
              </a:rPr>
              <a:t>germanium wafers</a:t>
            </a:r>
            <a:r>
              <a:rPr lang="en-US" b="0" i="0" dirty="0">
                <a:effectLst/>
                <a:highlight>
                  <a:srgbClr val="FFFFFF"/>
                </a:highlight>
                <a:latin typeface="Times New Roman" panose="02020603050405020304" pitchFamily="18" charset="0"/>
                <a:cs typeface="Times New Roman" panose="02020603050405020304" pitchFamily="18" charset="0"/>
              </a:rPr>
              <a:t> are prone to breakage or melting at 70 degrees Celsius or 158 degrees Fahrenheit.</a:t>
            </a:r>
          </a:p>
          <a:p>
            <a:pPr marL="285750" indent="-285750" algn="just">
              <a:buFont typeface="Arial" panose="020B0604020202020204" pitchFamily="34" charset="0"/>
              <a:buChar char="•"/>
            </a:pPr>
            <a:endParaRPr lang="en-US" b="0" i="0" dirty="0">
              <a:effectLst/>
              <a:highlight>
                <a:srgbClr val="FFFFFF"/>
              </a:highligh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0" i="0" dirty="0">
                <a:effectLst/>
                <a:highlight>
                  <a:srgbClr val="FFFFFF"/>
                </a:highlight>
                <a:latin typeface="Times New Roman" panose="02020603050405020304" pitchFamily="18" charset="0"/>
                <a:cs typeface="Times New Roman" panose="02020603050405020304" pitchFamily="18" charset="0"/>
              </a:rPr>
              <a:t>Silicon processors are ideal for computers because of their heat resistance. Although it degrades performance, these chips can continue to </a:t>
            </a:r>
            <a:r>
              <a:rPr lang="en-US" b="1" dirty="0">
                <a:highlight>
                  <a:srgbClr val="FFFFFF"/>
                </a:highlight>
                <a:latin typeface="Times New Roman" panose="02020603050405020304" pitchFamily="18" charset="0"/>
                <a:cs typeface="Times New Roman" panose="02020603050405020304" pitchFamily="18" charset="0"/>
              </a:rPr>
              <a:t>operate beyond germanium’s heat tolerance</a:t>
            </a:r>
            <a:r>
              <a:rPr lang="en-US" b="0" i="0" dirty="0">
                <a:effectLst/>
                <a:highlight>
                  <a:srgbClr val="FFFFFF"/>
                </a:highlight>
                <a:latin typeface="Times New Roman" panose="02020603050405020304" pitchFamily="18" charset="0"/>
                <a:cs typeface="Times New Roman" panose="02020603050405020304" pitchFamily="18" charset="0"/>
              </a:rPr>
              <a:t> levels without suffering material damage.  </a:t>
            </a:r>
          </a:p>
        </p:txBody>
      </p:sp>
      <p:sp>
        <p:nvSpPr>
          <p:cNvPr id="5" name="TextBox 4">
            <a:extLst>
              <a:ext uri="{FF2B5EF4-FFF2-40B4-BE49-F238E27FC236}">
                <a16:creationId xmlns:a16="http://schemas.microsoft.com/office/drawing/2014/main" id="{CDDE11F4-3B23-E4F6-3CD6-E00E302CBF35}"/>
              </a:ext>
            </a:extLst>
          </p:cNvPr>
          <p:cNvSpPr txBox="1"/>
          <p:nvPr/>
        </p:nvSpPr>
        <p:spPr>
          <a:xfrm>
            <a:off x="2890684" y="483928"/>
            <a:ext cx="6096000" cy="40011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sz="2000" b="1" dirty="0">
                <a:latin typeface="Times New Roman" panose="02020603050405020304" pitchFamily="18" charset="0"/>
                <a:cs typeface="Times New Roman" panose="02020603050405020304" pitchFamily="18" charset="0"/>
              </a:rPr>
              <a:t>Why is silicon preferred over germanium?</a:t>
            </a:r>
          </a:p>
        </p:txBody>
      </p:sp>
    </p:spTree>
    <p:extLst>
      <p:ext uri="{BB962C8B-B14F-4D97-AF65-F5344CB8AC3E}">
        <p14:creationId xmlns:p14="http://schemas.microsoft.com/office/powerpoint/2010/main" val="31436060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B7EEBD-4E56-94A9-EC93-5FC7D75C3F9F}"/>
              </a:ext>
            </a:extLst>
          </p:cNvPr>
          <p:cNvSpPr txBox="1"/>
          <p:nvPr/>
        </p:nvSpPr>
        <p:spPr>
          <a:xfrm>
            <a:off x="1536290" y="1199535"/>
            <a:ext cx="9119419" cy="498598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1800" b="0" i="0" u="none" strike="noStrike" baseline="0" dirty="0">
                <a:solidFill>
                  <a:srgbClr val="000000"/>
                </a:solidFill>
                <a:latin typeface="Times-Roman"/>
              </a:rPr>
              <a:t>The construction of every discrete (individual) solid-state (hard crystal structure) electronic device or integrated circuit begins with a semiconductor material of the highest quality. </a:t>
            </a:r>
            <a:r>
              <a:rPr lang="en-US" sz="1800" b="1" i="1" u="none" strike="noStrike" baseline="0" dirty="0">
                <a:solidFill>
                  <a:srgbClr val="00AEF0"/>
                </a:solidFill>
                <a:latin typeface="Times-BoldItalic"/>
              </a:rPr>
              <a:t>Semiconductors are a special class of elements having a conductivity between that of a</a:t>
            </a:r>
          </a:p>
          <a:p>
            <a:pPr algn="just"/>
            <a:r>
              <a:rPr lang="en-US" sz="1800" b="1" i="1" u="none" strike="noStrike" baseline="0" dirty="0">
                <a:solidFill>
                  <a:srgbClr val="00AEF0"/>
                </a:solidFill>
                <a:latin typeface="Times-BoldItalic"/>
              </a:rPr>
              <a:t>good conductor and that of an insulator.</a:t>
            </a:r>
          </a:p>
          <a:p>
            <a:pPr algn="just"/>
            <a:endParaRPr lang="en-US" sz="1800" b="1" i="1" u="none" strike="noStrike" baseline="0" dirty="0">
              <a:solidFill>
                <a:srgbClr val="00AEF0"/>
              </a:solidFill>
              <a:latin typeface="Times-BoldItalic"/>
            </a:endParaRPr>
          </a:p>
          <a:p>
            <a:pPr algn="just"/>
            <a:r>
              <a:rPr lang="en-US" sz="1800" b="0" i="0" u="none" strike="noStrike" baseline="0" dirty="0">
                <a:solidFill>
                  <a:srgbClr val="000000"/>
                </a:solidFill>
                <a:latin typeface="Times-Roman"/>
              </a:rPr>
              <a:t>In general, semiconductor materials fall into one of two classes: </a:t>
            </a:r>
            <a:r>
              <a:rPr lang="en-US" sz="1800" b="0" i="1" u="none" strike="noStrike" baseline="0" dirty="0">
                <a:solidFill>
                  <a:srgbClr val="000000"/>
                </a:solidFill>
                <a:latin typeface="Times-Italic"/>
              </a:rPr>
              <a:t>single-crystal </a:t>
            </a:r>
            <a:r>
              <a:rPr lang="en-US" sz="1800" b="0" i="0" u="none" strike="noStrike" baseline="0" dirty="0">
                <a:solidFill>
                  <a:srgbClr val="000000"/>
                </a:solidFill>
                <a:latin typeface="Times-Roman"/>
              </a:rPr>
              <a:t>and </a:t>
            </a:r>
            <a:r>
              <a:rPr lang="en-US" sz="1800" b="0" i="1" u="none" strike="noStrike" baseline="0" dirty="0">
                <a:solidFill>
                  <a:srgbClr val="000000"/>
                </a:solidFill>
                <a:latin typeface="Times-Italic"/>
              </a:rPr>
              <a:t>compound. </a:t>
            </a:r>
            <a:r>
              <a:rPr lang="en-US" sz="1800" b="0" i="0" u="none" strike="noStrike" baseline="0" dirty="0">
                <a:solidFill>
                  <a:srgbClr val="000000"/>
                </a:solidFill>
                <a:latin typeface="Times-Roman"/>
              </a:rPr>
              <a:t>Single-crystal semiconductors such as germanium (Ge) and silicon (Si) have a repetitive crystal structure, whereas compound semiconductors such as gallium arsenide </a:t>
            </a:r>
            <a:r>
              <a:rPr lang="en-IN" sz="1800" b="0" i="0" u="none" strike="noStrike" baseline="0" dirty="0">
                <a:solidFill>
                  <a:srgbClr val="000000"/>
                </a:solidFill>
                <a:latin typeface="Times-Roman"/>
              </a:rPr>
              <a:t>(GaAs), cadmium sulfide (CdS), gallium nitride (GaN), and gallium arsenide phosphide </a:t>
            </a:r>
            <a:r>
              <a:rPr lang="en-US" sz="1800" b="0" i="0" u="none" strike="noStrike" baseline="0" dirty="0">
                <a:solidFill>
                  <a:srgbClr val="000000"/>
                </a:solidFill>
                <a:latin typeface="Times-Roman"/>
              </a:rPr>
              <a:t>(GaAsP) are constructed of two or more semiconductor materials of different atomic </a:t>
            </a:r>
            <a:r>
              <a:rPr lang="en-IN" sz="1800" b="0" i="0" u="none" strike="noStrike" baseline="0" dirty="0">
                <a:solidFill>
                  <a:srgbClr val="000000"/>
                </a:solidFill>
                <a:latin typeface="Times-Roman"/>
              </a:rPr>
              <a:t>structures.</a:t>
            </a:r>
          </a:p>
          <a:p>
            <a:pPr algn="just"/>
            <a:endParaRPr lang="en-IN" dirty="0">
              <a:solidFill>
                <a:srgbClr val="000000"/>
              </a:solidFill>
              <a:latin typeface="Times-Roman"/>
            </a:endParaRPr>
          </a:p>
          <a:p>
            <a:pPr algn="just"/>
            <a:r>
              <a:rPr lang="en-US" sz="2000" b="0" i="0" dirty="0">
                <a:effectLst/>
                <a:highlight>
                  <a:srgbClr val="FFFFFF"/>
                </a:highlight>
                <a:latin typeface="Times New Roman" panose="02020603050405020304" pitchFamily="18" charset="0"/>
                <a:cs typeface="Times New Roman" panose="02020603050405020304" pitchFamily="18" charset="0"/>
              </a:rPr>
              <a:t>Unlike conductors, the charge carriers in semiconductors arise only because of external energy (thermal agitation). It causes a certain number of </a:t>
            </a:r>
            <a:r>
              <a:rPr lang="en-US" sz="2000" dirty="0">
                <a:highlight>
                  <a:srgbClr val="FFFFFF"/>
                </a:highlight>
                <a:latin typeface="Times New Roman" panose="02020603050405020304" pitchFamily="18" charset="0"/>
                <a:cs typeface="Times New Roman" panose="02020603050405020304" pitchFamily="18" charset="0"/>
              </a:rPr>
              <a:t>valence electrons</a:t>
            </a:r>
            <a:r>
              <a:rPr lang="en-US" sz="2000" b="0" i="0" dirty="0">
                <a:effectLst/>
                <a:highlight>
                  <a:srgbClr val="FFFFFF"/>
                </a:highlight>
                <a:latin typeface="Times New Roman" panose="02020603050405020304" pitchFamily="18" charset="0"/>
                <a:cs typeface="Times New Roman" panose="02020603050405020304" pitchFamily="18" charset="0"/>
              </a:rPr>
              <a:t> to cross the energy gap and jump into the conduction band, leaving an equal amount of unoccupied energy states, i.e., holes. The conduction due to electrons and holes is equally important.</a:t>
            </a:r>
          </a:p>
          <a:p>
            <a:pPr algn="just"/>
            <a:endParaRPr lang="en-IN" sz="2000" b="1" dirty="0"/>
          </a:p>
        </p:txBody>
      </p:sp>
      <p:sp>
        <p:nvSpPr>
          <p:cNvPr id="4" name="TextBox 3">
            <a:extLst>
              <a:ext uri="{FF2B5EF4-FFF2-40B4-BE49-F238E27FC236}">
                <a16:creationId xmlns:a16="http://schemas.microsoft.com/office/drawing/2014/main" id="{52FD9E79-B9DF-4F4F-45E6-471DB538C5C5}"/>
              </a:ext>
            </a:extLst>
          </p:cNvPr>
          <p:cNvSpPr txBox="1"/>
          <p:nvPr/>
        </p:nvSpPr>
        <p:spPr>
          <a:xfrm>
            <a:off x="442451" y="6376220"/>
            <a:ext cx="12133007" cy="369332"/>
          </a:xfrm>
          <a:prstGeom prst="rect">
            <a:avLst/>
          </a:prstGeom>
          <a:noFill/>
        </p:spPr>
        <p:txBody>
          <a:bodyPr wrap="square">
            <a:spAutoFit/>
          </a:bodyPr>
          <a:lstStyle/>
          <a:p>
            <a:pPr algn="ctr"/>
            <a:r>
              <a:rPr lang="en-US" b="1" i="1" u="none" strike="noStrike" baseline="0" dirty="0">
                <a:solidFill>
                  <a:schemeClr val="bg1"/>
                </a:solidFill>
                <a:latin typeface="Times-BoldItalic"/>
              </a:rPr>
              <a:t>Fact: The three semiconductors used most frequently in the construction of electronic devices are Ge, Si, and GaAs.</a:t>
            </a:r>
            <a:endParaRPr lang="en-IN" i="1" dirty="0">
              <a:solidFill>
                <a:schemeClr val="bg1"/>
              </a:solidFill>
            </a:endParaRPr>
          </a:p>
        </p:txBody>
      </p:sp>
      <p:sp>
        <p:nvSpPr>
          <p:cNvPr id="6" name="TextBox 5">
            <a:extLst>
              <a:ext uri="{FF2B5EF4-FFF2-40B4-BE49-F238E27FC236}">
                <a16:creationId xmlns:a16="http://schemas.microsoft.com/office/drawing/2014/main" id="{B035707E-C0AD-51D4-8F65-23CC5AAA29EE}"/>
              </a:ext>
            </a:extLst>
          </p:cNvPr>
          <p:cNvSpPr txBox="1"/>
          <p:nvPr/>
        </p:nvSpPr>
        <p:spPr>
          <a:xfrm>
            <a:off x="2843982" y="226142"/>
            <a:ext cx="6287728"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1800" b="1" i="0" u="none" strike="noStrike" baseline="0" dirty="0">
                <a:solidFill>
                  <a:srgbClr val="000000"/>
                </a:solidFill>
                <a:latin typeface="Times-Roman"/>
              </a:rPr>
              <a:t>SEMICONDUCTOR MATERIALS </a:t>
            </a:r>
            <a:endParaRPr lang="en-IN" b="1" dirty="0"/>
          </a:p>
        </p:txBody>
      </p:sp>
    </p:spTree>
    <p:extLst>
      <p:ext uri="{BB962C8B-B14F-4D97-AF65-F5344CB8AC3E}">
        <p14:creationId xmlns:p14="http://schemas.microsoft.com/office/powerpoint/2010/main" val="16696177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C74682-ABA2-1C37-02B7-347BEFC7CC5A}"/>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Effect>
                      <a14:brightnessContrast bright="20000" contrast="-40000"/>
                    </a14:imgEffect>
                  </a14:imgLayer>
                </a14:imgProps>
              </a:ext>
            </a:extLst>
          </a:blip>
          <a:srcRect t="124" b="1"/>
          <a:stretch/>
        </p:blipFill>
        <p:spPr>
          <a:xfrm>
            <a:off x="1994380" y="2082856"/>
            <a:ext cx="7049484" cy="3263462"/>
          </a:xfrm>
          <a:prstGeom prst="rect">
            <a:avLst/>
          </a:prstGeom>
        </p:spPr>
      </p:pic>
      <p:sp>
        <p:nvSpPr>
          <p:cNvPr id="5" name="TextBox 4">
            <a:extLst>
              <a:ext uri="{FF2B5EF4-FFF2-40B4-BE49-F238E27FC236}">
                <a16:creationId xmlns:a16="http://schemas.microsoft.com/office/drawing/2014/main" id="{3D7BEE0D-A505-9E76-D026-8183FACE805A}"/>
              </a:ext>
            </a:extLst>
          </p:cNvPr>
          <p:cNvSpPr txBox="1"/>
          <p:nvPr/>
        </p:nvSpPr>
        <p:spPr>
          <a:xfrm>
            <a:off x="3773644" y="1713524"/>
            <a:ext cx="303816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SEMICONDUCTORS</a:t>
            </a:r>
            <a:endParaRPr lang="en-IN" b="1" dirty="0"/>
          </a:p>
        </p:txBody>
      </p:sp>
    </p:spTree>
    <p:extLst>
      <p:ext uri="{BB962C8B-B14F-4D97-AF65-F5344CB8AC3E}">
        <p14:creationId xmlns:p14="http://schemas.microsoft.com/office/powerpoint/2010/main" val="14995010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B3590D-DED6-AC4D-4CC5-61123A7A9B95}"/>
              </a:ext>
            </a:extLst>
          </p:cNvPr>
          <p:cNvSpPr txBox="1"/>
          <p:nvPr/>
        </p:nvSpPr>
        <p:spPr>
          <a:xfrm>
            <a:off x="1199534" y="520712"/>
            <a:ext cx="9478297" cy="646331"/>
          </a:xfrm>
          <a:prstGeom prst="rect">
            <a:avLst/>
          </a:prstGeom>
          <a:noFill/>
        </p:spPr>
        <p:txBody>
          <a:bodyPr wrap="square">
            <a:spAutoFit/>
          </a:bodyPr>
          <a:lstStyle/>
          <a:p>
            <a:pPr algn="l"/>
            <a:r>
              <a:rPr lang="en-US" b="1" i="0" dirty="0">
                <a:effectLst/>
                <a:highlight>
                  <a:srgbClr val="FFFFFF"/>
                </a:highlight>
                <a:latin typeface="Times New Roman" panose="02020603050405020304" pitchFamily="18" charset="0"/>
                <a:cs typeface="Times New Roman" panose="02020603050405020304" pitchFamily="18" charset="0"/>
              </a:rPr>
              <a:t>Intrinsic Semiconductor: </a:t>
            </a:r>
            <a:r>
              <a:rPr lang="en-US" b="0" i="0" dirty="0">
                <a:effectLst/>
                <a:highlight>
                  <a:srgbClr val="FFFFFF"/>
                </a:highlight>
                <a:latin typeface="Times New Roman" panose="02020603050405020304" pitchFamily="18" charset="0"/>
                <a:cs typeface="Times New Roman" panose="02020603050405020304" pitchFamily="18" charset="0"/>
              </a:rPr>
              <a:t>An </a:t>
            </a:r>
            <a:r>
              <a:rPr lang="en-US" b="1" i="0" dirty="0">
                <a:effectLst/>
                <a:highlight>
                  <a:srgbClr val="FFFFFF"/>
                </a:highlight>
                <a:latin typeface="Times New Roman" panose="02020603050405020304" pitchFamily="18" charset="0"/>
                <a:cs typeface="Times New Roman" panose="02020603050405020304" pitchFamily="18" charset="0"/>
              </a:rPr>
              <a:t>intrinsic type of semiconductor material</a:t>
            </a:r>
            <a:r>
              <a:rPr lang="en-US" b="0" i="0" dirty="0">
                <a:effectLst/>
                <a:highlight>
                  <a:srgbClr val="FFFFFF"/>
                </a:highlight>
                <a:latin typeface="Times New Roman" panose="02020603050405020304" pitchFamily="18" charset="0"/>
                <a:cs typeface="Times New Roman" panose="02020603050405020304" pitchFamily="18" charset="0"/>
              </a:rPr>
              <a:t> is made to be very pure chemically. It is made up of only a single type of element.</a:t>
            </a:r>
          </a:p>
        </p:txBody>
      </p:sp>
      <p:pic>
        <p:nvPicPr>
          <p:cNvPr id="5" name="Picture 4">
            <a:extLst>
              <a:ext uri="{FF2B5EF4-FFF2-40B4-BE49-F238E27FC236}">
                <a16:creationId xmlns:a16="http://schemas.microsoft.com/office/drawing/2014/main" id="{0C9B119E-E906-3E78-A4D6-7800C9FE1A82}"/>
              </a:ext>
            </a:extLst>
          </p:cNvPr>
          <p:cNvPicPr>
            <a:picLocks noChangeAspect="1"/>
          </p:cNvPicPr>
          <p:nvPr/>
        </p:nvPicPr>
        <p:blipFill>
          <a:blip r:embed="rId2"/>
          <a:stretch>
            <a:fillRect/>
          </a:stretch>
        </p:blipFill>
        <p:spPr>
          <a:xfrm>
            <a:off x="1984687" y="1531977"/>
            <a:ext cx="7226708" cy="4626154"/>
          </a:xfrm>
          <a:prstGeom prst="rect">
            <a:avLst/>
          </a:prstGeom>
        </p:spPr>
      </p:pic>
    </p:spTree>
    <p:extLst>
      <p:ext uri="{BB962C8B-B14F-4D97-AF65-F5344CB8AC3E}">
        <p14:creationId xmlns:p14="http://schemas.microsoft.com/office/powerpoint/2010/main" val="37367458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220B12-1DEF-D8C6-66AF-4862E1FFF7F6}"/>
              </a:ext>
            </a:extLst>
          </p:cNvPr>
          <p:cNvSpPr txBox="1"/>
          <p:nvPr/>
        </p:nvSpPr>
        <p:spPr>
          <a:xfrm>
            <a:off x="1544716" y="1216241"/>
            <a:ext cx="9103620" cy="470898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2000" b="1" i="0" dirty="0">
                <a:solidFill>
                  <a:schemeClr val="tx1"/>
                </a:solidFill>
                <a:effectLst/>
                <a:highlight>
                  <a:srgbClr val="FFFFFF"/>
                </a:highlight>
                <a:latin typeface="Times New Roman" panose="02020603050405020304" pitchFamily="18" charset="0"/>
                <a:cs typeface="Times New Roman" panose="02020603050405020304" pitchFamily="18" charset="0"/>
              </a:rPr>
              <a:t>Extrinsic Semiconductor</a:t>
            </a:r>
          </a:p>
          <a:p>
            <a:pPr algn="just"/>
            <a:r>
              <a:rPr lang="en-US" sz="2000" b="0" i="0" dirty="0">
                <a:solidFill>
                  <a:schemeClr val="tx1"/>
                </a:solidFill>
                <a:effectLst/>
                <a:highlight>
                  <a:srgbClr val="FFFFFF"/>
                </a:highlight>
                <a:latin typeface="Times New Roman" panose="02020603050405020304" pitchFamily="18" charset="0"/>
                <a:cs typeface="Times New Roman" panose="02020603050405020304" pitchFamily="18" charset="0"/>
              </a:rPr>
              <a:t>The conductivity of semiconductors can be greatly improved by introducing a small number of suitable replacement atoms called IMPURITIES. The process of adding impurity atoms to the pure semiconductor is called DOPING. Usually, only 1 atom in 10</a:t>
            </a:r>
            <a:r>
              <a:rPr lang="en-US" sz="2000" b="0" i="0" baseline="30000" dirty="0">
                <a:solidFill>
                  <a:schemeClr val="tx1"/>
                </a:solidFill>
                <a:effectLst/>
                <a:highlight>
                  <a:srgbClr val="FFFFFF"/>
                </a:highlight>
                <a:latin typeface="Times New Roman" panose="02020603050405020304" pitchFamily="18" charset="0"/>
                <a:cs typeface="Times New Roman" panose="02020603050405020304" pitchFamily="18" charset="0"/>
              </a:rPr>
              <a:t>7</a:t>
            </a:r>
            <a:r>
              <a:rPr lang="en-US" sz="2000" b="0" i="0" dirty="0">
                <a:solidFill>
                  <a:schemeClr val="tx1"/>
                </a:solidFill>
                <a:effectLst/>
                <a:highlight>
                  <a:srgbClr val="FFFFFF"/>
                </a:highlight>
                <a:latin typeface="Times New Roman" panose="02020603050405020304" pitchFamily="18" charset="0"/>
                <a:cs typeface="Times New Roman" panose="02020603050405020304" pitchFamily="18" charset="0"/>
              </a:rPr>
              <a:t> is replaced by a dopant atom in the doped semiconductor. An </a:t>
            </a:r>
            <a:r>
              <a:rPr lang="en-US" sz="2000" b="0" i="0" u="none" strike="noStrike" dirty="0">
                <a:solidFill>
                  <a:schemeClr val="tx1"/>
                </a:solidFill>
                <a:effectLst/>
                <a:highlight>
                  <a:srgbClr val="FFFFFF"/>
                </a:highligh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extrinsic semiconductor</a:t>
            </a:r>
            <a:r>
              <a:rPr lang="en-US" sz="2000" b="0" i="0" dirty="0">
                <a:solidFill>
                  <a:schemeClr val="tx1"/>
                </a:solidFill>
                <a:effectLst/>
                <a:highlight>
                  <a:srgbClr val="FFFFFF"/>
                </a:highlight>
                <a:latin typeface="Times New Roman" panose="02020603050405020304" pitchFamily="18" charset="0"/>
                <a:cs typeface="Times New Roman" panose="02020603050405020304" pitchFamily="18" charset="0"/>
              </a:rPr>
              <a:t> can be further classified into types:</a:t>
            </a:r>
          </a:p>
          <a:p>
            <a:pPr algn="just"/>
            <a:endParaRPr lang="en-US" sz="2000" b="0" i="0" dirty="0">
              <a:solidFill>
                <a:schemeClr val="tx1"/>
              </a:solidFill>
              <a:effectLst/>
              <a:highlight>
                <a:srgbClr val="FFFFFF"/>
              </a:highligh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1" i="0" dirty="0">
                <a:solidFill>
                  <a:schemeClr val="tx1"/>
                </a:solidFill>
                <a:effectLst/>
                <a:highlight>
                  <a:srgbClr val="FFFFFF"/>
                </a:highlight>
                <a:latin typeface="Times New Roman" panose="02020603050405020304" pitchFamily="18" charset="0"/>
                <a:cs typeface="Times New Roman" panose="02020603050405020304" pitchFamily="18" charset="0"/>
              </a:rPr>
              <a:t>N-type Semiconductor</a:t>
            </a:r>
            <a:r>
              <a:rPr lang="en-US" sz="2000" b="1" dirty="0">
                <a:solidFill>
                  <a:schemeClr val="tx1"/>
                </a:solidFill>
                <a:highlight>
                  <a:srgbClr val="FFFFFF"/>
                </a:highlight>
                <a:latin typeface="Times New Roman" panose="02020603050405020304" pitchFamily="18" charset="0"/>
                <a:cs typeface="Times New Roman" panose="02020603050405020304" pitchFamily="18" charset="0"/>
              </a:rPr>
              <a:t>: </a:t>
            </a:r>
            <a:r>
              <a:rPr lang="en-US" sz="2000" b="0" i="0" u="none" strike="noStrike" baseline="0" dirty="0">
                <a:solidFill>
                  <a:schemeClr val="tx1"/>
                </a:solidFill>
                <a:latin typeface="Times New Roman" panose="02020603050405020304" pitchFamily="18" charset="0"/>
                <a:cs typeface="Times New Roman" panose="02020603050405020304" pitchFamily="18" charset="0"/>
              </a:rPr>
              <a:t>An </a:t>
            </a:r>
            <a:r>
              <a:rPr lang="en-US" sz="2000" b="0" i="1" u="none" strike="noStrike" baseline="0" dirty="0">
                <a:solidFill>
                  <a:schemeClr val="tx1"/>
                </a:solidFill>
                <a:latin typeface="Times New Roman" panose="02020603050405020304" pitchFamily="18" charset="0"/>
                <a:cs typeface="Times New Roman" panose="02020603050405020304" pitchFamily="18" charset="0"/>
              </a:rPr>
              <a:t>n </a:t>
            </a:r>
            <a:r>
              <a:rPr lang="en-US" sz="2000" b="0" i="0" u="none" strike="noStrike" baseline="0" dirty="0">
                <a:solidFill>
                  <a:schemeClr val="tx1"/>
                </a:solidFill>
                <a:latin typeface="Times New Roman" panose="02020603050405020304" pitchFamily="18" charset="0"/>
                <a:cs typeface="Times New Roman" panose="02020603050405020304" pitchFamily="18" charset="0"/>
              </a:rPr>
              <a:t>-type material is created by introducing impurity elements that have </a:t>
            </a:r>
            <a:r>
              <a:rPr lang="en-US" sz="2000" b="0" i="1" u="none" strike="noStrike" baseline="0" dirty="0">
                <a:solidFill>
                  <a:schemeClr val="tx1"/>
                </a:solidFill>
                <a:latin typeface="Times New Roman" panose="02020603050405020304" pitchFamily="18" charset="0"/>
                <a:cs typeface="Times New Roman" panose="02020603050405020304" pitchFamily="18" charset="0"/>
              </a:rPr>
              <a:t>five </a:t>
            </a:r>
            <a:r>
              <a:rPr lang="en-US" sz="2000" b="0" i="0" u="none" strike="noStrike" baseline="0" dirty="0">
                <a:solidFill>
                  <a:schemeClr val="tx1"/>
                </a:solidFill>
                <a:latin typeface="Times New Roman" panose="02020603050405020304" pitchFamily="18" charset="0"/>
                <a:cs typeface="Times New Roman" panose="02020603050405020304" pitchFamily="18" charset="0"/>
              </a:rPr>
              <a:t>valence electrons ( </a:t>
            </a:r>
            <a:r>
              <a:rPr lang="en-US" sz="2000" b="0" i="1" u="none" strike="noStrike" baseline="0" dirty="0">
                <a:solidFill>
                  <a:schemeClr val="tx1"/>
                </a:solidFill>
                <a:latin typeface="Times New Roman" panose="02020603050405020304" pitchFamily="18" charset="0"/>
                <a:cs typeface="Times New Roman" panose="02020603050405020304" pitchFamily="18" charset="0"/>
              </a:rPr>
              <a:t>pentavalent </a:t>
            </a:r>
            <a:r>
              <a:rPr lang="en-US" sz="2000" b="0" i="0" u="none" strike="noStrike" baseline="0" dirty="0">
                <a:solidFill>
                  <a:schemeClr val="tx1"/>
                </a:solidFill>
                <a:latin typeface="Times New Roman" panose="02020603050405020304" pitchFamily="18" charset="0"/>
                <a:cs typeface="Times New Roman" panose="02020603050405020304" pitchFamily="18" charset="0"/>
              </a:rPr>
              <a:t>), such as </a:t>
            </a:r>
            <a:r>
              <a:rPr lang="en-US" sz="2000" b="0" i="1" u="none" strike="noStrike" baseline="0" dirty="0">
                <a:solidFill>
                  <a:schemeClr val="tx1"/>
                </a:solidFill>
                <a:latin typeface="Times New Roman" panose="02020603050405020304" pitchFamily="18" charset="0"/>
                <a:cs typeface="Times New Roman" panose="02020603050405020304" pitchFamily="18" charset="0"/>
              </a:rPr>
              <a:t>antimony </a:t>
            </a:r>
            <a:r>
              <a:rPr lang="en-US" sz="2000" b="0" i="0" u="none" strike="noStrike" baseline="0" dirty="0">
                <a:solidFill>
                  <a:schemeClr val="tx1"/>
                </a:solidFill>
                <a:latin typeface="Times New Roman" panose="02020603050405020304" pitchFamily="18" charset="0"/>
                <a:cs typeface="Times New Roman" panose="02020603050405020304" pitchFamily="18" charset="0"/>
              </a:rPr>
              <a:t>, </a:t>
            </a:r>
            <a:r>
              <a:rPr lang="en-US" sz="2000" b="0" i="1" u="none" strike="noStrike" baseline="0" dirty="0">
                <a:solidFill>
                  <a:schemeClr val="tx1"/>
                </a:solidFill>
                <a:latin typeface="Times New Roman" panose="02020603050405020304" pitchFamily="18" charset="0"/>
                <a:cs typeface="Times New Roman" panose="02020603050405020304" pitchFamily="18" charset="0"/>
              </a:rPr>
              <a:t>arsenic </a:t>
            </a:r>
            <a:r>
              <a:rPr lang="en-US" sz="2000" b="0" i="0" u="none" strike="noStrike" baseline="0" dirty="0">
                <a:solidFill>
                  <a:schemeClr val="tx1"/>
                </a:solidFill>
                <a:latin typeface="Times New Roman" panose="02020603050405020304" pitchFamily="18" charset="0"/>
                <a:cs typeface="Times New Roman" panose="02020603050405020304" pitchFamily="18" charset="0"/>
              </a:rPr>
              <a:t>, and </a:t>
            </a:r>
            <a:r>
              <a:rPr lang="en-US" sz="2000" b="0" i="1" u="none" strike="noStrike" baseline="0" dirty="0">
                <a:solidFill>
                  <a:schemeClr val="tx1"/>
                </a:solidFill>
                <a:latin typeface="Times New Roman" panose="02020603050405020304" pitchFamily="18" charset="0"/>
                <a:cs typeface="Times New Roman" panose="02020603050405020304" pitchFamily="18" charset="0"/>
              </a:rPr>
              <a:t>phosphorus.</a:t>
            </a:r>
            <a:endParaRPr lang="en-IN" sz="2000" dirty="0">
              <a:solidFill>
                <a:schemeClr val="tx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b="0" i="0" dirty="0">
              <a:solidFill>
                <a:schemeClr val="tx1"/>
              </a:solidFill>
              <a:effectLst/>
              <a:highlight>
                <a:srgbClr val="FFFFFF"/>
              </a:highligh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1" i="0" dirty="0">
                <a:solidFill>
                  <a:schemeClr val="tx1"/>
                </a:solidFill>
                <a:effectLst/>
                <a:highlight>
                  <a:srgbClr val="FFFFFF"/>
                </a:highlight>
                <a:latin typeface="Times New Roman" panose="02020603050405020304" pitchFamily="18" charset="0"/>
                <a:cs typeface="Times New Roman" panose="02020603050405020304" pitchFamily="18" charset="0"/>
              </a:rPr>
              <a:t>P-type Semiconductor: </a:t>
            </a:r>
            <a:r>
              <a:rPr lang="en-US" sz="2000" b="0" i="0" u="none" strike="noStrike" baseline="0" dirty="0">
                <a:solidFill>
                  <a:schemeClr val="tx1"/>
                </a:solidFill>
                <a:latin typeface="Times New Roman" panose="02020603050405020304" pitchFamily="18" charset="0"/>
                <a:cs typeface="Times New Roman" panose="02020603050405020304" pitchFamily="18" charset="0"/>
              </a:rPr>
              <a:t>The </a:t>
            </a:r>
            <a:r>
              <a:rPr lang="en-US" sz="2000" b="0" i="1" u="none" strike="noStrike" baseline="0" dirty="0">
                <a:solidFill>
                  <a:schemeClr val="tx1"/>
                </a:solidFill>
                <a:latin typeface="Times New Roman" panose="02020603050405020304" pitchFamily="18" charset="0"/>
                <a:cs typeface="Times New Roman" panose="02020603050405020304" pitchFamily="18" charset="0"/>
              </a:rPr>
              <a:t>p </a:t>
            </a:r>
            <a:r>
              <a:rPr lang="en-US" sz="2000" b="0" i="0" u="none" strike="noStrike" baseline="0" dirty="0">
                <a:solidFill>
                  <a:schemeClr val="tx1"/>
                </a:solidFill>
                <a:latin typeface="Times New Roman" panose="02020603050405020304" pitchFamily="18" charset="0"/>
                <a:cs typeface="Times New Roman" panose="02020603050405020304" pitchFamily="18" charset="0"/>
              </a:rPr>
              <a:t>-type material is formed by doping a pure germanium or silicon crystal with impurity atoms having </a:t>
            </a:r>
            <a:r>
              <a:rPr lang="en-US" sz="2000" b="0" i="1" u="none" strike="noStrike" baseline="0" dirty="0">
                <a:solidFill>
                  <a:schemeClr val="tx1"/>
                </a:solidFill>
                <a:latin typeface="Times New Roman" panose="02020603050405020304" pitchFamily="18" charset="0"/>
                <a:cs typeface="Times New Roman" panose="02020603050405020304" pitchFamily="18" charset="0"/>
              </a:rPr>
              <a:t>three </a:t>
            </a:r>
            <a:r>
              <a:rPr lang="en-US" sz="2000" b="0" i="0" u="none" strike="noStrike" baseline="0" dirty="0">
                <a:solidFill>
                  <a:schemeClr val="tx1"/>
                </a:solidFill>
                <a:latin typeface="Times New Roman" panose="02020603050405020304" pitchFamily="18" charset="0"/>
                <a:cs typeface="Times New Roman" panose="02020603050405020304" pitchFamily="18" charset="0"/>
              </a:rPr>
              <a:t>valence electrons. The elements most frequently used for this purpose are </a:t>
            </a:r>
            <a:r>
              <a:rPr lang="en-US" sz="2000" b="0" i="1" u="none" strike="noStrike" baseline="0" dirty="0">
                <a:solidFill>
                  <a:schemeClr val="tx1"/>
                </a:solidFill>
                <a:latin typeface="Times New Roman" panose="02020603050405020304" pitchFamily="18" charset="0"/>
                <a:cs typeface="Times New Roman" panose="02020603050405020304" pitchFamily="18" charset="0"/>
              </a:rPr>
              <a:t>boron </a:t>
            </a:r>
            <a:r>
              <a:rPr lang="en-US" sz="2000" b="0" i="0" u="none" strike="noStrike" baseline="0" dirty="0">
                <a:solidFill>
                  <a:schemeClr val="tx1"/>
                </a:solidFill>
                <a:latin typeface="Times New Roman" panose="02020603050405020304" pitchFamily="18" charset="0"/>
                <a:cs typeface="Times New Roman" panose="02020603050405020304" pitchFamily="18" charset="0"/>
              </a:rPr>
              <a:t>, </a:t>
            </a:r>
            <a:r>
              <a:rPr lang="en-US" sz="2000" b="0" i="1" u="none" strike="noStrike" baseline="0" dirty="0">
                <a:solidFill>
                  <a:schemeClr val="tx1"/>
                </a:solidFill>
                <a:latin typeface="Times New Roman" panose="02020603050405020304" pitchFamily="18" charset="0"/>
                <a:cs typeface="Times New Roman" panose="02020603050405020304" pitchFamily="18" charset="0"/>
              </a:rPr>
              <a:t>gallium </a:t>
            </a:r>
            <a:r>
              <a:rPr lang="en-US" sz="2000" b="0" i="0" u="none" strike="noStrike" baseline="0" dirty="0">
                <a:solidFill>
                  <a:schemeClr val="tx1"/>
                </a:solidFill>
                <a:latin typeface="Times New Roman" panose="02020603050405020304" pitchFamily="18" charset="0"/>
                <a:cs typeface="Times New Roman" panose="02020603050405020304" pitchFamily="18" charset="0"/>
              </a:rPr>
              <a:t>, and </a:t>
            </a:r>
            <a:r>
              <a:rPr lang="en-US" sz="2000" b="0" i="1" u="none" strike="noStrike" baseline="0" dirty="0">
                <a:solidFill>
                  <a:schemeClr val="tx1"/>
                </a:solidFill>
                <a:latin typeface="Times New Roman" panose="02020603050405020304" pitchFamily="18" charset="0"/>
                <a:cs typeface="Times New Roman" panose="02020603050405020304" pitchFamily="18" charset="0"/>
              </a:rPr>
              <a:t>indium </a:t>
            </a:r>
            <a:r>
              <a:rPr lang="en-US" sz="2000" b="0" i="0" u="none" strike="noStrike" baseline="0" dirty="0">
                <a:solidFill>
                  <a:schemeClr val="tx1"/>
                </a:solidFill>
                <a:latin typeface="Times New Roman" panose="02020603050405020304" pitchFamily="18" charset="0"/>
                <a:cs typeface="Times New Roman" panose="02020603050405020304" pitchFamily="18" charset="0"/>
              </a:rPr>
              <a:t>.</a:t>
            </a:r>
            <a:endParaRPr lang="en-IN" sz="2000" dirty="0">
              <a:solidFill>
                <a:schemeClr val="tx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b="0" i="0" dirty="0">
              <a:solidFill>
                <a:schemeClr val="tx1"/>
              </a:solidFill>
              <a:effectLst/>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07183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3264C0-4120-84E0-39EA-D5529F24F85F}"/>
              </a:ext>
            </a:extLst>
          </p:cNvPr>
          <p:cNvPicPr>
            <a:picLocks noChangeAspect="1"/>
          </p:cNvPicPr>
          <p:nvPr/>
        </p:nvPicPr>
        <p:blipFill>
          <a:blip r:embed="rId2"/>
          <a:stretch>
            <a:fillRect/>
          </a:stretch>
        </p:blipFill>
        <p:spPr>
          <a:xfrm>
            <a:off x="1409377" y="1143698"/>
            <a:ext cx="9379282" cy="4174026"/>
          </a:xfrm>
          <a:prstGeom prst="rect">
            <a:avLst/>
          </a:prstGeom>
        </p:spPr>
      </p:pic>
    </p:spTree>
    <p:extLst>
      <p:ext uri="{BB962C8B-B14F-4D97-AF65-F5344CB8AC3E}">
        <p14:creationId xmlns:p14="http://schemas.microsoft.com/office/powerpoint/2010/main" val="22310672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019F8A-4921-0295-23D7-62D6B5EB5367}"/>
              </a:ext>
            </a:extLst>
          </p:cNvPr>
          <p:cNvSpPr txBox="1"/>
          <p:nvPr/>
        </p:nvSpPr>
        <p:spPr>
          <a:xfrm>
            <a:off x="3048000" y="434766"/>
            <a:ext cx="6096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b="1" dirty="0"/>
              <a:t>Semiconductors Diode or PN Junction Diode</a:t>
            </a:r>
          </a:p>
        </p:txBody>
      </p:sp>
      <p:sp>
        <p:nvSpPr>
          <p:cNvPr id="7" name="Rectangle 4">
            <a:extLst>
              <a:ext uri="{FF2B5EF4-FFF2-40B4-BE49-F238E27FC236}">
                <a16:creationId xmlns:a16="http://schemas.microsoft.com/office/drawing/2014/main" id="{F956159D-CA92-A2E5-C0E5-72FD25CA3098}"/>
              </a:ext>
            </a:extLst>
          </p:cNvPr>
          <p:cNvSpPr>
            <a:spLocks noChangeArrowheads="1"/>
          </p:cNvSpPr>
          <p:nvPr/>
        </p:nvSpPr>
        <p:spPr bwMode="auto">
          <a:xfrm>
            <a:off x="1143069" y="1853125"/>
            <a:ext cx="1031800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Structure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PN diode consists of two regions: P-type (positive) and N-type (negative) semiconductor materials, joined together.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Junction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interface between the P-type and N-type regions is called the PN junction/depletion region.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allows current to flow in one direction (forward bias) and blocks it in the opposite direction (reverse bias).</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B92782C7-21EA-2EAD-44F2-C9EE56FC1B91}"/>
              </a:ext>
            </a:extLst>
          </p:cNvPr>
          <p:cNvPicPr>
            <a:picLocks noChangeAspect="1"/>
          </p:cNvPicPr>
          <p:nvPr/>
        </p:nvPicPr>
        <p:blipFill>
          <a:blip r:embed="rId2"/>
          <a:srcRect l="8485" t="10777" r="29162" b="6653"/>
          <a:stretch/>
        </p:blipFill>
        <p:spPr>
          <a:xfrm>
            <a:off x="8149702" y="3666478"/>
            <a:ext cx="2139518" cy="2534459"/>
          </a:xfrm>
          <a:prstGeom prst="rect">
            <a:avLst/>
          </a:prstGeom>
        </p:spPr>
      </p:pic>
      <p:sp>
        <p:nvSpPr>
          <p:cNvPr id="11" name="TextBox 10">
            <a:extLst>
              <a:ext uri="{FF2B5EF4-FFF2-40B4-BE49-F238E27FC236}">
                <a16:creationId xmlns:a16="http://schemas.microsoft.com/office/drawing/2014/main" id="{0BB062E3-AEB9-B4DA-8EEE-D2BD8106AB28}"/>
              </a:ext>
            </a:extLst>
          </p:cNvPr>
          <p:cNvSpPr txBox="1"/>
          <p:nvPr/>
        </p:nvSpPr>
        <p:spPr>
          <a:xfrm>
            <a:off x="1228887" y="4005207"/>
            <a:ext cx="4867113" cy="1569660"/>
          </a:xfrm>
          <a:prstGeom prst="rect">
            <a:avLst/>
          </a:prstGeom>
          <a:noFill/>
        </p:spPr>
        <p:txBody>
          <a:bodyPr wrap="square">
            <a:spAutoFit/>
          </a:bodyPr>
          <a:lstStyle/>
          <a:p>
            <a:r>
              <a:rPr lang="en-US" sz="2400" b="1" u="none" strike="noStrike" baseline="0" dirty="0">
                <a:latin typeface="Times-Italic"/>
              </a:rPr>
              <a:t>MODE OF OPERATION: </a:t>
            </a:r>
          </a:p>
          <a:p>
            <a:pPr marL="342900" indent="-342900">
              <a:buAutoNum type="arabicPeriod"/>
            </a:pPr>
            <a:r>
              <a:rPr lang="en-US" sz="2400" b="1" dirty="0">
                <a:latin typeface="Times-Italic"/>
              </a:rPr>
              <a:t>N</a:t>
            </a:r>
            <a:r>
              <a:rPr lang="en-US" sz="2400" b="1" u="none" strike="noStrike" baseline="0" dirty="0">
                <a:latin typeface="Times-Italic"/>
              </a:rPr>
              <a:t>o bias/Unbias </a:t>
            </a:r>
            <a:endParaRPr lang="en-US" sz="2400" b="1" u="none" strike="noStrike" baseline="0" dirty="0">
              <a:latin typeface="Times-Roman"/>
            </a:endParaRPr>
          </a:p>
          <a:p>
            <a:pPr marL="342900" indent="-342900">
              <a:buAutoNum type="arabicPeriod"/>
            </a:pPr>
            <a:r>
              <a:rPr lang="en-US" sz="2400" b="1" u="none" strike="noStrike" baseline="0" dirty="0">
                <a:latin typeface="Times-Italic"/>
              </a:rPr>
              <a:t>Forward</a:t>
            </a:r>
            <a:r>
              <a:rPr lang="en-US" sz="2400" b="1" dirty="0">
                <a:latin typeface="Times-Italic"/>
              </a:rPr>
              <a:t> </a:t>
            </a:r>
            <a:r>
              <a:rPr lang="en-US" sz="2400" b="1" u="none" strike="noStrike" baseline="0" dirty="0">
                <a:latin typeface="Times-Italic"/>
              </a:rPr>
              <a:t>bias </a:t>
            </a:r>
            <a:r>
              <a:rPr lang="en-US" sz="2400" b="1" u="none" strike="noStrike" baseline="0" dirty="0">
                <a:latin typeface="Times-Roman"/>
              </a:rPr>
              <a:t> </a:t>
            </a:r>
          </a:p>
          <a:p>
            <a:pPr marL="342900" indent="-342900">
              <a:buAutoNum type="arabicPeriod"/>
            </a:pPr>
            <a:r>
              <a:rPr lang="en-US" sz="2400" b="1" dirty="0">
                <a:latin typeface="Times-Italic"/>
              </a:rPr>
              <a:t>R</a:t>
            </a:r>
            <a:r>
              <a:rPr lang="en-US" sz="2400" b="1" u="none" strike="noStrike" baseline="0" dirty="0">
                <a:latin typeface="Times-Italic"/>
              </a:rPr>
              <a:t>everse bias </a:t>
            </a:r>
            <a:r>
              <a:rPr lang="en-US" sz="2400" b="1" u="none" strike="noStrike" baseline="0" dirty="0">
                <a:latin typeface="Times-Roman"/>
              </a:rPr>
              <a:t>. </a:t>
            </a:r>
            <a:endParaRPr lang="en-IN" sz="2400" b="1" dirty="0"/>
          </a:p>
        </p:txBody>
      </p:sp>
      <p:sp>
        <p:nvSpPr>
          <p:cNvPr id="13" name="TextBox 12">
            <a:extLst>
              <a:ext uri="{FF2B5EF4-FFF2-40B4-BE49-F238E27FC236}">
                <a16:creationId xmlns:a16="http://schemas.microsoft.com/office/drawing/2014/main" id="{51EA1963-9FBD-D9DF-7B6E-1BBB13869216}"/>
              </a:ext>
            </a:extLst>
          </p:cNvPr>
          <p:cNvSpPr txBox="1"/>
          <p:nvPr/>
        </p:nvSpPr>
        <p:spPr>
          <a:xfrm>
            <a:off x="1143070" y="988391"/>
            <a:ext cx="10318001" cy="707886"/>
          </a:xfrm>
          <a:prstGeom prst="rect">
            <a:avLst/>
          </a:prstGeom>
          <a:noFill/>
        </p:spPr>
        <p:txBody>
          <a:bodyPr wrap="square">
            <a:spAutoFit/>
          </a:bodyPr>
          <a:lstStyle/>
          <a:p>
            <a:pPr algn="l"/>
            <a:r>
              <a:rPr lang="en-US" sz="2000" b="0" i="0" dirty="0">
                <a:effectLst/>
                <a:highlight>
                  <a:srgbClr val="FFFFFF"/>
                </a:highlight>
                <a:latin typeface="Times New Roman" panose="02020603050405020304" pitchFamily="18" charset="0"/>
                <a:cs typeface="Times New Roman" panose="02020603050405020304" pitchFamily="18" charset="0"/>
              </a:rPr>
              <a:t>A semiconductor diode is a p-n junction diode. It is a two-terminal device that conducts current only in one direction.</a:t>
            </a:r>
          </a:p>
        </p:txBody>
      </p:sp>
    </p:spTree>
    <p:extLst>
      <p:ext uri="{BB962C8B-B14F-4D97-AF65-F5344CB8AC3E}">
        <p14:creationId xmlns:p14="http://schemas.microsoft.com/office/powerpoint/2010/main" val="29250575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42F69B-8029-03AE-4CDB-09456F80BFCF}"/>
              </a:ext>
            </a:extLst>
          </p:cNvPr>
          <p:cNvSpPr txBox="1"/>
          <p:nvPr/>
        </p:nvSpPr>
        <p:spPr>
          <a:xfrm>
            <a:off x="973392" y="1167941"/>
            <a:ext cx="10785989" cy="40934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2000" b="1" i="1" u="none" strike="noStrike" baseline="0" dirty="0">
                <a:solidFill>
                  <a:schemeClr val="tx1"/>
                </a:solidFill>
                <a:latin typeface="Times New Roman" panose="02020603050405020304" pitchFamily="18" charset="0"/>
                <a:cs typeface="Times New Roman" panose="02020603050405020304" pitchFamily="18" charset="0"/>
              </a:rPr>
              <a:t>This region of uncovered positive and negative ions is called the depletion region due to the “depletion” of free carriers in the region.</a:t>
            </a:r>
          </a:p>
          <a:p>
            <a:pPr algn="just"/>
            <a:endParaRPr lang="en-US" sz="20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2000" b="0" i="0" u="none" strike="noStrike" baseline="0" dirty="0">
                <a:solidFill>
                  <a:srgbClr val="000000"/>
                </a:solidFill>
                <a:latin typeface="Times New Roman" panose="02020603050405020304" pitchFamily="18" charset="0"/>
                <a:cs typeface="Times New Roman" panose="02020603050405020304" pitchFamily="18" charset="0"/>
              </a:rPr>
              <a:t>If leads are connected to the ends of each material, a </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two-terminal device. </a:t>
            </a:r>
            <a:r>
              <a:rPr lang="en-US" sz="2000" b="0" i="0" u="none" strike="noStrike" baseline="0" dirty="0">
                <a:latin typeface="Times New Roman" panose="02020603050405020304" pitchFamily="18" charset="0"/>
                <a:cs typeface="Times New Roman" panose="02020603050405020304" pitchFamily="18" charset="0"/>
              </a:rPr>
              <a:t>the applied voltage is 0 V (no bias) and the resulting current is 0 A, much like an isolated resistor. The absence of a voltage across a resistor results in </a:t>
            </a:r>
            <a:r>
              <a:rPr lang="en-IN" sz="2000" b="0" i="0" u="none" strike="noStrike" baseline="0" dirty="0">
                <a:latin typeface="Times New Roman" panose="02020603050405020304" pitchFamily="18" charset="0"/>
                <a:cs typeface="Times New Roman" panose="02020603050405020304" pitchFamily="18" charset="0"/>
              </a:rPr>
              <a:t>zero current through it.</a:t>
            </a:r>
            <a:r>
              <a:rPr lang="en-US" sz="2000" i="1" dirty="0">
                <a:solidFill>
                  <a:srgbClr val="000000"/>
                </a:solidFill>
                <a:latin typeface="Times New Roman" panose="02020603050405020304" pitchFamily="18" charset="0"/>
                <a:cs typeface="Times New Roman" panose="02020603050405020304" pitchFamily="18" charset="0"/>
              </a:rPr>
              <a:t> </a:t>
            </a:r>
          </a:p>
          <a:p>
            <a:pPr algn="just"/>
            <a:endParaRPr lang="en-US" sz="2000" b="0" i="1"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2000" b="0" i="0" u="none" strike="noStrike" baseline="0" dirty="0">
                <a:latin typeface="Times New Roman" panose="02020603050405020304" pitchFamily="18" charset="0"/>
                <a:cs typeface="Times New Roman" panose="02020603050405020304" pitchFamily="18" charset="0"/>
              </a:rPr>
              <a:t>Under no-bias conditions, any minority carriers (holes) in the </a:t>
            </a:r>
            <a:r>
              <a:rPr lang="en-US" sz="2000" b="0" i="1" u="none" strike="noStrike" baseline="0" dirty="0">
                <a:latin typeface="Times New Roman" panose="02020603050405020304" pitchFamily="18" charset="0"/>
                <a:cs typeface="Times New Roman" panose="02020603050405020304" pitchFamily="18" charset="0"/>
              </a:rPr>
              <a:t>n </a:t>
            </a:r>
            <a:r>
              <a:rPr lang="en-US" sz="2000" b="0" i="0" u="none" strike="noStrike" baseline="0" dirty="0">
                <a:latin typeface="Times New Roman" panose="02020603050405020304" pitchFamily="18" charset="0"/>
                <a:cs typeface="Times New Roman" panose="02020603050405020304" pitchFamily="18" charset="0"/>
              </a:rPr>
              <a:t>-type material that find themselves within the depletion region for any reason whatsoever will pass quickly into the </a:t>
            </a:r>
            <a:r>
              <a:rPr lang="en-US" sz="2000" b="0" i="1" u="none" strike="noStrike" baseline="0" dirty="0">
                <a:latin typeface="Times New Roman" panose="02020603050405020304" pitchFamily="18" charset="0"/>
                <a:cs typeface="Times New Roman" panose="02020603050405020304" pitchFamily="18" charset="0"/>
              </a:rPr>
              <a:t>p </a:t>
            </a:r>
            <a:r>
              <a:rPr lang="en-US" sz="2000" b="0" i="0" u="none" strike="noStrike" baseline="0" dirty="0">
                <a:latin typeface="Times New Roman" panose="02020603050405020304" pitchFamily="18" charset="0"/>
                <a:cs typeface="Times New Roman" panose="02020603050405020304" pitchFamily="18" charset="0"/>
              </a:rPr>
              <a:t>-type material. </a:t>
            </a:r>
          </a:p>
          <a:p>
            <a:pPr algn="just"/>
            <a:endParaRPr lang="en-US" sz="2000" b="0" i="0" u="none" strike="noStrike" baseline="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Recombination: </a:t>
            </a:r>
            <a:r>
              <a:rPr lang="en-US" sz="2000" b="0" i="0" u="none" strike="noStrike" baseline="0" dirty="0">
                <a:latin typeface="Times New Roman" panose="02020603050405020304" pitchFamily="18" charset="0"/>
                <a:cs typeface="Times New Roman" panose="02020603050405020304" pitchFamily="18" charset="0"/>
              </a:rPr>
              <a:t>The closer the minority carrier is to the junction, the greater is the attraction or the layer of negative ions and the less is the opposition offered by the positive ions in the depletion region of the </a:t>
            </a:r>
            <a:r>
              <a:rPr lang="en-US" sz="2000" b="0" i="1" u="none" strike="noStrike" baseline="0" dirty="0">
                <a:latin typeface="Times New Roman" panose="02020603050405020304" pitchFamily="18" charset="0"/>
                <a:cs typeface="Times New Roman" panose="02020603050405020304" pitchFamily="18" charset="0"/>
              </a:rPr>
              <a:t>n </a:t>
            </a:r>
            <a:r>
              <a:rPr lang="en-US" sz="2000" b="0" i="0" u="none" strike="noStrike" baseline="0" dirty="0">
                <a:latin typeface="Times New Roman" panose="02020603050405020304" pitchFamily="18" charset="0"/>
                <a:cs typeface="Times New Roman" panose="02020603050405020304" pitchFamily="18" charset="0"/>
              </a:rPr>
              <a:t>-type material.</a:t>
            </a:r>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993BC8C-E284-6387-3F21-EB5F5603CB4B}"/>
              </a:ext>
            </a:extLst>
          </p:cNvPr>
          <p:cNvSpPr txBox="1"/>
          <p:nvPr/>
        </p:nvSpPr>
        <p:spPr>
          <a:xfrm>
            <a:off x="2733368" y="592082"/>
            <a:ext cx="6096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t>1. NO BIAS V= 0, I= 0 </a:t>
            </a:r>
          </a:p>
        </p:txBody>
      </p:sp>
    </p:spTree>
    <p:extLst>
      <p:ext uri="{BB962C8B-B14F-4D97-AF65-F5344CB8AC3E}">
        <p14:creationId xmlns:p14="http://schemas.microsoft.com/office/powerpoint/2010/main" val="20498475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796811-D078-D97C-29B1-51EAC2BB87EB}"/>
              </a:ext>
            </a:extLst>
          </p:cNvPr>
          <p:cNvPicPr>
            <a:picLocks noChangeAspect="1"/>
          </p:cNvPicPr>
          <p:nvPr/>
        </p:nvPicPr>
        <p:blipFill>
          <a:blip r:embed="rId2"/>
          <a:stretch>
            <a:fillRect/>
          </a:stretch>
        </p:blipFill>
        <p:spPr>
          <a:xfrm>
            <a:off x="2994276" y="0"/>
            <a:ext cx="5797099" cy="3423213"/>
          </a:xfrm>
          <a:prstGeom prst="rect">
            <a:avLst/>
          </a:prstGeom>
        </p:spPr>
      </p:pic>
      <p:sp>
        <p:nvSpPr>
          <p:cNvPr id="7" name="Rectangle 2">
            <a:extLst>
              <a:ext uri="{FF2B5EF4-FFF2-40B4-BE49-F238E27FC236}">
                <a16:creationId xmlns:a16="http://schemas.microsoft.com/office/drawing/2014/main" id="{B0060384-67D6-CABA-3169-EC402238C304}"/>
              </a:ext>
            </a:extLst>
          </p:cNvPr>
          <p:cNvSpPr>
            <a:spLocks noChangeArrowheads="1"/>
          </p:cNvSpPr>
          <p:nvPr/>
        </p:nvSpPr>
        <p:spPr bwMode="auto">
          <a:xfrm>
            <a:off x="328493" y="3348035"/>
            <a:ext cx="11771790" cy="287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n-US" dirty="0">
                <a:latin typeface="Times New Roman" panose="02020603050405020304" pitchFamily="18" charset="0"/>
                <a:cs typeface="Times New Roman" panose="02020603050405020304" pitchFamily="18" charset="0"/>
              </a:rPr>
              <a:t>The depletion layer forms at the PN junction where the P-type and N-type materials meet. When these materials are joined, electrons from the N-type region (which have a negative charge) diffuse into the P-type region and recombine with holes (which have a positive charge).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Depletion Region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recombination creates a region around the junction that is depleted of free charge carriers (electrons and holes). This area is called the depletion region or space charge region.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Electric Field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movement of electrons and holes creates an electric field across the depletion region. This field is oriented from the N-type side to the P-type side and creates a built-in potential barrier.</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70643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B960C5-6A16-BCFC-A551-95FB2F917920}"/>
              </a:ext>
            </a:extLst>
          </p:cNvPr>
          <p:cNvPicPr>
            <a:picLocks noChangeAspect="1"/>
          </p:cNvPicPr>
          <p:nvPr/>
        </p:nvPicPr>
        <p:blipFill rotWithShape="1">
          <a:blip r:embed="rId2"/>
          <a:srcRect t="3273" r="1553"/>
          <a:stretch>
            <a:fillRect/>
          </a:stretch>
        </p:blipFill>
        <p:spPr>
          <a:xfrm>
            <a:off x="6041692" y="3329609"/>
            <a:ext cx="6150308" cy="2604052"/>
          </a:xfrm>
          <a:prstGeom prst="rect">
            <a:avLst/>
          </a:prstGeom>
        </p:spPr>
      </p:pic>
      <p:sp>
        <p:nvSpPr>
          <p:cNvPr id="5" name="TextBox 4">
            <a:extLst>
              <a:ext uri="{FF2B5EF4-FFF2-40B4-BE49-F238E27FC236}">
                <a16:creationId xmlns:a16="http://schemas.microsoft.com/office/drawing/2014/main" id="{70C42AD6-57B3-294F-EE19-6A68C57DF591}"/>
              </a:ext>
            </a:extLst>
          </p:cNvPr>
          <p:cNvSpPr txBox="1"/>
          <p:nvPr/>
        </p:nvSpPr>
        <p:spPr>
          <a:xfrm>
            <a:off x="579686" y="597779"/>
            <a:ext cx="5277775" cy="5632311"/>
          </a:xfrm>
          <a:prstGeom prst="rect">
            <a:avLst/>
          </a:prstGeom>
          <a:noFill/>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When a forward voltage is applied (P-side connected to positive and N-side to negative), the external voltage reduces the potential barrier, allowing charge carriers to cross the junction, thus enabling current to flow. </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forward biasing, the positive terminal of the power supply is connected to the P-type material (anode) and the negative terminal to the N-type material (cathode) of the diode.</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When the forward voltage exceeds the threshold voltage (typically around 0.7V for silicon diodes), the barrier is sufficiently lowered, allowing charge carriers (electrons and holes) to cross the junction and flow through the diode. This results in significant forward current flow.</a:t>
            </a:r>
          </a:p>
        </p:txBody>
      </p:sp>
      <p:sp>
        <p:nvSpPr>
          <p:cNvPr id="2" name="TextBox 1">
            <a:extLst>
              <a:ext uri="{FF2B5EF4-FFF2-40B4-BE49-F238E27FC236}">
                <a16:creationId xmlns:a16="http://schemas.microsoft.com/office/drawing/2014/main" id="{D1D56F9D-8AC8-EAFA-F731-6E57D5771EDA}"/>
              </a:ext>
            </a:extLst>
          </p:cNvPr>
          <p:cNvSpPr txBox="1"/>
          <p:nvPr/>
        </p:nvSpPr>
        <p:spPr>
          <a:xfrm>
            <a:off x="6510129" y="258578"/>
            <a:ext cx="4873595"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t>2. FORWARD BIASED V&gt; 0, I is generated </a:t>
            </a:r>
          </a:p>
        </p:txBody>
      </p:sp>
    </p:spTree>
    <p:extLst>
      <p:ext uri="{BB962C8B-B14F-4D97-AF65-F5344CB8AC3E}">
        <p14:creationId xmlns:p14="http://schemas.microsoft.com/office/powerpoint/2010/main" val="22352120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AA5974-133D-530C-9573-C5E115DF2949}"/>
              </a:ext>
            </a:extLst>
          </p:cNvPr>
          <p:cNvPicPr>
            <a:picLocks noChangeAspect="1"/>
          </p:cNvPicPr>
          <p:nvPr/>
        </p:nvPicPr>
        <p:blipFill>
          <a:blip r:embed="rId2"/>
          <a:srcRect l="7743" t="6013" r="670"/>
          <a:stretch>
            <a:fillRect/>
          </a:stretch>
        </p:blipFill>
        <p:spPr>
          <a:xfrm>
            <a:off x="5957020" y="3200399"/>
            <a:ext cx="6099145" cy="2763078"/>
          </a:xfrm>
          <a:prstGeom prst="rect">
            <a:avLst/>
          </a:prstGeom>
        </p:spPr>
      </p:pic>
      <p:sp>
        <p:nvSpPr>
          <p:cNvPr id="5" name="TextBox 4">
            <a:extLst>
              <a:ext uri="{FF2B5EF4-FFF2-40B4-BE49-F238E27FC236}">
                <a16:creationId xmlns:a16="http://schemas.microsoft.com/office/drawing/2014/main" id="{41099F34-4149-C09B-4A31-537BEC2CEFDE}"/>
              </a:ext>
            </a:extLst>
          </p:cNvPr>
          <p:cNvSpPr txBox="1"/>
          <p:nvPr/>
        </p:nvSpPr>
        <p:spPr>
          <a:xfrm>
            <a:off x="541537" y="401878"/>
            <a:ext cx="5554463" cy="6463308"/>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When a reverse voltage is applied (P-side connected to negative and N-side to positive), the potential barrier is increased, widening the depletion region and preventing the flow of current, except for a small leakage current.</a:t>
            </a:r>
          </a:p>
          <a:p>
            <a:pPr algn="just"/>
            <a:endParaRPr lang="en-US"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Depletion Region Expansion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width of the depletion region increases as the reverse voltage is applied, which further restricts the movement of charge carriers.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Flow</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Under reverse bias, the diode ideally conducts a very small leakage current due to minor thermally generated carriers. The diode effectively blocks significant current flow</a:t>
            </a:r>
          </a:p>
          <a:p>
            <a:pPr algn="just" defTabSz="914400" eaLnBrk="0" fontAlgn="base" hangingPunct="0">
              <a:spcBef>
                <a:spcPct val="0"/>
              </a:spcBef>
              <a:spcAft>
                <a:spcPct val="0"/>
              </a:spcAft>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Reverse Breakdown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 the reverse voltage exceeds a certain level (reverse breakdown voltage), the diode may enter breakdown mode, leading to a sharp increase in current. This is usually undesirable in most diodes except in specialized ones like Zener diodes designed to operate in breakdown conditions. The current that exists under reverse-bias conditions is called the reverse saturation current.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708957F-3ED3-551E-173C-28948672434E}"/>
              </a:ext>
            </a:extLst>
          </p:cNvPr>
          <p:cNvSpPr txBox="1"/>
          <p:nvPr/>
        </p:nvSpPr>
        <p:spPr>
          <a:xfrm>
            <a:off x="6390860" y="1163923"/>
            <a:ext cx="4873595" cy="40011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t>3. REVERSE BIASED V&lt; 0, I</a:t>
            </a:r>
            <a:r>
              <a:rPr lang="en-US" sz="1200" b="1" dirty="0"/>
              <a:t>o  </a:t>
            </a:r>
            <a:r>
              <a:rPr lang="en-US" b="1" dirty="0"/>
              <a:t>is generated</a:t>
            </a:r>
            <a:r>
              <a:rPr lang="en-US" sz="2000" b="1" dirty="0"/>
              <a:t>  </a:t>
            </a:r>
            <a:endParaRPr lang="en-US" b="1" dirty="0"/>
          </a:p>
        </p:txBody>
      </p:sp>
    </p:spTree>
    <p:extLst>
      <p:ext uri="{BB962C8B-B14F-4D97-AF65-F5344CB8AC3E}">
        <p14:creationId xmlns:p14="http://schemas.microsoft.com/office/powerpoint/2010/main" val="23527388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16EF29-0909-A3A5-D73E-806764816082}"/>
              </a:ext>
            </a:extLst>
          </p:cNvPr>
          <p:cNvPicPr>
            <a:picLocks noChangeAspect="1"/>
          </p:cNvPicPr>
          <p:nvPr/>
        </p:nvPicPr>
        <p:blipFill>
          <a:blip r:embed="rId2"/>
          <a:stretch>
            <a:fillRect/>
          </a:stretch>
        </p:blipFill>
        <p:spPr>
          <a:xfrm>
            <a:off x="2393256" y="82709"/>
            <a:ext cx="6359747" cy="4001020"/>
          </a:xfrm>
          <a:prstGeom prst="rect">
            <a:avLst/>
          </a:prstGeom>
        </p:spPr>
      </p:pic>
      <p:sp>
        <p:nvSpPr>
          <p:cNvPr id="4" name="TextBox 3">
            <a:extLst>
              <a:ext uri="{FF2B5EF4-FFF2-40B4-BE49-F238E27FC236}">
                <a16:creationId xmlns:a16="http://schemas.microsoft.com/office/drawing/2014/main" id="{DAA388BB-EFC2-0979-3785-EB2A96AD7CC5}"/>
              </a:ext>
            </a:extLst>
          </p:cNvPr>
          <p:cNvSpPr txBox="1"/>
          <p:nvPr/>
        </p:nvSpPr>
        <p:spPr>
          <a:xfrm>
            <a:off x="2658483" y="4247939"/>
            <a:ext cx="609452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1800" b="1" u="none" strike="noStrike" baseline="0" dirty="0">
                <a:latin typeface="Times-BoldItalic"/>
              </a:rPr>
              <a:t>V-I CHARACTERISTICS OF PN DIODE</a:t>
            </a:r>
          </a:p>
        </p:txBody>
      </p:sp>
      <p:sp>
        <p:nvSpPr>
          <p:cNvPr id="6" name="TextBox 5">
            <a:extLst>
              <a:ext uri="{FF2B5EF4-FFF2-40B4-BE49-F238E27FC236}">
                <a16:creationId xmlns:a16="http://schemas.microsoft.com/office/drawing/2014/main" id="{266B025C-CF72-173B-E393-7B7B29EC72DC}"/>
              </a:ext>
            </a:extLst>
          </p:cNvPr>
          <p:cNvSpPr txBox="1"/>
          <p:nvPr/>
        </p:nvSpPr>
        <p:spPr>
          <a:xfrm>
            <a:off x="410590" y="4894270"/>
            <a:ext cx="11559467" cy="646331"/>
          </a:xfrm>
          <a:prstGeom prst="rect">
            <a:avLst/>
          </a:prstGeom>
          <a:noFill/>
        </p:spPr>
        <p:txBody>
          <a:bodyPr wrap="square">
            <a:spAutoFit/>
          </a:bodyPr>
          <a:lstStyle/>
          <a:p>
            <a:pPr algn="just"/>
            <a:r>
              <a:rPr lang="en-US" sz="1800" b="1" i="1" u="none" strike="noStrike" baseline="0" dirty="0">
                <a:latin typeface="Times-BoldItalic"/>
              </a:rPr>
              <a:t>The maximum reverse-bias potential that can be applied before entering the breakdown region is called the peak inverse voltage (referred to simply as the PIV rating) or the peak reverse voltage (denoted the PRV rating).</a:t>
            </a:r>
            <a:endParaRPr lang="en-IN" dirty="0"/>
          </a:p>
        </p:txBody>
      </p:sp>
      <p:pic>
        <p:nvPicPr>
          <p:cNvPr id="9" name="Picture 8">
            <a:extLst>
              <a:ext uri="{FF2B5EF4-FFF2-40B4-BE49-F238E27FC236}">
                <a16:creationId xmlns:a16="http://schemas.microsoft.com/office/drawing/2014/main" id="{5A13EC52-1EF2-937C-3B9C-EC6413CFAA8E}"/>
              </a:ext>
            </a:extLst>
          </p:cNvPr>
          <p:cNvPicPr>
            <a:picLocks noChangeAspect="1"/>
          </p:cNvPicPr>
          <p:nvPr/>
        </p:nvPicPr>
        <p:blipFill>
          <a:blip r:embed="rId3"/>
          <a:srcRect t="8781"/>
          <a:stretch/>
        </p:blipFill>
        <p:spPr>
          <a:xfrm>
            <a:off x="9357064" y="3531925"/>
            <a:ext cx="2543530" cy="1103607"/>
          </a:xfrm>
          <a:prstGeom prst="rect">
            <a:avLst/>
          </a:prstGeom>
        </p:spPr>
      </p:pic>
    </p:spTree>
    <p:extLst>
      <p:ext uri="{BB962C8B-B14F-4D97-AF65-F5344CB8AC3E}">
        <p14:creationId xmlns:p14="http://schemas.microsoft.com/office/powerpoint/2010/main" val="26743163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888BB4-B89F-5475-23C8-10CE12A9FC07}"/>
              </a:ext>
            </a:extLst>
          </p:cNvPr>
          <p:cNvSpPr txBox="1"/>
          <p:nvPr/>
        </p:nvSpPr>
        <p:spPr>
          <a:xfrm>
            <a:off x="1251750" y="937218"/>
            <a:ext cx="9871969"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dirty="0">
                <a:solidFill>
                  <a:srgbClr val="000000"/>
                </a:solidFill>
                <a:latin typeface="Times New Roman" panose="02020603050405020304" pitchFamily="18" charset="0"/>
                <a:cs typeface="Times New Roman" panose="02020603050405020304" pitchFamily="18" charset="0"/>
              </a:rPr>
              <a:t>A</a:t>
            </a:r>
            <a:r>
              <a:rPr lang="en-US" b="0" i="0" dirty="0">
                <a:solidFill>
                  <a:srgbClr val="000000"/>
                </a:solidFill>
                <a:effectLst/>
                <a:latin typeface="Times New Roman" panose="02020603050405020304" pitchFamily="18" charset="0"/>
                <a:cs typeface="Times New Roman" panose="02020603050405020304" pitchFamily="18" charset="0"/>
              </a:rPr>
              <a:t>n ideal diode is a diode that has all of its properties perfectly without any flaws. Diodes may operate either forwardly or reversely biased. During forward bias, an </a:t>
            </a:r>
            <a:r>
              <a:rPr lang="en-US" b="1" i="0" dirty="0">
                <a:solidFill>
                  <a:srgbClr val="000000"/>
                </a:solidFill>
                <a:effectLst/>
                <a:latin typeface="Times New Roman" panose="02020603050405020304" pitchFamily="18" charset="0"/>
                <a:cs typeface="Times New Roman" panose="02020603050405020304" pitchFamily="18" charset="0"/>
              </a:rPr>
              <a:t>Ideal Diode</a:t>
            </a:r>
            <a:r>
              <a:rPr lang="en-US" b="0" i="0" dirty="0">
                <a:solidFill>
                  <a:srgbClr val="000000"/>
                </a:solidFill>
                <a:effectLst/>
                <a:latin typeface="Times New Roman" panose="02020603050405020304" pitchFamily="18" charset="0"/>
                <a:cs typeface="Times New Roman" panose="02020603050405020304" pitchFamily="18" charset="0"/>
              </a:rPr>
              <a:t> acts like a perfect conductor, while when reverse-biased, it acts like an ideal insulator. </a:t>
            </a:r>
            <a:r>
              <a:rPr lang="en-US" dirty="0">
                <a:latin typeface="Times New Roman" panose="02020603050405020304" pitchFamily="18" charset="0"/>
                <a:cs typeface="Times New Roman" panose="02020603050405020304" pitchFamily="18" charset="0"/>
              </a:rPr>
              <a:t>This means that the ideal diode offers zero resistance in forward bias and infinite resistance in reverse bias.</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6F0BD72-4BBF-F09D-A052-439C5AB139A5}"/>
              </a:ext>
            </a:extLst>
          </p:cNvPr>
          <p:cNvSpPr txBox="1"/>
          <p:nvPr/>
        </p:nvSpPr>
        <p:spPr>
          <a:xfrm>
            <a:off x="3048000" y="287221"/>
            <a:ext cx="6096000"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b="1" i="0" dirty="0">
                <a:solidFill>
                  <a:srgbClr val="000000"/>
                </a:solidFill>
                <a:effectLst/>
                <a:latin typeface="Roboto" panose="02000000000000000000" pitchFamily="2" charset="0"/>
              </a:rPr>
              <a:t>IDEAL DIODE ACT AS A SWITCH</a:t>
            </a:r>
            <a:endParaRPr lang="en-IN" b="1" dirty="0"/>
          </a:p>
        </p:txBody>
      </p:sp>
      <p:pic>
        <p:nvPicPr>
          <p:cNvPr id="5122" name="Picture 2" descr="Diode Definition, Types of Diodes, V-I Characteristics ...">
            <a:extLst>
              <a:ext uri="{FF2B5EF4-FFF2-40B4-BE49-F238E27FC236}">
                <a16:creationId xmlns:a16="http://schemas.microsoft.com/office/drawing/2014/main" id="{767DEB90-C30A-8C0F-15B3-A8DB36B737C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2934638" y="-2668790"/>
            <a:ext cx="5554557" cy="266879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CA657B29-D176-FFAD-FC7F-F4CDCA0B591A}"/>
              </a:ext>
            </a:extLst>
          </p:cNvPr>
          <p:cNvPicPr>
            <a:picLocks noChangeAspect="1"/>
          </p:cNvPicPr>
          <p:nvPr/>
        </p:nvPicPr>
        <p:blipFill>
          <a:blip r:embed="rId4"/>
          <a:stretch>
            <a:fillRect/>
          </a:stretch>
        </p:blipFill>
        <p:spPr>
          <a:xfrm>
            <a:off x="9604765" y="3985455"/>
            <a:ext cx="1752845" cy="838317"/>
          </a:xfrm>
          <a:prstGeom prst="rect">
            <a:avLst/>
          </a:prstGeom>
        </p:spPr>
      </p:pic>
      <p:pic>
        <p:nvPicPr>
          <p:cNvPr id="2" name="Picture 2" descr="Diode Definition, Types of Diodes, V-I Characteristics ...">
            <a:extLst>
              <a:ext uri="{FF2B5EF4-FFF2-40B4-BE49-F238E27FC236}">
                <a16:creationId xmlns:a16="http://schemas.microsoft.com/office/drawing/2014/main" id="{37B2F58D-1503-9D75-0023-B377F40B054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923533" y="2651060"/>
            <a:ext cx="5554557" cy="2668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48975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B3EF496-34EF-1C90-B305-17F1F752FB0C}"/>
              </a:ext>
            </a:extLst>
          </p:cNvPr>
          <p:cNvPicPr>
            <a:picLocks noChangeAspect="1"/>
          </p:cNvPicPr>
          <p:nvPr/>
        </p:nvPicPr>
        <p:blipFill>
          <a:blip r:embed="rId2"/>
          <a:stretch>
            <a:fillRect/>
          </a:stretch>
        </p:blipFill>
        <p:spPr>
          <a:xfrm>
            <a:off x="1483852" y="187676"/>
            <a:ext cx="8942296" cy="5689428"/>
          </a:xfrm>
          <a:prstGeom prst="rect">
            <a:avLst/>
          </a:prstGeom>
        </p:spPr>
      </p:pic>
    </p:spTree>
    <p:extLst>
      <p:ext uri="{BB962C8B-B14F-4D97-AF65-F5344CB8AC3E}">
        <p14:creationId xmlns:p14="http://schemas.microsoft.com/office/powerpoint/2010/main" val="30209038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45DC34-E313-DAA5-C73B-7C079042B0A2}"/>
              </a:ext>
            </a:extLst>
          </p:cNvPr>
          <p:cNvSpPr txBox="1"/>
          <p:nvPr/>
        </p:nvSpPr>
        <p:spPr>
          <a:xfrm>
            <a:off x="2812025" y="382383"/>
            <a:ext cx="6096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t>ZENER DIODE</a:t>
            </a:r>
            <a:endParaRPr lang="en-IN" b="1" dirty="0"/>
          </a:p>
        </p:txBody>
      </p:sp>
      <p:pic>
        <p:nvPicPr>
          <p:cNvPr id="5" name="Picture 4">
            <a:extLst>
              <a:ext uri="{FF2B5EF4-FFF2-40B4-BE49-F238E27FC236}">
                <a16:creationId xmlns:a16="http://schemas.microsoft.com/office/drawing/2014/main" id="{32FAE13E-F1D9-7392-8099-2C9E57C1E138}"/>
              </a:ext>
            </a:extLst>
          </p:cNvPr>
          <p:cNvPicPr>
            <a:picLocks noChangeAspect="1"/>
          </p:cNvPicPr>
          <p:nvPr/>
        </p:nvPicPr>
        <p:blipFill>
          <a:blip r:embed="rId2"/>
          <a:stretch>
            <a:fillRect/>
          </a:stretch>
        </p:blipFill>
        <p:spPr>
          <a:xfrm>
            <a:off x="3246363" y="997033"/>
            <a:ext cx="4770173" cy="1628046"/>
          </a:xfrm>
          <a:prstGeom prst="rect">
            <a:avLst/>
          </a:prstGeom>
        </p:spPr>
      </p:pic>
      <p:sp>
        <p:nvSpPr>
          <p:cNvPr id="7" name="TextBox 6">
            <a:extLst>
              <a:ext uri="{FF2B5EF4-FFF2-40B4-BE49-F238E27FC236}">
                <a16:creationId xmlns:a16="http://schemas.microsoft.com/office/drawing/2014/main" id="{AB970E4C-37A6-144B-CE68-8DCE487B0C54}"/>
              </a:ext>
            </a:extLst>
          </p:cNvPr>
          <p:cNvSpPr txBox="1"/>
          <p:nvPr/>
        </p:nvSpPr>
        <p:spPr>
          <a:xfrm>
            <a:off x="952870" y="3219893"/>
            <a:ext cx="10747899" cy="1015663"/>
          </a:xfrm>
          <a:prstGeom prst="rect">
            <a:avLst/>
          </a:prstGeom>
          <a:noFill/>
        </p:spPr>
        <p:txBody>
          <a:bodyPr wrap="square">
            <a:spAutoFit/>
          </a:bodyPr>
          <a:lstStyle/>
          <a:p>
            <a:r>
              <a:rPr lang="en-US" sz="2000" b="0" i="0" dirty="0">
                <a:solidFill>
                  <a:srgbClr val="444444"/>
                </a:solidFill>
                <a:effectLst/>
                <a:highlight>
                  <a:srgbClr val="FFFFFF"/>
                </a:highlight>
                <a:latin typeface="Times New Roman" panose="02020603050405020304" pitchFamily="18" charset="0"/>
                <a:cs typeface="Times New Roman" panose="02020603050405020304" pitchFamily="18" charset="0"/>
              </a:rPr>
              <a:t>There are two types of breakdowns in a Zener Diode: </a:t>
            </a:r>
            <a:r>
              <a:rPr lang="en-US" sz="2000" b="1" i="0" dirty="0">
                <a:solidFill>
                  <a:srgbClr val="444444"/>
                </a:solidFill>
                <a:effectLst/>
                <a:highlight>
                  <a:srgbClr val="FFFFFF"/>
                </a:highlight>
                <a:latin typeface="Times New Roman" panose="02020603050405020304" pitchFamily="18" charset="0"/>
                <a:cs typeface="Times New Roman" panose="02020603050405020304" pitchFamily="18" charset="0"/>
              </a:rPr>
              <a:t>Avalanche Breakdown (gradual breakdown) and Zener Breakdown (sudden)</a:t>
            </a:r>
            <a:r>
              <a:rPr lang="en-US" sz="2000" b="0" i="0" dirty="0">
                <a:solidFill>
                  <a:srgbClr val="444444"/>
                </a:solidFill>
                <a:effectLst/>
                <a:highlight>
                  <a:srgbClr val="FFFFFF"/>
                </a:highlight>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F20FD6E-AD1D-39C2-0B7E-5BE6B0EE19AE}"/>
              </a:ext>
            </a:extLst>
          </p:cNvPr>
          <p:cNvSpPr txBox="1"/>
          <p:nvPr/>
        </p:nvSpPr>
        <p:spPr>
          <a:xfrm>
            <a:off x="952870" y="4018251"/>
            <a:ext cx="10138299" cy="1015663"/>
          </a:xfrm>
          <a:prstGeom prst="rect">
            <a:avLst/>
          </a:prstGeom>
          <a:noFill/>
        </p:spPr>
        <p:txBody>
          <a:bodyPr wrap="square">
            <a:spAutoFit/>
          </a:bodyPr>
          <a:lstStyle/>
          <a:p>
            <a:pPr algn="just"/>
            <a:r>
              <a:rPr lang="en-US" sz="2000" b="0" i="0" dirty="0">
                <a:effectLst/>
                <a:highlight>
                  <a:srgbClr val="FFFFFF"/>
                </a:highlight>
                <a:latin typeface="Times New Roman" panose="02020603050405020304" pitchFamily="18" charset="0"/>
                <a:cs typeface="Times New Roman" panose="02020603050405020304" pitchFamily="18" charset="0"/>
              </a:rPr>
              <a:t>Zener diodes are semiconductor devices that allow current to flow in both directions but specialize in current flowing in reverse. Also known as breakdown diodes, Zener diodes are the most common electronic components used as stable voltage references for electronic circuits.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49114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5B100B-69CA-4D4F-B003-459740929A3A}"/>
              </a:ext>
            </a:extLst>
          </p:cNvPr>
          <p:cNvPicPr>
            <a:picLocks noChangeAspect="1"/>
          </p:cNvPicPr>
          <p:nvPr/>
        </p:nvPicPr>
        <p:blipFill>
          <a:blip r:embed="rId2"/>
          <a:srcRect t="5034"/>
          <a:stretch/>
        </p:blipFill>
        <p:spPr>
          <a:xfrm>
            <a:off x="3125754" y="606384"/>
            <a:ext cx="5580925" cy="3603712"/>
          </a:xfrm>
          <a:prstGeom prst="rect">
            <a:avLst/>
          </a:prstGeom>
        </p:spPr>
      </p:pic>
      <p:sp>
        <p:nvSpPr>
          <p:cNvPr id="5" name="TextBox 4">
            <a:extLst>
              <a:ext uri="{FF2B5EF4-FFF2-40B4-BE49-F238E27FC236}">
                <a16:creationId xmlns:a16="http://schemas.microsoft.com/office/drawing/2014/main" id="{5EE915F7-0224-672A-68B3-14E12058DFDE}"/>
              </a:ext>
            </a:extLst>
          </p:cNvPr>
          <p:cNvSpPr txBox="1"/>
          <p:nvPr/>
        </p:nvSpPr>
        <p:spPr>
          <a:xfrm>
            <a:off x="245166" y="291010"/>
            <a:ext cx="3240155" cy="596060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2000" b="1" i="0" dirty="0">
                <a:solidFill>
                  <a:srgbClr val="444444"/>
                </a:solidFill>
                <a:effectLst/>
                <a:highlight>
                  <a:srgbClr val="FFFFFF"/>
                </a:highlight>
                <a:latin typeface="Times New Roman" panose="02020603050405020304" pitchFamily="18" charset="0"/>
                <a:cs typeface="Times New Roman" panose="02020603050405020304" pitchFamily="18" charset="0"/>
              </a:rPr>
              <a:t>Zener/Breakdown Voltage</a:t>
            </a:r>
            <a:r>
              <a:rPr lang="en-US" sz="2000" b="0" i="0" dirty="0">
                <a:solidFill>
                  <a:srgbClr val="444444"/>
                </a:solidFill>
                <a:effectLst/>
                <a:highlight>
                  <a:srgbClr val="FFFFFF"/>
                </a:highlight>
                <a:latin typeface="Times New Roman" panose="02020603050405020304" pitchFamily="18" charset="0"/>
                <a:cs typeface="Times New Roman" panose="02020603050405020304" pitchFamily="18" charset="0"/>
              </a:rPr>
              <a:t> </a:t>
            </a:r>
          </a:p>
          <a:p>
            <a:pPr algn="just"/>
            <a:endParaRPr lang="en-US" sz="2000" b="0" i="0" dirty="0">
              <a:solidFill>
                <a:srgbClr val="444444"/>
              </a:solidFill>
              <a:effectLst/>
              <a:highlight>
                <a:srgbClr val="FFFFFF"/>
              </a:highlight>
              <a:latin typeface="Times New Roman" panose="02020603050405020304" pitchFamily="18" charset="0"/>
              <a:cs typeface="Times New Roman" panose="02020603050405020304" pitchFamily="18" charset="0"/>
            </a:endParaRPr>
          </a:p>
          <a:p>
            <a:pPr marL="342900" lvl="0" indent="-342900" algn="just">
              <a:spcAft>
                <a:spcPts val="1555"/>
              </a:spcAft>
              <a:buFont typeface="Wingdings" panose="05000000000000000000" pitchFamily="2" charset="2"/>
              <a:buChar char=""/>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Occurred when a heavily doped junction is reverse biased. </a:t>
            </a:r>
            <a:endPar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1555"/>
              </a:spcAft>
              <a:buFont typeface="Wingdings" panose="05000000000000000000" pitchFamily="2" charset="2"/>
              <a:buChar char=""/>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This is observed at V</a:t>
            </a:r>
            <a:r>
              <a:rPr lang="en-US" sz="11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Z</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 -6 V. </a:t>
            </a:r>
            <a:endPar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1555"/>
              </a:spcAf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Breaking of covalent bonds is due to intense electric field across the narrow depletion region. This generates large number of free electrons to cause breakdown.</a:t>
            </a:r>
          </a:p>
          <a:p>
            <a:pPr marL="342900" lvl="0" indent="-342900" algn="just">
              <a:spcAft>
                <a:spcPts val="1555"/>
              </a:spcAft>
              <a:buFont typeface="Wingdings" panose="05000000000000000000" pitchFamily="2" charset="2"/>
              <a:buChar char=""/>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V-I characteristics with Zener breakdown is very sharp.</a:t>
            </a:r>
          </a:p>
          <a:p>
            <a:pPr marL="342900" indent="-342900" algn="just">
              <a:spcAft>
                <a:spcPts val="1555"/>
              </a:spcAft>
              <a:buFont typeface="Wingdings" panose="05000000000000000000" pitchFamily="2" charset="2"/>
              <a:buChar char=""/>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Negative temperature coefficient. (When T increases V</a:t>
            </a:r>
            <a:r>
              <a:rPr lang="en-US" sz="12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Z</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decreases )</a:t>
            </a:r>
            <a:endPar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CE8C7E7D-DB91-4125-6EC6-8A3BCE1BE8F6}"/>
              </a:ext>
            </a:extLst>
          </p:cNvPr>
          <p:cNvSpPr txBox="1"/>
          <p:nvPr/>
        </p:nvSpPr>
        <p:spPr>
          <a:xfrm>
            <a:off x="8706679" y="211501"/>
            <a:ext cx="3240155" cy="60401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spcAft>
                <a:spcPts val="1540"/>
              </a:spcAft>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Avalanche Breakdown- </a:t>
            </a:r>
            <a:endPar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1540"/>
              </a:spcAft>
              <a:buFont typeface="Wingdings" panose="05000000000000000000" pitchFamily="2" charset="2"/>
              <a:buChar char=""/>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Occurred when a lightly doped junction is reverse biased. </a:t>
            </a:r>
            <a:endPar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1540"/>
              </a:spcAft>
              <a:buFont typeface="Wingdings" panose="05000000000000000000" pitchFamily="2" charset="2"/>
              <a:buChar char=""/>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This is observed at V</a:t>
            </a:r>
            <a:r>
              <a:rPr lang="en-US" sz="12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Z</a:t>
            </a:r>
            <a:r>
              <a:rPr lang="en-US" sz="12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&lt;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8</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V </a:t>
            </a:r>
            <a:endPar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1540"/>
              </a:spcAf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Breaking of covalent bonds is due to collision of accelerated charge carriers having large velocities and kinetic energy with adjacent atoms. The process is called carrier multiplication.</a:t>
            </a:r>
          </a:p>
          <a:p>
            <a:pPr marL="342900" lvl="0" indent="-342900" algn="just">
              <a:spcAft>
                <a:spcPts val="1540"/>
              </a:spcAft>
              <a:buFont typeface="Wingdings" panose="05000000000000000000" pitchFamily="2" charset="2"/>
              <a:buChar char=""/>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This V-I characteristics with the avalanche breakdown increases gradually. </a:t>
            </a:r>
            <a:endPar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buFont typeface="Wingdings" panose="05000000000000000000" pitchFamily="2" charset="2"/>
              <a:buChar char=""/>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Positive temperature coefficient of voltage. (When T increases V</a:t>
            </a:r>
            <a:r>
              <a:rPr lang="en-US" sz="12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Z</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increases).</a:t>
            </a:r>
            <a:endPar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424937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Main Difference Between PN Junction Diode and Zener Diode - ETechnoG">
            <a:extLst>
              <a:ext uri="{FF2B5EF4-FFF2-40B4-BE49-F238E27FC236}">
                <a16:creationId xmlns:a16="http://schemas.microsoft.com/office/drawing/2014/main" id="{6C95504F-CC52-5533-1CBD-6316391218B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32" t="8405" r="1079" b="8763"/>
          <a:stretch>
            <a:fillRect/>
          </a:stretch>
        </p:blipFill>
        <p:spPr bwMode="auto">
          <a:xfrm>
            <a:off x="4333460" y="159989"/>
            <a:ext cx="3011557" cy="135872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4AFAB6D-3DB1-3736-BD08-09E9755E4143}"/>
              </a:ext>
            </a:extLst>
          </p:cNvPr>
          <p:cNvSpPr txBox="1"/>
          <p:nvPr/>
        </p:nvSpPr>
        <p:spPr>
          <a:xfrm>
            <a:off x="2057399" y="1506599"/>
            <a:ext cx="7563678"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2400" b="1" dirty="0"/>
              <a:t>PN DIODE V/S ZENER DIODE</a:t>
            </a:r>
          </a:p>
        </p:txBody>
      </p:sp>
      <p:graphicFrame>
        <p:nvGraphicFramePr>
          <p:cNvPr id="3" name="Table 2">
            <a:extLst>
              <a:ext uri="{FF2B5EF4-FFF2-40B4-BE49-F238E27FC236}">
                <a16:creationId xmlns:a16="http://schemas.microsoft.com/office/drawing/2014/main" id="{957DE46D-B9D4-C661-4FDD-8C26585E58F2}"/>
              </a:ext>
            </a:extLst>
          </p:cNvPr>
          <p:cNvGraphicFramePr>
            <a:graphicFrameLocks noGrp="1"/>
          </p:cNvGraphicFramePr>
          <p:nvPr>
            <p:extLst>
              <p:ext uri="{D42A27DB-BD31-4B8C-83A1-F6EECF244321}">
                <p14:modId xmlns:p14="http://schemas.microsoft.com/office/powerpoint/2010/main" val="2155880358"/>
              </p:ext>
            </p:extLst>
          </p:nvPr>
        </p:nvGraphicFramePr>
        <p:xfrm>
          <a:off x="1051891" y="2077278"/>
          <a:ext cx="10088217" cy="4273827"/>
        </p:xfrm>
        <a:graphic>
          <a:graphicData uri="http://schemas.openxmlformats.org/drawingml/2006/table">
            <a:tbl>
              <a:tblPr>
                <a:tableStyleId>{8A107856-5554-42FB-B03E-39F5DBC370BA}</a:tableStyleId>
              </a:tblPr>
              <a:tblGrid>
                <a:gridCol w="3362739">
                  <a:extLst>
                    <a:ext uri="{9D8B030D-6E8A-4147-A177-3AD203B41FA5}">
                      <a16:colId xmlns:a16="http://schemas.microsoft.com/office/drawing/2014/main" val="2439012315"/>
                    </a:ext>
                  </a:extLst>
                </a:gridCol>
                <a:gridCol w="3362739">
                  <a:extLst>
                    <a:ext uri="{9D8B030D-6E8A-4147-A177-3AD203B41FA5}">
                      <a16:colId xmlns:a16="http://schemas.microsoft.com/office/drawing/2014/main" val="2600357837"/>
                    </a:ext>
                  </a:extLst>
                </a:gridCol>
                <a:gridCol w="3362739">
                  <a:extLst>
                    <a:ext uri="{9D8B030D-6E8A-4147-A177-3AD203B41FA5}">
                      <a16:colId xmlns:a16="http://schemas.microsoft.com/office/drawing/2014/main" val="4126150522"/>
                    </a:ext>
                  </a:extLst>
                </a:gridCol>
              </a:tblGrid>
              <a:tr h="337446">
                <a:tc>
                  <a:txBody>
                    <a:bodyPr/>
                    <a:lstStyle/>
                    <a:p>
                      <a:pPr algn="l" fontAlgn="t">
                        <a:lnSpc>
                          <a:spcPts val="1500"/>
                        </a:lnSpc>
                        <a:buNone/>
                      </a:pPr>
                      <a:r>
                        <a:rPr lang="en-IN" sz="1600" b="1" dirty="0">
                          <a:effectLst/>
                          <a:latin typeface="Arial" panose="020B0604020202020204" pitchFamily="34" charset="0"/>
                          <a:cs typeface="Arial" panose="020B0604020202020204" pitchFamily="34" charset="0"/>
                        </a:rPr>
                        <a:t>Feature</a:t>
                      </a:r>
                    </a:p>
                  </a:txBody>
                  <a:tcPr marL="50773" marR="50773" marT="25387"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t">
                        <a:lnSpc>
                          <a:spcPts val="1500"/>
                        </a:lnSpc>
                        <a:buNone/>
                      </a:pPr>
                      <a:r>
                        <a:rPr lang="en-IN" sz="1600" b="1">
                          <a:effectLst/>
                          <a:latin typeface="Arial" panose="020B0604020202020204" pitchFamily="34" charset="0"/>
                          <a:cs typeface="Arial" panose="020B0604020202020204" pitchFamily="34" charset="0"/>
                        </a:rPr>
                        <a:t>PN Junction Diode</a:t>
                      </a:r>
                    </a:p>
                  </a:txBody>
                  <a:tcPr marL="50773" marR="50773" marT="25387"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l" fontAlgn="t">
                        <a:lnSpc>
                          <a:spcPts val="1500"/>
                        </a:lnSpc>
                        <a:buNone/>
                      </a:pPr>
                      <a:r>
                        <a:rPr lang="en-IN" sz="1600" b="1">
                          <a:effectLst/>
                          <a:latin typeface="Arial" panose="020B0604020202020204" pitchFamily="34" charset="0"/>
                          <a:cs typeface="Arial" panose="020B0604020202020204" pitchFamily="34" charset="0"/>
                        </a:rPr>
                        <a:t>Zener Diode</a:t>
                      </a:r>
                    </a:p>
                  </a:txBody>
                  <a:tcPr marL="50773" marR="50773" marT="25387"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704212703"/>
                  </a:ext>
                </a:extLst>
              </a:tr>
              <a:tr h="358478">
                <a:tc>
                  <a:txBody>
                    <a:bodyPr/>
                    <a:lstStyle/>
                    <a:p>
                      <a:pPr fontAlgn="t">
                        <a:lnSpc>
                          <a:spcPts val="1500"/>
                        </a:lnSpc>
                        <a:buNone/>
                      </a:pPr>
                      <a:r>
                        <a:rPr lang="en-IN" sz="1600" b="1" dirty="0">
                          <a:effectLst/>
                          <a:latin typeface="Arial" panose="020B0604020202020204" pitchFamily="34" charset="0"/>
                          <a:cs typeface="Arial" panose="020B0604020202020204" pitchFamily="34" charset="0"/>
                        </a:rPr>
                        <a:t>Primary Operation</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fontAlgn="t">
                        <a:lnSpc>
                          <a:spcPts val="1500"/>
                        </a:lnSpc>
                        <a:buNone/>
                      </a:pPr>
                      <a:r>
                        <a:rPr lang="en-IN" sz="1600" b="0" dirty="0">
                          <a:effectLst/>
                          <a:latin typeface="Arial" panose="020B0604020202020204" pitchFamily="34" charset="0"/>
                          <a:cs typeface="Arial" panose="020B0604020202020204" pitchFamily="34" charset="0"/>
                        </a:rPr>
                        <a:t>Forward bias</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fontAlgn="t">
                        <a:lnSpc>
                          <a:spcPts val="1500"/>
                        </a:lnSpc>
                        <a:buNone/>
                      </a:pPr>
                      <a:r>
                        <a:rPr lang="en-IN" sz="1600" b="0">
                          <a:effectLst/>
                          <a:latin typeface="Arial" panose="020B0604020202020204" pitchFamily="34" charset="0"/>
                          <a:cs typeface="Arial" panose="020B0604020202020204" pitchFamily="34" charset="0"/>
                        </a:rPr>
                        <a:t>Reverse bias</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74225"/>
                  </a:ext>
                </a:extLst>
              </a:tr>
              <a:tr h="358478">
                <a:tc>
                  <a:txBody>
                    <a:bodyPr/>
                    <a:lstStyle/>
                    <a:p>
                      <a:pPr fontAlgn="t">
                        <a:lnSpc>
                          <a:spcPts val="1500"/>
                        </a:lnSpc>
                        <a:buNone/>
                      </a:pPr>
                      <a:r>
                        <a:rPr lang="en-IN" sz="1600" b="1">
                          <a:effectLst/>
                          <a:latin typeface="Arial" panose="020B0604020202020204" pitchFamily="34" charset="0"/>
                          <a:cs typeface="Arial" panose="020B0604020202020204" pitchFamily="34" charset="0"/>
                        </a:rPr>
                        <a:t>Doping Level</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fontAlgn="t">
                        <a:lnSpc>
                          <a:spcPts val="1500"/>
                        </a:lnSpc>
                        <a:buNone/>
                      </a:pPr>
                      <a:r>
                        <a:rPr lang="en-IN" sz="1600" b="0">
                          <a:effectLst/>
                          <a:latin typeface="Arial" panose="020B0604020202020204" pitchFamily="34" charset="0"/>
                          <a:cs typeface="Arial" panose="020B0604020202020204" pitchFamily="34" charset="0"/>
                        </a:rPr>
                        <a:t>Moderately doped</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fontAlgn="t">
                        <a:lnSpc>
                          <a:spcPts val="1500"/>
                        </a:lnSpc>
                        <a:buNone/>
                      </a:pPr>
                      <a:r>
                        <a:rPr lang="en-IN" sz="1600" b="0" dirty="0">
                          <a:effectLst/>
                          <a:latin typeface="Arial" panose="020B0604020202020204" pitchFamily="34" charset="0"/>
                          <a:cs typeface="Arial" panose="020B0604020202020204" pitchFamily="34" charset="0"/>
                        </a:rPr>
                        <a:t>Highly doped</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44501036"/>
                  </a:ext>
                </a:extLst>
              </a:tr>
              <a:tr h="358478">
                <a:tc>
                  <a:txBody>
                    <a:bodyPr/>
                    <a:lstStyle/>
                    <a:p>
                      <a:pPr fontAlgn="t">
                        <a:lnSpc>
                          <a:spcPts val="1500"/>
                        </a:lnSpc>
                        <a:buNone/>
                      </a:pPr>
                      <a:r>
                        <a:rPr lang="en-IN" sz="1600" b="1" dirty="0">
                          <a:effectLst/>
                          <a:latin typeface="Arial" panose="020B0604020202020204" pitchFamily="34" charset="0"/>
                          <a:cs typeface="Arial" panose="020B0604020202020204" pitchFamily="34" charset="0"/>
                        </a:rPr>
                        <a:t>Depletion Width</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fontAlgn="t">
                        <a:lnSpc>
                          <a:spcPts val="1500"/>
                        </a:lnSpc>
                        <a:buNone/>
                      </a:pPr>
                      <a:r>
                        <a:rPr lang="en-IN" sz="1600" b="0">
                          <a:effectLst/>
                          <a:latin typeface="Arial" panose="020B0604020202020204" pitchFamily="34" charset="0"/>
                          <a:cs typeface="Arial" panose="020B0604020202020204" pitchFamily="34" charset="0"/>
                        </a:rPr>
                        <a:t>Relatively wide</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fontAlgn="t">
                        <a:lnSpc>
                          <a:spcPts val="1500"/>
                        </a:lnSpc>
                        <a:buNone/>
                      </a:pPr>
                      <a:r>
                        <a:rPr lang="en-IN" sz="1600" b="0">
                          <a:effectLst/>
                          <a:latin typeface="Arial" panose="020B0604020202020204" pitchFamily="34" charset="0"/>
                          <a:cs typeface="Arial" panose="020B0604020202020204" pitchFamily="34" charset="0"/>
                        </a:rPr>
                        <a:t>Narrow</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12627032"/>
                  </a:ext>
                </a:extLst>
              </a:tr>
              <a:tr h="595221">
                <a:tc>
                  <a:txBody>
                    <a:bodyPr/>
                    <a:lstStyle/>
                    <a:p>
                      <a:pPr fontAlgn="t">
                        <a:lnSpc>
                          <a:spcPts val="1500"/>
                        </a:lnSpc>
                        <a:buNone/>
                      </a:pPr>
                      <a:r>
                        <a:rPr lang="en-IN" sz="1600" b="1" dirty="0">
                          <a:effectLst/>
                          <a:latin typeface="Arial" panose="020B0604020202020204" pitchFamily="34" charset="0"/>
                          <a:cs typeface="Arial" panose="020B0604020202020204" pitchFamily="34" charset="0"/>
                        </a:rPr>
                        <a:t>Breakdown Voltage</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fontAlgn="t">
                        <a:lnSpc>
                          <a:spcPts val="1500"/>
                        </a:lnSpc>
                        <a:buNone/>
                      </a:pPr>
                      <a:r>
                        <a:rPr lang="en-IN" sz="1600" b="0" dirty="0">
                          <a:effectLst/>
                          <a:latin typeface="Arial" panose="020B0604020202020204" pitchFamily="34" charset="0"/>
                          <a:cs typeface="Arial" panose="020B0604020202020204" pitchFamily="34" charset="0"/>
                        </a:rPr>
                        <a:t>High</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fontAlgn="t">
                        <a:lnSpc>
                          <a:spcPts val="1500"/>
                        </a:lnSpc>
                        <a:buNone/>
                      </a:pPr>
                      <a:r>
                        <a:rPr lang="en-US" sz="1600" b="0" dirty="0">
                          <a:effectLst/>
                          <a:latin typeface="Arial" panose="020B0604020202020204" pitchFamily="34" charset="0"/>
                          <a:cs typeface="Arial" panose="020B0604020202020204" pitchFamily="34" charset="0"/>
                        </a:rPr>
                        <a:t>Low, specific Zener voltage (Vz)</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33186671"/>
                  </a:ext>
                </a:extLst>
              </a:tr>
              <a:tr h="595221">
                <a:tc>
                  <a:txBody>
                    <a:bodyPr/>
                    <a:lstStyle/>
                    <a:p>
                      <a:pPr fontAlgn="t">
                        <a:lnSpc>
                          <a:spcPts val="1500"/>
                        </a:lnSpc>
                        <a:buNone/>
                      </a:pPr>
                      <a:r>
                        <a:rPr lang="en-IN" sz="1600" b="1">
                          <a:effectLst/>
                          <a:latin typeface="Arial" panose="020B0604020202020204" pitchFamily="34" charset="0"/>
                          <a:cs typeface="Arial" panose="020B0604020202020204" pitchFamily="34" charset="0"/>
                        </a:rPr>
                        <a:t>Primary Application</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fontAlgn="t">
                        <a:lnSpc>
                          <a:spcPts val="1500"/>
                        </a:lnSpc>
                        <a:buNone/>
                      </a:pPr>
                      <a:r>
                        <a:rPr lang="en-IN" sz="1600" b="0" dirty="0">
                          <a:effectLst/>
                          <a:latin typeface="Arial" panose="020B0604020202020204" pitchFamily="34" charset="0"/>
                          <a:cs typeface="Arial" panose="020B0604020202020204" pitchFamily="34" charset="0"/>
                        </a:rPr>
                        <a:t>Rectification, clipping, and clamping</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fontAlgn="t">
                        <a:lnSpc>
                          <a:spcPts val="1500"/>
                        </a:lnSpc>
                        <a:buNone/>
                      </a:pPr>
                      <a:r>
                        <a:rPr lang="en-IN" sz="1600" b="0">
                          <a:effectLst/>
                          <a:latin typeface="Arial" panose="020B0604020202020204" pitchFamily="34" charset="0"/>
                          <a:cs typeface="Arial" panose="020B0604020202020204" pitchFamily="34" charset="0"/>
                        </a:rPr>
                        <a:t>Voltage regulation and voltage reference</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7101779"/>
                  </a:ext>
                </a:extLst>
              </a:tr>
              <a:tr h="598205">
                <a:tc>
                  <a:txBody>
                    <a:bodyPr/>
                    <a:lstStyle/>
                    <a:p>
                      <a:pPr fontAlgn="t">
                        <a:lnSpc>
                          <a:spcPts val="1500"/>
                        </a:lnSpc>
                        <a:buNone/>
                      </a:pPr>
                      <a:r>
                        <a:rPr lang="en-IN" sz="1600" b="1">
                          <a:effectLst/>
                          <a:latin typeface="Arial" panose="020B0604020202020204" pitchFamily="34" charset="0"/>
                          <a:cs typeface="Arial" panose="020B0604020202020204" pitchFamily="34" charset="0"/>
                        </a:rPr>
                        <a:t>Current Flow</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fontAlgn="t">
                        <a:lnSpc>
                          <a:spcPts val="1500"/>
                        </a:lnSpc>
                        <a:buNone/>
                      </a:pPr>
                      <a:r>
                        <a:rPr lang="en-IN" sz="1600" b="0">
                          <a:effectLst/>
                          <a:latin typeface="Arial" panose="020B0604020202020204" pitchFamily="34" charset="0"/>
                          <a:cs typeface="Arial" panose="020B0604020202020204" pitchFamily="34" charset="0"/>
                        </a:rPr>
                        <a:t>Primarily one direction (forward)</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fontAlgn="t">
                        <a:lnSpc>
                          <a:spcPts val="1500"/>
                        </a:lnSpc>
                        <a:buNone/>
                      </a:pPr>
                      <a:r>
                        <a:rPr lang="en-US" sz="1600" b="0">
                          <a:effectLst/>
                          <a:latin typeface="Arial" panose="020B0604020202020204" pitchFamily="34" charset="0"/>
                          <a:cs typeface="Arial" panose="020B0604020202020204" pitchFamily="34" charset="0"/>
                        </a:rPr>
                        <a:t>Two directions (forward and reverse breakdown)</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694144969"/>
                  </a:ext>
                </a:extLst>
              </a:tr>
              <a:tr h="387495">
                <a:tc>
                  <a:txBody>
                    <a:bodyPr/>
                    <a:lstStyle/>
                    <a:p>
                      <a:pPr fontAlgn="t">
                        <a:lnSpc>
                          <a:spcPts val="1500"/>
                        </a:lnSpc>
                        <a:buNone/>
                      </a:pPr>
                      <a:r>
                        <a:rPr lang="en-IN" sz="1600" b="1">
                          <a:effectLst/>
                          <a:latin typeface="Arial" panose="020B0604020202020204" pitchFamily="34" charset="0"/>
                          <a:cs typeface="Arial" panose="020B0604020202020204" pitchFamily="34" charset="0"/>
                        </a:rPr>
                        <a:t>Resistance in Reverse Bias</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fontAlgn="t">
                        <a:lnSpc>
                          <a:spcPts val="1500"/>
                        </a:lnSpc>
                        <a:buNone/>
                      </a:pPr>
                      <a:r>
                        <a:rPr lang="en-IN" sz="1600" b="0">
                          <a:effectLst/>
                          <a:latin typeface="Arial" panose="020B0604020202020204" pitchFamily="34" charset="0"/>
                          <a:cs typeface="Arial" panose="020B0604020202020204" pitchFamily="34" charset="0"/>
                        </a:rPr>
                        <a:t>Very high</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fontAlgn="t">
                        <a:lnSpc>
                          <a:spcPts val="1500"/>
                        </a:lnSpc>
                        <a:buNone/>
                      </a:pPr>
                      <a:r>
                        <a:rPr lang="en-IN" sz="1600" b="0" dirty="0">
                          <a:effectLst/>
                          <a:latin typeface="Arial" panose="020B0604020202020204" pitchFamily="34" charset="0"/>
                          <a:cs typeface="Arial" panose="020B0604020202020204" pitchFamily="34" charset="0"/>
                        </a:rPr>
                        <a:t>Very low (after breakdown)</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69207663"/>
                  </a:ext>
                </a:extLst>
              </a:tr>
              <a:tr h="684805">
                <a:tc>
                  <a:txBody>
                    <a:bodyPr/>
                    <a:lstStyle/>
                    <a:p>
                      <a:pPr fontAlgn="t">
                        <a:lnSpc>
                          <a:spcPts val="1500"/>
                        </a:lnSpc>
                        <a:buNone/>
                      </a:pPr>
                      <a:r>
                        <a:rPr lang="en-IN" sz="1600" b="1" dirty="0">
                          <a:effectLst/>
                          <a:latin typeface="Arial" panose="020B0604020202020204" pitchFamily="34" charset="0"/>
                          <a:cs typeface="Arial" panose="020B0604020202020204" pitchFamily="34" charset="0"/>
                        </a:rPr>
                        <a:t>Characteristics</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fontAlgn="t">
                        <a:lnSpc>
                          <a:spcPts val="1500"/>
                        </a:lnSpc>
                        <a:buNone/>
                      </a:pPr>
                      <a:r>
                        <a:rPr lang="en-US" sz="1600" b="0">
                          <a:effectLst/>
                          <a:latin typeface="Arial" panose="020B0604020202020204" pitchFamily="34" charset="0"/>
                          <a:cs typeface="Arial" panose="020B0604020202020204" pitchFamily="34" charset="0"/>
                        </a:rPr>
                        <a:t>Conducts in the first quadrant of the V-I curve</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fontAlgn="t">
                        <a:lnSpc>
                          <a:spcPts val="1500"/>
                        </a:lnSpc>
                        <a:buNone/>
                      </a:pPr>
                      <a:r>
                        <a:rPr lang="en-US" sz="1600" b="0" dirty="0">
                          <a:effectLst/>
                          <a:latin typeface="Arial" panose="020B0604020202020204" pitchFamily="34" charset="0"/>
                          <a:cs typeface="Arial" panose="020B0604020202020204" pitchFamily="34" charset="0"/>
                        </a:rPr>
                        <a:t>Conducts in the third quadrant of the V-I curve (reverse)</a:t>
                      </a:r>
                    </a:p>
                  </a:txBody>
                  <a:tcPr marL="50773" marR="50773" marT="42311" marB="42311">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917138043"/>
                  </a:ext>
                </a:extLst>
              </a:tr>
            </a:tbl>
          </a:graphicData>
        </a:graphic>
      </p:graphicFrame>
    </p:spTree>
    <p:extLst>
      <p:ext uri="{BB962C8B-B14F-4D97-AF65-F5344CB8AC3E}">
        <p14:creationId xmlns:p14="http://schemas.microsoft.com/office/powerpoint/2010/main" val="34474588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down)">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581135-B844-79E3-961A-48E2069F8EFE}"/>
              </a:ext>
            </a:extLst>
          </p:cNvPr>
          <p:cNvSpPr txBox="1"/>
          <p:nvPr/>
        </p:nvSpPr>
        <p:spPr>
          <a:xfrm>
            <a:off x="383219" y="157924"/>
            <a:ext cx="11425561" cy="304698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pt-BR" sz="2000" b="1" i="0" dirty="0">
                <a:effectLst/>
                <a:highlight>
                  <a:srgbClr val="FFFFFF"/>
                </a:highlight>
                <a:latin typeface="Times New Roman" panose="02020603050405020304" pitchFamily="18" charset="0"/>
                <a:cs typeface="Times New Roman" panose="02020603050405020304" pitchFamily="18" charset="0"/>
              </a:rPr>
              <a:t>Zener Diode as a Voltage Regulator/Shunt Regulator: O/P voltage is constant irrespective of I/P</a:t>
            </a:r>
          </a:p>
          <a:p>
            <a:pPr algn="just"/>
            <a:endParaRPr lang="pt-BR" sz="2000" b="1" i="0" dirty="0">
              <a:effectLst/>
              <a:highlight>
                <a:srgbClr val="FFFFFF"/>
              </a:highlight>
              <a:latin typeface="Times New Roman" panose="02020603050405020304" pitchFamily="18" charset="0"/>
              <a:cs typeface="Times New Roman" panose="02020603050405020304" pitchFamily="18" charset="0"/>
            </a:endParaRPr>
          </a:p>
          <a:p>
            <a:pPr algn="just"/>
            <a:r>
              <a:rPr lang="en-US" sz="2000" b="0" i="0" dirty="0">
                <a:effectLst/>
                <a:highlight>
                  <a:srgbClr val="FFFFFF"/>
                </a:highlight>
                <a:latin typeface="Times New Roman" panose="02020603050405020304" pitchFamily="18" charset="0"/>
                <a:cs typeface="Times New Roman" panose="02020603050405020304" pitchFamily="18" charset="0"/>
              </a:rPr>
              <a:t>A voltage regulator is a device that regulates the voltage level. It essentially steps down the input voltage to the desired level and keeps it at that same level during the supply. This ensures that even when a load is applied the voltage doesn’t drop. The voltage regulator is used for two main reasons, and they are:</a:t>
            </a:r>
          </a:p>
          <a:p>
            <a:pPr algn="just"/>
            <a:endParaRPr lang="en-US" sz="2000" b="1" i="0" dirty="0">
              <a:effectLst/>
              <a:highlight>
                <a:srgbClr val="FFFFFF"/>
              </a:highlight>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i="0" dirty="0">
                <a:effectLst/>
                <a:highlight>
                  <a:srgbClr val="FFFFFF"/>
                </a:highlight>
                <a:latin typeface="Times New Roman" panose="02020603050405020304" pitchFamily="18" charset="0"/>
                <a:cs typeface="Times New Roman" panose="02020603050405020304" pitchFamily="18" charset="0"/>
              </a:rPr>
              <a:t>To vary or regulate the output voltage</a:t>
            </a:r>
          </a:p>
          <a:p>
            <a:pPr lvl="1" algn="just">
              <a:buFont typeface="Arial" panose="020B0604020202020204" pitchFamily="34" charset="0"/>
              <a:buChar char="•"/>
            </a:pPr>
            <a:r>
              <a:rPr lang="en-US" i="0" dirty="0">
                <a:effectLst/>
                <a:highlight>
                  <a:srgbClr val="FFFFFF"/>
                </a:highlight>
                <a:latin typeface="Times New Roman" panose="02020603050405020304" pitchFamily="18" charset="0"/>
                <a:cs typeface="Times New Roman" panose="02020603050405020304" pitchFamily="18" charset="0"/>
              </a:rPr>
              <a:t>To keep the output voltage constant at the desired value in spite of variations in the supply voltage.</a:t>
            </a:r>
          </a:p>
          <a:p>
            <a:pPr lvl="1" algn="just">
              <a:buFont typeface="Arial" panose="020B0604020202020204" pitchFamily="34" charset="0"/>
              <a:buChar char="•"/>
            </a:pPr>
            <a:r>
              <a:rPr lang="en-US" i="0" dirty="0">
                <a:effectLst/>
                <a:latin typeface="Times New Roman" panose="02020603050405020304" pitchFamily="18" charset="0"/>
                <a:cs typeface="Times New Roman" panose="02020603050405020304" pitchFamily="18" charset="0"/>
              </a:rPr>
              <a:t>Zener diode in over-voltage protection</a:t>
            </a:r>
            <a:r>
              <a:rPr lang="en-US" dirty="0">
                <a:latin typeface="Times New Roman" panose="02020603050405020304" pitchFamily="18" charset="0"/>
                <a:cs typeface="Times New Roman" panose="02020603050405020304" pitchFamily="18" charset="0"/>
              </a:rPr>
              <a:t>,</a:t>
            </a:r>
            <a:r>
              <a:rPr lang="en-US" dirty="0"/>
              <a:t> </a:t>
            </a:r>
            <a:r>
              <a:rPr lang="en-US" dirty="0">
                <a:latin typeface="Times New Roman" panose="02020603050405020304" pitchFamily="18" charset="0"/>
                <a:cs typeface="Times New Roman" panose="02020603050405020304" pitchFamily="18" charset="0"/>
              </a:rPr>
              <a:t>Zener diode is used as for meter protection against damage from accidental application of excessive voltage</a:t>
            </a:r>
          </a:p>
        </p:txBody>
      </p:sp>
      <p:pic>
        <p:nvPicPr>
          <p:cNvPr id="4" name="Picture 3">
            <a:extLst>
              <a:ext uri="{FF2B5EF4-FFF2-40B4-BE49-F238E27FC236}">
                <a16:creationId xmlns:a16="http://schemas.microsoft.com/office/drawing/2014/main" id="{50E45B18-CAD5-A27F-F31B-B265E4551DC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20000"/>
                    </a14:imgEffect>
                  </a14:imgLayer>
                </a14:imgProps>
              </a:ext>
            </a:extLst>
          </a:blip>
          <a:stretch>
            <a:fillRect/>
          </a:stretch>
        </p:blipFill>
        <p:spPr>
          <a:xfrm>
            <a:off x="2387210" y="3204912"/>
            <a:ext cx="6582694" cy="2562583"/>
          </a:xfrm>
          <a:prstGeom prst="rect">
            <a:avLst/>
          </a:prstGeom>
        </p:spPr>
      </p:pic>
    </p:spTree>
    <p:extLst>
      <p:ext uri="{BB962C8B-B14F-4D97-AF65-F5344CB8AC3E}">
        <p14:creationId xmlns:p14="http://schemas.microsoft.com/office/powerpoint/2010/main" val="15279939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758863B-0EA7-1C4E-E12F-1790BC37E951}"/>
              </a:ext>
            </a:extLst>
          </p:cNvPr>
          <p:cNvSpPr txBox="1"/>
          <p:nvPr/>
        </p:nvSpPr>
        <p:spPr>
          <a:xfrm>
            <a:off x="3116746" y="213605"/>
            <a:ext cx="6097656"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pt-BR" sz="1800" b="1" i="0" dirty="0">
                <a:effectLst/>
                <a:highlight>
                  <a:srgbClr val="FFFFFF"/>
                </a:highlight>
                <a:latin typeface="Times New Roman" panose="02020603050405020304" pitchFamily="18" charset="0"/>
                <a:cs typeface="Times New Roman" panose="02020603050405020304" pitchFamily="18" charset="0"/>
              </a:rPr>
              <a:t>Zener Diode as a Voltage Regulator</a:t>
            </a:r>
            <a:endParaRPr lang="en-IN" dirty="0"/>
          </a:p>
        </p:txBody>
      </p:sp>
      <p:sp>
        <p:nvSpPr>
          <p:cNvPr id="5" name="TextBox 4">
            <a:extLst>
              <a:ext uri="{FF2B5EF4-FFF2-40B4-BE49-F238E27FC236}">
                <a16:creationId xmlns:a16="http://schemas.microsoft.com/office/drawing/2014/main" id="{DE0A8F64-260B-595B-224E-CB81FEC279CA}"/>
              </a:ext>
            </a:extLst>
          </p:cNvPr>
          <p:cNvSpPr txBox="1"/>
          <p:nvPr/>
        </p:nvSpPr>
        <p:spPr>
          <a:xfrm>
            <a:off x="1216610" y="1510749"/>
            <a:ext cx="3693320"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check the status of Diode first assume Diode is OFF &amp; circuit is OC.</a:t>
            </a:r>
          </a:p>
          <a:p>
            <a:pPr marL="285750" indent="-285750" algn="just">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Then find Voc (V) </a:t>
            </a:r>
          </a:p>
          <a:p>
            <a:pPr algn="just"/>
            <a:endParaRPr lang="en-US"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CC20AEB-3715-781A-8121-491F927828E5}"/>
              </a:ext>
            </a:extLst>
          </p:cNvPr>
          <p:cNvPicPr>
            <a:picLocks noChangeAspect="1"/>
          </p:cNvPicPr>
          <p:nvPr/>
        </p:nvPicPr>
        <p:blipFill>
          <a:blip r:embed="rId2"/>
          <a:stretch>
            <a:fillRect/>
          </a:stretch>
        </p:blipFill>
        <p:spPr>
          <a:xfrm>
            <a:off x="5155305" y="1371941"/>
            <a:ext cx="5896798" cy="3296110"/>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AAD84B0-2D10-C4B5-B966-2A0F35DBE7DF}"/>
                  </a:ext>
                </a:extLst>
              </p:cNvPr>
              <p:cNvSpPr txBox="1"/>
              <p:nvPr/>
            </p:nvSpPr>
            <p:spPr>
              <a:xfrm>
                <a:off x="1331844" y="3770814"/>
                <a:ext cx="3896139" cy="863891"/>
              </a:xfrm>
              <a:prstGeom prst="rect">
                <a:avLst/>
              </a:prstGeom>
              <a:solidFill>
                <a:schemeClr val="tx2">
                  <a:lumMod val="75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3200" b="1" dirty="0">
                    <a:solidFill>
                      <a:schemeClr val="bg2"/>
                    </a:solidFill>
                    <a:latin typeface="Times New Roman" panose="02020603050405020304" pitchFamily="18" charset="0"/>
                    <a:cs typeface="Times New Roman" panose="02020603050405020304" pitchFamily="18" charset="0"/>
                  </a:rPr>
                  <a:t>Voc = </a:t>
                </a:r>
                <a14:m>
                  <m:oMath xmlns:m="http://schemas.openxmlformats.org/officeDocument/2006/math">
                    <m:f>
                      <m:fPr>
                        <m:ctrlPr>
                          <a:rPr lang="en-US" sz="3200" b="1" i="1">
                            <a:solidFill>
                              <a:schemeClr val="bg2"/>
                            </a:solidFill>
                            <a:latin typeface="Cambria Math" panose="02040503050406030204" pitchFamily="18" charset="0"/>
                            <a:cs typeface="Times New Roman" panose="02020603050405020304" pitchFamily="18" charset="0"/>
                          </a:rPr>
                        </m:ctrlPr>
                      </m:fPr>
                      <m:num>
                        <m:r>
                          <a:rPr lang="en-IN" sz="3200" b="1" i="1">
                            <a:solidFill>
                              <a:schemeClr val="bg2"/>
                            </a:solidFill>
                            <a:latin typeface="Cambria Math" panose="02040503050406030204" pitchFamily="18" charset="0"/>
                            <a:cs typeface="Times New Roman" panose="02020603050405020304" pitchFamily="18" charset="0"/>
                          </a:rPr>
                          <m:t>𝑽𝒊</m:t>
                        </m:r>
                        <m:r>
                          <a:rPr lang="en-IN" sz="3200" b="1" i="1">
                            <a:solidFill>
                              <a:schemeClr val="bg2"/>
                            </a:solidFill>
                            <a:latin typeface="Cambria Math" panose="02040503050406030204" pitchFamily="18" charset="0"/>
                            <a:cs typeface="Times New Roman" panose="02020603050405020304" pitchFamily="18" charset="0"/>
                          </a:rPr>
                          <m:t>  ∗ </m:t>
                        </m:r>
                        <m:sSub>
                          <m:sSubPr>
                            <m:ctrlPr>
                              <a:rPr lang="en-IN" sz="3200" b="1" i="1">
                                <a:solidFill>
                                  <a:schemeClr val="bg2"/>
                                </a:solidFill>
                                <a:latin typeface="Cambria Math" panose="02040503050406030204" pitchFamily="18" charset="0"/>
                                <a:cs typeface="Times New Roman" panose="02020603050405020304" pitchFamily="18" charset="0"/>
                              </a:rPr>
                            </m:ctrlPr>
                          </m:sSubPr>
                          <m:e>
                            <m:r>
                              <a:rPr lang="en-IN" sz="3200" b="1" i="1">
                                <a:solidFill>
                                  <a:schemeClr val="bg2"/>
                                </a:solidFill>
                                <a:latin typeface="Cambria Math" panose="02040503050406030204" pitchFamily="18" charset="0"/>
                                <a:cs typeface="Times New Roman" panose="02020603050405020304" pitchFamily="18" charset="0"/>
                              </a:rPr>
                              <m:t>𝑹</m:t>
                            </m:r>
                          </m:e>
                          <m:sub>
                            <m:r>
                              <a:rPr lang="en-IN" sz="3200" b="1" i="1">
                                <a:solidFill>
                                  <a:schemeClr val="bg2"/>
                                </a:solidFill>
                                <a:latin typeface="Cambria Math" panose="02040503050406030204" pitchFamily="18" charset="0"/>
                                <a:cs typeface="Times New Roman" panose="02020603050405020304" pitchFamily="18" charset="0"/>
                              </a:rPr>
                              <m:t>𝑳</m:t>
                            </m:r>
                          </m:sub>
                        </m:sSub>
                      </m:num>
                      <m:den>
                        <m:r>
                          <a:rPr lang="en-IN" sz="3200" b="1" i="1">
                            <a:solidFill>
                              <a:schemeClr val="bg2"/>
                            </a:solidFill>
                            <a:latin typeface="Cambria Math" panose="02040503050406030204" pitchFamily="18" charset="0"/>
                            <a:cs typeface="Times New Roman" panose="02020603050405020304" pitchFamily="18" charset="0"/>
                          </a:rPr>
                          <m:t>𝑹</m:t>
                        </m:r>
                        <m:r>
                          <a:rPr lang="en-IN" sz="3200" b="1" i="1">
                            <a:solidFill>
                              <a:schemeClr val="bg2"/>
                            </a:solidFill>
                            <a:latin typeface="Cambria Math" panose="02040503050406030204" pitchFamily="18" charset="0"/>
                            <a:cs typeface="Times New Roman" panose="02020603050405020304" pitchFamily="18" charset="0"/>
                          </a:rPr>
                          <m:t>+</m:t>
                        </m:r>
                        <m:sSub>
                          <m:sSubPr>
                            <m:ctrlPr>
                              <a:rPr lang="en-IN" sz="3200" b="1" i="1">
                                <a:solidFill>
                                  <a:schemeClr val="bg2"/>
                                </a:solidFill>
                                <a:latin typeface="Cambria Math" panose="02040503050406030204" pitchFamily="18" charset="0"/>
                                <a:cs typeface="Times New Roman" panose="02020603050405020304" pitchFamily="18" charset="0"/>
                              </a:rPr>
                            </m:ctrlPr>
                          </m:sSubPr>
                          <m:e>
                            <m:r>
                              <a:rPr lang="en-IN" sz="3200" b="1" i="1">
                                <a:solidFill>
                                  <a:schemeClr val="bg2"/>
                                </a:solidFill>
                                <a:latin typeface="Cambria Math" panose="02040503050406030204" pitchFamily="18" charset="0"/>
                                <a:cs typeface="Times New Roman" panose="02020603050405020304" pitchFamily="18" charset="0"/>
                              </a:rPr>
                              <m:t>𝑹</m:t>
                            </m:r>
                          </m:e>
                          <m:sub>
                            <m:r>
                              <a:rPr lang="en-IN" sz="3200" b="1" i="1">
                                <a:solidFill>
                                  <a:schemeClr val="bg2"/>
                                </a:solidFill>
                                <a:latin typeface="Cambria Math" panose="02040503050406030204" pitchFamily="18" charset="0"/>
                                <a:cs typeface="Times New Roman" panose="02020603050405020304" pitchFamily="18" charset="0"/>
                              </a:rPr>
                              <m:t>𝑳</m:t>
                            </m:r>
                          </m:sub>
                        </m:sSub>
                      </m:den>
                    </m:f>
                  </m:oMath>
                </a14:m>
                <a:endParaRPr lang="en-IN" sz="3200" dirty="0">
                  <a:solidFill>
                    <a:schemeClr val="bg2"/>
                  </a:solidFill>
                </a:endParaRPr>
              </a:p>
            </p:txBody>
          </p:sp>
        </mc:Choice>
        <mc:Fallback xmlns="">
          <p:sp>
            <p:nvSpPr>
              <p:cNvPr id="11" name="TextBox 10">
                <a:extLst>
                  <a:ext uri="{FF2B5EF4-FFF2-40B4-BE49-F238E27FC236}">
                    <a16:creationId xmlns:a16="http://schemas.microsoft.com/office/drawing/2014/main" id="{0AAD84B0-2D10-C4B5-B966-2A0F35DBE7DF}"/>
                  </a:ext>
                </a:extLst>
              </p:cNvPr>
              <p:cNvSpPr txBox="1">
                <a:spLocks noRot="1" noChangeAspect="1" noMove="1" noResize="1" noEditPoints="1" noAdjustHandles="1" noChangeArrowheads="1" noChangeShapeType="1" noTextEdit="1"/>
              </p:cNvSpPr>
              <p:nvPr/>
            </p:nvSpPr>
            <p:spPr>
              <a:xfrm>
                <a:off x="1331844" y="3770814"/>
                <a:ext cx="3896139" cy="863891"/>
              </a:xfrm>
              <a:prstGeom prst="rect">
                <a:avLst/>
              </a:prstGeom>
              <a:blipFill>
                <a:blip r:embed="rId3"/>
                <a:stretch>
                  <a:fillRect b="-1389"/>
                </a:stretch>
              </a:blipFill>
            </p:spPr>
            <p:txBody>
              <a:bodyPr/>
              <a:lstStyle/>
              <a:p>
                <a:r>
                  <a:rPr lang="en-IN">
                    <a:noFill/>
                  </a:rPr>
                  <a:t> </a:t>
                </a:r>
              </a:p>
            </p:txBody>
          </p:sp>
        </mc:Fallback>
      </mc:AlternateContent>
      <p:sp>
        <p:nvSpPr>
          <p:cNvPr id="12" name="TextBox 11">
            <a:extLst>
              <a:ext uri="{FF2B5EF4-FFF2-40B4-BE49-F238E27FC236}">
                <a16:creationId xmlns:a16="http://schemas.microsoft.com/office/drawing/2014/main" id="{ED471533-DEAA-D61A-3F33-0EF98336E604}"/>
              </a:ext>
            </a:extLst>
          </p:cNvPr>
          <p:cNvSpPr txBox="1"/>
          <p:nvPr/>
        </p:nvSpPr>
        <p:spPr>
          <a:xfrm>
            <a:off x="1216609" y="4786785"/>
            <a:ext cx="8941181"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If Voc ≥Vz , ZD is ON (Closed switch, replace it with battery)</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If Voc ≤ Vz , ZD is OFF (Open switch)</a:t>
            </a:r>
          </a:p>
          <a:p>
            <a:pPr marL="285750" indent="-285750" algn="just">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05733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90199C-ACF2-771B-A20F-053499E0313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304889" y="856725"/>
            <a:ext cx="5582221" cy="5144550"/>
          </a:xfrm>
          <a:prstGeom prst="rect">
            <a:avLst/>
          </a:prstGeom>
        </p:spPr>
      </p:pic>
      <p:sp>
        <p:nvSpPr>
          <p:cNvPr id="2" name="TextBox 1">
            <a:extLst>
              <a:ext uri="{FF2B5EF4-FFF2-40B4-BE49-F238E27FC236}">
                <a16:creationId xmlns:a16="http://schemas.microsoft.com/office/drawing/2014/main" id="{E9ACE672-D9B8-6EED-E1B0-6D9E508B58AB}"/>
              </a:ext>
            </a:extLst>
          </p:cNvPr>
          <p:cNvSpPr txBox="1"/>
          <p:nvPr/>
        </p:nvSpPr>
        <p:spPr>
          <a:xfrm>
            <a:off x="3116746" y="213605"/>
            <a:ext cx="6097656"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pt-BR" sz="1800" b="1" i="0" dirty="0">
                <a:effectLst/>
                <a:highlight>
                  <a:srgbClr val="FFFFFF"/>
                </a:highlight>
                <a:latin typeface="Times New Roman" panose="02020603050405020304" pitchFamily="18" charset="0"/>
                <a:cs typeface="Times New Roman" panose="02020603050405020304" pitchFamily="18" charset="0"/>
              </a:rPr>
              <a:t>Zener Diode is ON</a:t>
            </a:r>
            <a:endParaRPr lang="en-IN" dirty="0"/>
          </a:p>
        </p:txBody>
      </p:sp>
    </p:spTree>
    <p:extLst>
      <p:ext uri="{BB962C8B-B14F-4D97-AF65-F5344CB8AC3E}">
        <p14:creationId xmlns:p14="http://schemas.microsoft.com/office/powerpoint/2010/main" val="25717599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002299-B130-EFCE-5073-41B6ECD59877}"/>
              </a:ext>
            </a:extLst>
          </p:cNvPr>
          <p:cNvPicPr>
            <a:picLocks noChangeAspect="1"/>
          </p:cNvPicPr>
          <p:nvPr/>
        </p:nvPicPr>
        <p:blipFill>
          <a:blip r:embed="rId2">
            <a:grayscl/>
          </a:blip>
          <a:srcRect l="3536" t="15489"/>
          <a:stretch>
            <a:fillRect/>
          </a:stretch>
        </p:blipFill>
        <p:spPr>
          <a:xfrm>
            <a:off x="1924493" y="1499191"/>
            <a:ext cx="7195386" cy="3679193"/>
          </a:xfrm>
          <a:prstGeom prst="rect">
            <a:avLst/>
          </a:prstGeom>
        </p:spPr>
      </p:pic>
      <p:sp>
        <p:nvSpPr>
          <p:cNvPr id="2" name="TextBox 1">
            <a:extLst>
              <a:ext uri="{FF2B5EF4-FFF2-40B4-BE49-F238E27FC236}">
                <a16:creationId xmlns:a16="http://schemas.microsoft.com/office/drawing/2014/main" id="{5494B69D-44A0-E673-55E2-4E522EBC72B9}"/>
              </a:ext>
            </a:extLst>
          </p:cNvPr>
          <p:cNvSpPr txBox="1"/>
          <p:nvPr/>
        </p:nvSpPr>
        <p:spPr>
          <a:xfrm>
            <a:off x="3116746" y="213605"/>
            <a:ext cx="6097656"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pt-BR" sz="1800" b="1" i="0" dirty="0">
                <a:effectLst/>
                <a:highlight>
                  <a:srgbClr val="FFFFFF"/>
                </a:highlight>
                <a:latin typeface="Times New Roman" panose="02020603050405020304" pitchFamily="18" charset="0"/>
                <a:cs typeface="Times New Roman" panose="02020603050405020304" pitchFamily="18" charset="0"/>
              </a:rPr>
              <a:t>Zener Diode is OFF</a:t>
            </a:r>
            <a:endParaRPr lang="en-IN" dirty="0"/>
          </a:p>
        </p:txBody>
      </p:sp>
    </p:spTree>
    <p:extLst>
      <p:ext uri="{BB962C8B-B14F-4D97-AF65-F5344CB8AC3E}">
        <p14:creationId xmlns:p14="http://schemas.microsoft.com/office/powerpoint/2010/main" val="20458377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E7641E-D0A4-0579-C783-3ABEE3F01DB0}"/>
              </a:ext>
            </a:extLst>
          </p:cNvPr>
          <p:cNvSpPr txBox="1"/>
          <p:nvPr/>
        </p:nvSpPr>
        <p:spPr>
          <a:xfrm>
            <a:off x="643924" y="466144"/>
            <a:ext cx="10705369" cy="771814"/>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115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Q.1 For the Zener diode network (a) determine </a:t>
            </a:r>
            <a:r>
              <a:rPr lang="en-US" sz="2000" b="1" i="1" dirty="0">
                <a:effectLst/>
                <a:latin typeface="Times New Roman" panose="02020603050405020304" pitchFamily="18" charset="0"/>
                <a:ea typeface="Calibri" panose="020F0502020204030204" pitchFamily="34" charset="0"/>
                <a:cs typeface="Times New Roman" panose="02020603050405020304" pitchFamily="18" charset="0"/>
              </a:rPr>
              <a:t>VL</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i="1" dirty="0">
                <a:effectLst/>
                <a:latin typeface="Times New Roman" panose="02020603050405020304" pitchFamily="18" charset="0"/>
                <a:ea typeface="Calibri" panose="020F0502020204030204" pitchFamily="34" charset="0"/>
                <a:cs typeface="Times New Roman" panose="02020603050405020304" pitchFamily="18" charset="0"/>
              </a:rPr>
              <a:t>VR</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i="1" dirty="0">
                <a:effectLst/>
                <a:latin typeface="Times New Roman" panose="02020603050405020304" pitchFamily="18" charset="0"/>
                <a:ea typeface="Calibri" panose="020F0502020204030204" pitchFamily="34" charset="0"/>
                <a:cs typeface="Times New Roman" panose="02020603050405020304" pitchFamily="18" charset="0"/>
              </a:rPr>
              <a:t>IZ</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2000" b="1" i="1" dirty="0">
                <a:effectLst/>
                <a:latin typeface="Times New Roman" panose="02020603050405020304" pitchFamily="18" charset="0"/>
                <a:ea typeface="Calibri" panose="020F0502020204030204" pitchFamily="34" charset="0"/>
                <a:cs typeface="Times New Roman" panose="02020603050405020304" pitchFamily="18" charset="0"/>
              </a:rPr>
              <a:t>PZ</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 with </a:t>
            </a: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Load resistor</a:t>
            </a: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3 kΩ</a:t>
            </a:r>
            <a:endPar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7D833763-E9FC-8A14-4CAF-ABF2293A54CF}"/>
              </a:ext>
            </a:extLst>
          </p:cNvPr>
          <p:cNvPicPr>
            <a:picLocks noChangeAspect="1"/>
          </p:cNvPicPr>
          <p:nvPr/>
        </p:nvPicPr>
        <p:blipFill>
          <a:blip r:embed="rId2">
            <a:duotone>
              <a:prstClr val="black"/>
              <a:schemeClr val="accent6">
                <a:tint val="45000"/>
                <a:satMod val="400000"/>
              </a:schemeClr>
            </a:duotone>
          </a:blip>
          <a:srcRect r="8036"/>
          <a:stretch/>
        </p:blipFill>
        <p:spPr bwMode="auto">
          <a:xfrm>
            <a:off x="7454349" y="1698640"/>
            <a:ext cx="3754968" cy="1997234"/>
          </a:xfrm>
          <a:prstGeom prst="rect">
            <a:avLst/>
          </a:prstGeom>
          <a:noFill/>
          <a:ln w="9525">
            <a:noFill/>
            <a:miter lim="800000"/>
            <a:headEnd/>
            <a:tailEnd/>
          </a:ln>
        </p:spPr>
      </p:pic>
      <p:pic>
        <p:nvPicPr>
          <p:cNvPr id="5" name="Picture 4">
            <a:extLst>
              <a:ext uri="{FF2B5EF4-FFF2-40B4-BE49-F238E27FC236}">
                <a16:creationId xmlns:a16="http://schemas.microsoft.com/office/drawing/2014/main" id="{C4A18E1B-B2A1-AD9A-4983-4BC3804DD571}"/>
              </a:ext>
            </a:extLst>
          </p:cNvPr>
          <p:cNvPicPr>
            <a:picLocks noChangeAspect="1"/>
          </p:cNvPicPr>
          <p:nvPr/>
        </p:nvPicPr>
        <p:blipFill>
          <a:blip r:embed="rId3">
            <a:lum contrast="40000"/>
          </a:blip>
          <a:srcRect l="5593" t="2946" b="1"/>
          <a:stretch>
            <a:fillRect/>
          </a:stretch>
        </p:blipFill>
        <p:spPr bwMode="auto">
          <a:xfrm>
            <a:off x="1276812" y="2951031"/>
            <a:ext cx="4192659" cy="876305"/>
          </a:xfrm>
          <a:prstGeom prst="rect">
            <a:avLst/>
          </a:prstGeom>
          <a:noFill/>
          <a:ln w="9525">
            <a:noFill/>
            <a:miter lim="800000"/>
            <a:headEnd/>
            <a:tailEnd/>
          </a:ln>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058403BE-A739-4AE2-DA94-19D7720E1DAD}"/>
                  </a:ext>
                </a:extLst>
              </p:cNvPr>
              <p:cNvSpPr txBox="1"/>
              <p:nvPr/>
            </p:nvSpPr>
            <p:spPr>
              <a:xfrm>
                <a:off x="270381" y="1878082"/>
                <a:ext cx="6611176" cy="2526782"/>
              </a:xfrm>
              <a:prstGeom prst="rect">
                <a:avLst/>
              </a:prstGeom>
              <a:noFill/>
            </p:spPr>
            <p:txBody>
              <a:bodyPr wrap="square">
                <a:spAutoFit/>
              </a:bodyPr>
              <a:lstStyle/>
              <a:p>
                <a:pPr marL="457200"/>
                <a:r>
                  <a:rPr lang="en-US" b="1" dirty="0">
                    <a:solidFill>
                      <a:srgbClr val="000000"/>
                    </a:solidFill>
                    <a:effectLst/>
                    <a:latin typeface="Times New Roman" panose="02020603050405020304" pitchFamily="18" charset="0"/>
                    <a:ea typeface="Calibri" panose="020F0502020204030204" pitchFamily="34" charset="0"/>
                  </a:rPr>
                  <a:t>STEP 1: Find </a:t>
                </a:r>
                <a:r>
                  <a:rPr lang="en-US" b="1" dirty="0">
                    <a:latin typeface="Times New Roman" panose="02020603050405020304" pitchFamily="18" charset="0"/>
                    <a:cs typeface="Times New Roman" panose="02020603050405020304" pitchFamily="18" charset="0"/>
                  </a:rPr>
                  <a:t>Voc ?</a:t>
                </a:r>
              </a:p>
              <a:p>
                <a:pPr marL="457200"/>
                <a:r>
                  <a:rPr lang="en-US" b="1" dirty="0">
                    <a:latin typeface="Times New Roman" panose="02020603050405020304" pitchFamily="18" charset="0"/>
                    <a:cs typeface="Times New Roman" panose="02020603050405020304" pitchFamily="18" charset="0"/>
                  </a:rPr>
                  <a:t>				Voc =</a:t>
                </a:r>
                <a:r>
                  <a:rPr lang="en-US" b="1" dirty="0">
                    <a:solidFill>
                      <a:schemeClr val="bg2"/>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US" b="1" i="1" smtClean="0">
                            <a:solidFill>
                              <a:schemeClr val="tx1"/>
                            </a:solidFill>
                            <a:latin typeface="Cambria Math" panose="02040503050406030204" pitchFamily="18" charset="0"/>
                            <a:cs typeface="Times New Roman" panose="02020603050405020304" pitchFamily="18" charset="0"/>
                          </a:rPr>
                        </m:ctrlPr>
                      </m:fPr>
                      <m:num>
                        <m:r>
                          <a:rPr lang="en-IN" b="1" i="1">
                            <a:solidFill>
                              <a:schemeClr val="tx1"/>
                            </a:solidFill>
                            <a:latin typeface="Cambria Math" panose="02040503050406030204" pitchFamily="18" charset="0"/>
                            <a:cs typeface="Times New Roman" panose="02020603050405020304" pitchFamily="18" charset="0"/>
                          </a:rPr>
                          <m:t>𝑽𝒊</m:t>
                        </m:r>
                        <m:r>
                          <a:rPr lang="en-IN" b="1" i="1">
                            <a:solidFill>
                              <a:schemeClr val="tx1"/>
                            </a:solidFill>
                            <a:latin typeface="Cambria Math" panose="02040503050406030204" pitchFamily="18" charset="0"/>
                            <a:cs typeface="Times New Roman" panose="02020603050405020304" pitchFamily="18" charset="0"/>
                          </a:rPr>
                          <m:t>  ∗ </m:t>
                        </m:r>
                        <m:sSub>
                          <m:sSubPr>
                            <m:ctrlPr>
                              <a:rPr lang="en-IN" b="1" i="1">
                                <a:solidFill>
                                  <a:schemeClr val="tx1"/>
                                </a:solidFill>
                                <a:latin typeface="Cambria Math" panose="02040503050406030204" pitchFamily="18" charset="0"/>
                                <a:cs typeface="Times New Roman" panose="02020603050405020304" pitchFamily="18" charset="0"/>
                              </a:rPr>
                            </m:ctrlPr>
                          </m:sSubPr>
                          <m:e>
                            <m:r>
                              <a:rPr lang="en-IN" b="1" i="1">
                                <a:solidFill>
                                  <a:schemeClr val="tx1"/>
                                </a:solidFill>
                                <a:latin typeface="Cambria Math" panose="02040503050406030204" pitchFamily="18" charset="0"/>
                                <a:cs typeface="Times New Roman" panose="02020603050405020304" pitchFamily="18" charset="0"/>
                              </a:rPr>
                              <m:t>𝑹</m:t>
                            </m:r>
                          </m:e>
                          <m:sub>
                            <m:r>
                              <a:rPr lang="en-IN" b="1" i="1">
                                <a:solidFill>
                                  <a:schemeClr val="tx1"/>
                                </a:solidFill>
                                <a:latin typeface="Cambria Math" panose="02040503050406030204" pitchFamily="18" charset="0"/>
                                <a:cs typeface="Times New Roman" panose="02020603050405020304" pitchFamily="18" charset="0"/>
                              </a:rPr>
                              <m:t>𝑳</m:t>
                            </m:r>
                          </m:sub>
                        </m:sSub>
                      </m:num>
                      <m:den>
                        <m:r>
                          <a:rPr lang="en-IN" b="1" i="1">
                            <a:solidFill>
                              <a:schemeClr val="tx1"/>
                            </a:solidFill>
                            <a:latin typeface="Cambria Math" panose="02040503050406030204" pitchFamily="18" charset="0"/>
                            <a:cs typeface="Times New Roman" panose="02020603050405020304" pitchFamily="18" charset="0"/>
                          </a:rPr>
                          <m:t>𝑹</m:t>
                        </m:r>
                        <m:r>
                          <a:rPr lang="en-IN" b="1" i="1">
                            <a:solidFill>
                              <a:schemeClr val="tx1"/>
                            </a:solidFill>
                            <a:latin typeface="Cambria Math" panose="02040503050406030204" pitchFamily="18" charset="0"/>
                            <a:cs typeface="Times New Roman" panose="02020603050405020304" pitchFamily="18" charset="0"/>
                          </a:rPr>
                          <m:t>+</m:t>
                        </m:r>
                        <m:sSub>
                          <m:sSubPr>
                            <m:ctrlPr>
                              <a:rPr lang="en-IN" b="1" i="1">
                                <a:solidFill>
                                  <a:schemeClr val="tx1"/>
                                </a:solidFill>
                                <a:latin typeface="Cambria Math" panose="02040503050406030204" pitchFamily="18" charset="0"/>
                                <a:cs typeface="Times New Roman" panose="02020603050405020304" pitchFamily="18" charset="0"/>
                              </a:rPr>
                            </m:ctrlPr>
                          </m:sSubPr>
                          <m:e>
                            <m:r>
                              <a:rPr lang="en-IN" b="1" i="1">
                                <a:solidFill>
                                  <a:schemeClr val="tx1"/>
                                </a:solidFill>
                                <a:latin typeface="Cambria Math" panose="02040503050406030204" pitchFamily="18" charset="0"/>
                                <a:cs typeface="Times New Roman" panose="02020603050405020304" pitchFamily="18" charset="0"/>
                              </a:rPr>
                              <m:t>𝑹</m:t>
                            </m:r>
                          </m:e>
                          <m:sub>
                            <m:r>
                              <a:rPr lang="en-IN" b="1" i="1">
                                <a:solidFill>
                                  <a:schemeClr val="tx1"/>
                                </a:solidFill>
                                <a:latin typeface="Cambria Math" panose="02040503050406030204" pitchFamily="18" charset="0"/>
                                <a:cs typeface="Times New Roman" panose="02020603050405020304" pitchFamily="18" charset="0"/>
                              </a:rPr>
                              <m:t>𝑳</m:t>
                            </m:r>
                          </m:sub>
                        </m:sSub>
                      </m:den>
                    </m:f>
                  </m:oMath>
                </a14:m>
                <a:endParaRPr lang="en-US" b="1" dirty="0">
                  <a:solidFill>
                    <a:srgbClr val="000000"/>
                  </a:solidFill>
                  <a:latin typeface="Times New Roman" panose="02020603050405020304" pitchFamily="18" charset="0"/>
                  <a:ea typeface="Calibri" panose="020F0502020204030204" pitchFamily="34" charset="0"/>
                </a:endParaRPr>
              </a:p>
              <a:p>
                <a:pPr marL="457200"/>
                <a:endParaRPr lang="en-US" b="1" dirty="0">
                  <a:solidFill>
                    <a:srgbClr val="000000"/>
                  </a:solidFill>
                  <a:effectLst/>
                  <a:latin typeface="Times New Roman" panose="02020603050405020304" pitchFamily="18" charset="0"/>
                  <a:ea typeface="Calibri" panose="020F0502020204030204" pitchFamily="34" charset="0"/>
                </a:endParaRPr>
              </a:p>
              <a:p>
                <a:pPr marL="457200"/>
                <a:endParaRPr lang="en-US" b="1" dirty="0">
                  <a:solidFill>
                    <a:srgbClr val="000000"/>
                  </a:solidFill>
                  <a:effectLst/>
                  <a:latin typeface="Times New Roman" panose="02020603050405020304" pitchFamily="18" charset="0"/>
                  <a:ea typeface="Calibri" panose="020F0502020204030204" pitchFamily="34" charset="0"/>
                </a:endParaRPr>
              </a:p>
              <a:p>
                <a:pPr marL="457200"/>
                <a:endParaRPr lang="en-US" b="1" dirty="0">
                  <a:solidFill>
                    <a:srgbClr val="000000"/>
                  </a:solidFill>
                  <a:latin typeface="Times New Roman" panose="02020603050405020304" pitchFamily="18" charset="0"/>
                  <a:ea typeface="Calibri" panose="020F0502020204030204" pitchFamily="34" charset="0"/>
                </a:endParaRPr>
              </a:p>
              <a:p>
                <a:pPr marL="457200"/>
                <a:endParaRPr lang="en-US" b="1" dirty="0">
                  <a:solidFill>
                    <a:srgbClr val="000000"/>
                  </a:solidFill>
                  <a:latin typeface="Times New Roman" panose="02020603050405020304" pitchFamily="18" charset="0"/>
                  <a:ea typeface="Calibri" panose="020F0502020204030204" pitchFamily="34" charset="0"/>
                </a:endParaRPr>
              </a:p>
              <a:p>
                <a:pPr marL="457200"/>
                <a:r>
                  <a:rPr lang="en-US" b="1" dirty="0">
                    <a:solidFill>
                      <a:srgbClr val="000000"/>
                    </a:solidFill>
                    <a:effectLst/>
                    <a:latin typeface="Times New Roman" panose="02020603050405020304" pitchFamily="18" charset="0"/>
                    <a:ea typeface="Calibri" panose="020F0502020204030204" pitchFamily="34" charset="0"/>
                  </a:rPr>
                  <a:t>Step 2: Since </a:t>
                </a:r>
                <a:r>
                  <a:rPr lang="en-US" b="1" i="1" dirty="0">
                    <a:solidFill>
                      <a:srgbClr val="000000"/>
                    </a:solidFill>
                    <a:effectLst/>
                    <a:latin typeface="Times New Roman" panose="02020603050405020304" pitchFamily="18" charset="0"/>
                    <a:ea typeface="Calibri" panose="020F0502020204030204" pitchFamily="34" charset="0"/>
                  </a:rPr>
                  <a:t>V </a:t>
                </a:r>
                <a:r>
                  <a:rPr lang="en-US" b="1" dirty="0">
                    <a:solidFill>
                      <a:srgbClr val="000000"/>
                    </a:solidFill>
                    <a:effectLst/>
                    <a:latin typeface="MathematicalPi-One"/>
                    <a:ea typeface="Calibri" panose="020F0502020204030204" pitchFamily="34" charset="0"/>
                    <a:cs typeface="MathematicalPi-One"/>
                  </a:rPr>
                  <a:t>=</a:t>
                </a:r>
                <a:r>
                  <a:rPr lang="en-US" b="1" dirty="0">
                    <a:solidFill>
                      <a:srgbClr val="000000"/>
                    </a:solidFill>
                    <a:effectLst/>
                    <a:latin typeface="Times New Roman" panose="02020603050405020304" pitchFamily="18" charset="0"/>
                    <a:ea typeface="Calibri" panose="020F0502020204030204" pitchFamily="34" charset="0"/>
                  </a:rPr>
                  <a:t>8.73 V is less than </a:t>
                </a:r>
                <a:r>
                  <a:rPr lang="en-US" b="1" i="1" dirty="0">
                    <a:solidFill>
                      <a:srgbClr val="000000"/>
                    </a:solidFill>
                    <a:effectLst/>
                    <a:latin typeface="Times New Roman" panose="02020603050405020304" pitchFamily="18" charset="0"/>
                    <a:ea typeface="Calibri" panose="020F0502020204030204" pitchFamily="34" charset="0"/>
                  </a:rPr>
                  <a:t>V</a:t>
                </a:r>
                <a:r>
                  <a:rPr lang="en-US" sz="800" b="1" i="1" dirty="0">
                    <a:solidFill>
                      <a:srgbClr val="000000"/>
                    </a:solidFill>
                    <a:effectLst/>
                    <a:latin typeface="Times New Roman" panose="02020603050405020304" pitchFamily="18" charset="0"/>
                    <a:ea typeface="Calibri" panose="020F0502020204030204" pitchFamily="34" charset="0"/>
                  </a:rPr>
                  <a:t>Z </a:t>
                </a:r>
                <a:r>
                  <a:rPr lang="en-US" b="1" dirty="0">
                    <a:solidFill>
                      <a:srgbClr val="000000"/>
                    </a:solidFill>
                    <a:effectLst/>
                    <a:latin typeface="MathematicalPi-One"/>
                    <a:ea typeface="Calibri" panose="020F0502020204030204" pitchFamily="34" charset="0"/>
                    <a:cs typeface="MathematicalPi-One"/>
                  </a:rPr>
                  <a:t>=</a:t>
                </a:r>
                <a:r>
                  <a:rPr lang="en-US" b="1" dirty="0">
                    <a:solidFill>
                      <a:srgbClr val="000000"/>
                    </a:solidFill>
                    <a:effectLst/>
                    <a:latin typeface="Times New Roman" panose="02020603050405020304" pitchFamily="18" charset="0"/>
                    <a:ea typeface="Calibri" panose="020F0502020204030204" pitchFamily="34" charset="0"/>
                  </a:rPr>
                  <a:t>10 V, the diode is in the “off” state</a:t>
                </a:r>
                <a:endParaRPr lang="en-IN" sz="2400" b="1" dirty="0">
                  <a:solidFill>
                    <a:srgbClr val="000000"/>
                  </a:solidFill>
                  <a:effectLst/>
                  <a:latin typeface="Times New Roman" panose="02020603050405020304" pitchFamily="18" charset="0"/>
                  <a:ea typeface="Calibri" panose="020F0502020204030204" pitchFamily="34" charset="0"/>
                </a:endParaRPr>
              </a:p>
            </p:txBody>
          </p:sp>
        </mc:Choice>
        <mc:Fallback>
          <p:sp>
            <p:nvSpPr>
              <p:cNvPr id="8" name="TextBox 7">
                <a:extLst>
                  <a:ext uri="{FF2B5EF4-FFF2-40B4-BE49-F238E27FC236}">
                    <a16:creationId xmlns:a16="http://schemas.microsoft.com/office/drawing/2014/main" id="{058403BE-A739-4AE2-DA94-19D7720E1DAD}"/>
                  </a:ext>
                </a:extLst>
              </p:cNvPr>
              <p:cNvSpPr txBox="1">
                <a:spLocks noRot="1" noChangeAspect="1" noMove="1" noResize="1" noEditPoints="1" noAdjustHandles="1" noChangeArrowheads="1" noChangeShapeType="1" noTextEdit="1"/>
              </p:cNvSpPr>
              <p:nvPr/>
            </p:nvSpPr>
            <p:spPr>
              <a:xfrm>
                <a:off x="270381" y="1878082"/>
                <a:ext cx="6611176" cy="2526782"/>
              </a:xfrm>
              <a:prstGeom prst="rect">
                <a:avLst/>
              </a:prstGeom>
              <a:blipFill>
                <a:blip r:embed="rId4"/>
                <a:stretch>
                  <a:fillRect t="-1205" b="-482"/>
                </a:stretch>
              </a:blipFill>
            </p:spPr>
            <p:txBody>
              <a:bodyPr/>
              <a:lstStyle/>
              <a:p>
                <a:r>
                  <a:rPr lang="en-IN">
                    <a:noFill/>
                  </a:rPr>
                  <a:t> </a:t>
                </a:r>
              </a:p>
            </p:txBody>
          </p:sp>
        </mc:Fallback>
      </mc:AlternateContent>
      <p:pic>
        <p:nvPicPr>
          <p:cNvPr id="2" name="Picture 1">
            <a:extLst>
              <a:ext uri="{FF2B5EF4-FFF2-40B4-BE49-F238E27FC236}">
                <a16:creationId xmlns:a16="http://schemas.microsoft.com/office/drawing/2014/main" id="{3772E90D-EF71-3F88-D104-12CC7B799527}"/>
              </a:ext>
            </a:extLst>
          </p:cNvPr>
          <p:cNvPicPr>
            <a:picLocks noChangeAspect="1"/>
          </p:cNvPicPr>
          <p:nvPr/>
        </p:nvPicPr>
        <p:blipFill>
          <a:blip r:embed="rId5">
            <a:lum contrast="20000"/>
          </a:blip>
          <a:srcRect/>
          <a:stretch>
            <a:fillRect/>
          </a:stretch>
        </p:blipFill>
        <p:spPr bwMode="auto">
          <a:xfrm>
            <a:off x="3575969" y="4404864"/>
            <a:ext cx="4184374" cy="1484916"/>
          </a:xfrm>
          <a:prstGeom prst="rect">
            <a:avLst/>
          </a:prstGeom>
          <a:noFill/>
          <a:ln w="9525">
            <a:noFill/>
            <a:miter lim="800000"/>
            <a:headEnd/>
            <a:tailEnd/>
          </a:ln>
        </p:spPr>
      </p:pic>
      <p:sp>
        <p:nvSpPr>
          <p:cNvPr id="11" name="TextBox 10">
            <a:extLst>
              <a:ext uri="{FF2B5EF4-FFF2-40B4-BE49-F238E27FC236}">
                <a16:creationId xmlns:a16="http://schemas.microsoft.com/office/drawing/2014/main" id="{3B858D50-9482-5C49-E5D7-35815830FC23}"/>
              </a:ext>
            </a:extLst>
          </p:cNvPr>
          <p:cNvSpPr txBox="1"/>
          <p:nvPr/>
        </p:nvSpPr>
        <p:spPr>
          <a:xfrm>
            <a:off x="3047172" y="6454673"/>
            <a:ext cx="6097656"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FIXED V &amp; R CASE</a:t>
            </a:r>
            <a:endParaRPr lang="en-IN" dirty="0"/>
          </a:p>
        </p:txBody>
      </p:sp>
    </p:spTree>
    <p:extLst>
      <p:ext uri="{BB962C8B-B14F-4D97-AF65-F5344CB8AC3E}">
        <p14:creationId xmlns:p14="http://schemas.microsoft.com/office/powerpoint/2010/main" val="26568946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3F950B-1835-BE1B-1F8B-A2E86ED8B2F8}"/>
              </a:ext>
            </a:extLst>
          </p:cNvPr>
          <p:cNvPicPr>
            <a:picLocks noChangeAspect="1"/>
          </p:cNvPicPr>
          <p:nvPr/>
        </p:nvPicPr>
        <p:blipFill>
          <a:blip r:embed="rId2"/>
          <a:srcRect/>
          <a:stretch>
            <a:fillRect/>
          </a:stretch>
        </p:blipFill>
        <p:spPr bwMode="auto">
          <a:xfrm>
            <a:off x="1106144" y="1244627"/>
            <a:ext cx="4598918" cy="867255"/>
          </a:xfrm>
          <a:prstGeom prst="rect">
            <a:avLst/>
          </a:prstGeom>
          <a:noFill/>
          <a:ln w="9525">
            <a:noFill/>
            <a:miter lim="800000"/>
            <a:headEnd/>
            <a:tailEnd/>
          </a:ln>
        </p:spPr>
      </p:pic>
      <p:sp>
        <p:nvSpPr>
          <p:cNvPr id="5" name="TextBox 4">
            <a:extLst>
              <a:ext uri="{FF2B5EF4-FFF2-40B4-BE49-F238E27FC236}">
                <a16:creationId xmlns:a16="http://schemas.microsoft.com/office/drawing/2014/main" id="{9B590D14-B5BC-0759-7AAC-193925336FF5}"/>
              </a:ext>
            </a:extLst>
          </p:cNvPr>
          <p:cNvSpPr txBox="1"/>
          <p:nvPr/>
        </p:nvSpPr>
        <p:spPr>
          <a:xfrm>
            <a:off x="704672" y="2687098"/>
            <a:ext cx="3340556" cy="1015663"/>
          </a:xfrm>
          <a:prstGeom prst="rect">
            <a:avLst/>
          </a:prstGeom>
          <a:noFill/>
        </p:spPr>
        <p:txBody>
          <a:bodyPr wrap="square">
            <a:spAutoFit/>
          </a:bodyPr>
          <a:lstStyle/>
          <a:p>
            <a:pPr marL="457200"/>
            <a:r>
              <a:rPr lang="en-US" sz="2000" dirty="0">
                <a:solidFill>
                  <a:srgbClr val="000000"/>
                </a:solidFill>
                <a:effectLst/>
                <a:latin typeface="Times New Roman" panose="02020603050405020304" pitchFamily="18" charset="0"/>
                <a:ea typeface="Calibri" panose="020F0502020204030204" pitchFamily="34" charset="0"/>
              </a:rPr>
              <a:t>Since </a:t>
            </a:r>
            <a:r>
              <a:rPr lang="en-US" sz="2000" i="1" dirty="0">
                <a:solidFill>
                  <a:srgbClr val="000000"/>
                </a:solidFill>
                <a:effectLst/>
                <a:latin typeface="Times New Roman" panose="02020603050405020304" pitchFamily="18" charset="0"/>
                <a:ea typeface="Calibri" panose="020F0502020204030204" pitchFamily="34" charset="0"/>
              </a:rPr>
              <a:t>V </a:t>
            </a:r>
            <a:r>
              <a:rPr lang="en-US" sz="2000" dirty="0">
                <a:solidFill>
                  <a:srgbClr val="000000"/>
                </a:solidFill>
                <a:effectLst/>
                <a:latin typeface="MathematicalPi-One"/>
                <a:ea typeface="Calibri" panose="020F0502020204030204" pitchFamily="34" charset="0"/>
                <a:cs typeface="MathematicalPi-One"/>
              </a:rPr>
              <a:t>=</a:t>
            </a:r>
            <a:r>
              <a:rPr lang="en-US" sz="2000" dirty="0">
                <a:solidFill>
                  <a:srgbClr val="000000"/>
                </a:solidFill>
                <a:effectLst/>
                <a:latin typeface="Times New Roman" panose="02020603050405020304" pitchFamily="18" charset="0"/>
                <a:ea typeface="Calibri" panose="020F0502020204030204" pitchFamily="34" charset="0"/>
              </a:rPr>
              <a:t>12 V is greater than </a:t>
            </a:r>
            <a:r>
              <a:rPr lang="en-US" sz="2000" i="1" dirty="0">
                <a:solidFill>
                  <a:srgbClr val="000000"/>
                </a:solidFill>
                <a:effectLst/>
                <a:latin typeface="Times New Roman" panose="02020603050405020304" pitchFamily="18" charset="0"/>
                <a:ea typeface="Calibri" panose="020F0502020204030204" pitchFamily="34" charset="0"/>
              </a:rPr>
              <a:t>V</a:t>
            </a:r>
            <a:r>
              <a:rPr lang="en-US" sz="900" i="1" dirty="0">
                <a:solidFill>
                  <a:srgbClr val="000000"/>
                </a:solidFill>
                <a:effectLst/>
                <a:latin typeface="Times New Roman" panose="02020603050405020304" pitchFamily="18" charset="0"/>
                <a:ea typeface="Calibri" panose="020F0502020204030204" pitchFamily="34" charset="0"/>
              </a:rPr>
              <a:t>Z </a:t>
            </a:r>
            <a:r>
              <a:rPr lang="en-US" sz="2000" dirty="0">
                <a:solidFill>
                  <a:srgbClr val="000000"/>
                </a:solidFill>
                <a:effectLst/>
                <a:latin typeface="MathematicalPi-One"/>
                <a:ea typeface="Calibri" panose="020F0502020204030204" pitchFamily="34" charset="0"/>
                <a:cs typeface="MathematicalPi-One"/>
              </a:rPr>
              <a:t>= </a:t>
            </a:r>
            <a:r>
              <a:rPr lang="en-US" sz="2000" dirty="0">
                <a:solidFill>
                  <a:srgbClr val="000000"/>
                </a:solidFill>
                <a:effectLst/>
                <a:latin typeface="Times New Roman" panose="02020603050405020304" pitchFamily="18" charset="0"/>
                <a:ea typeface="Calibri" panose="020F0502020204030204" pitchFamily="34" charset="0"/>
              </a:rPr>
              <a:t>10 V, the diode is in the “on” state</a:t>
            </a:r>
            <a:endParaRPr lang="en-IN" sz="2800" dirty="0">
              <a:solidFill>
                <a:srgbClr val="000000"/>
              </a:solidFill>
              <a:effectLst/>
              <a:latin typeface="Times New Roman" panose="02020603050405020304" pitchFamily="18" charset="0"/>
              <a:ea typeface="Calibri" panose="020F0502020204030204" pitchFamily="34" charset="0"/>
            </a:endParaRPr>
          </a:p>
        </p:txBody>
      </p:sp>
      <p:pic>
        <p:nvPicPr>
          <p:cNvPr id="6" name="Picture 5">
            <a:extLst>
              <a:ext uri="{FF2B5EF4-FFF2-40B4-BE49-F238E27FC236}">
                <a16:creationId xmlns:a16="http://schemas.microsoft.com/office/drawing/2014/main" id="{ED819DD9-50C3-C245-9DAE-0A6CD489D99D}"/>
              </a:ext>
            </a:extLst>
          </p:cNvPr>
          <p:cNvPicPr>
            <a:picLocks noChangeAspect="1"/>
          </p:cNvPicPr>
          <p:nvPr/>
        </p:nvPicPr>
        <p:blipFill>
          <a:blip r:embed="rId3"/>
          <a:srcRect/>
          <a:stretch>
            <a:fillRect/>
          </a:stretch>
        </p:blipFill>
        <p:spPr bwMode="auto">
          <a:xfrm>
            <a:off x="7026964" y="469449"/>
            <a:ext cx="4130535" cy="3786227"/>
          </a:xfrm>
          <a:prstGeom prst="rect">
            <a:avLst/>
          </a:prstGeom>
          <a:noFill/>
          <a:ln w="9525">
            <a:noFill/>
            <a:miter lim="800000"/>
            <a:headEnd/>
            <a:tailEnd/>
          </a:ln>
        </p:spPr>
      </p:pic>
      <p:pic>
        <p:nvPicPr>
          <p:cNvPr id="7" name="Picture 6">
            <a:extLst>
              <a:ext uri="{FF2B5EF4-FFF2-40B4-BE49-F238E27FC236}">
                <a16:creationId xmlns:a16="http://schemas.microsoft.com/office/drawing/2014/main" id="{B4C3B965-AEE9-7461-DBDC-82B519F952AB}"/>
              </a:ext>
            </a:extLst>
          </p:cNvPr>
          <p:cNvPicPr>
            <a:picLocks noChangeAspect="1"/>
          </p:cNvPicPr>
          <p:nvPr/>
        </p:nvPicPr>
        <p:blipFill>
          <a:blip r:embed="rId4"/>
          <a:srcRect/>
          <a:stretch>
            <a:fillRect/>
          </a:stretch>
        </p:blipFill>
        <p:spPr bwMode="auto">
          <a:xfrm>
            <a:off x="2944469" y="5477174"/>
            <a:ext cx="6200359" cy="567639"/>
          </a:xfrm>
          <a:prstGeom prst="rect">
            <a:avLst/>
          </a:prstGeom>
          <a:noFill/>
          <a:ln w="9525">
            <a:noFill/>
            <a:miter lim="800000"/>
            <a:headEnd/>
            <a:tailEnd/>
          </a:ln>
        </p:spPr>
      </p:pic>
      <p:sp>
        <p:nvSpPr>
          <p:cNvPr id="8" name="TextBox 7">
            <a:extLst>
              <a:ext uri="{FF2B5EF4-FFF2-40B4-BE49-F238E27FC236}">
                <a16:creationId xmlns:a16="http://schemas.microsoft.com/office/drawing/2014/main" id="{6BC00CDE-658B-D54C-C8A6-DBB7A8C40583}"/>
              </a:ext>
            </a:extLst>
          </p:cNvPr>
          <p:cNvSpPr txBox="1"/>
          <p:nvPr/>
        </p:nvSpPr>
        <p:spPr>
          <a:xfrm>
            <a:off x="460926" y="300080"/>
            <a:ext cx="6097656" cy="369332"/>
          </a:xfrm>
          <a:prstGeom prst="rect">
            <a:avLst/>
          </a:prstGeom>
          <a:noFill/>
        </p:spPr>
        <p:txBody>
          <a:bodyPr wrap="square">
            <a:spAutoFit/>
          </a:bodyPr>
          <a:lstStyle/>
          <a:p>
            <a:pPr marL="457200"/>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 with </a:t>
            </a:r>
            <a:r>
              <a:rPr lang="en-US" sz="18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RL </a:t>
            </a: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3 kΩ</a:t>
            </a:r>
            <a:endPar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19CDA609-5374-5319-C5BE-F4BB797ACE71}"/>
              </a:ext>
            </a:extLst>
          </p:cNvPr>
          <p:cNvSpPr txBox="1"/>
          <p:nvPr/>
        </p:nvSpPr>
        <p:spPr>
          <a:xfrm>
            <a:off x="3047172" y="6454673"/>
            <a:ext cx="6097656"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FIXED V &amp; R CASE</a:t>
            </a:r>
            <a:endParaRPr lang="en-IN" dirty="0"/>
          </a:p>
        </p:txBody>
      </p:sp>
    </p:spTree>
    <p:extLst>
      <p:ext uri="{BB962C8B-B14F-4D97-AF65-F5344CB8AC3E}">
        <p14:creationId xmlns:p14="http://schemas.microsoft.com/office/powerpoint/2010/main" val="21142801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422375-705E-9482-189C-600B0FFE4DDA}"/>
              </a:ext>
            </a:extLst>
          </p:cNvPr>
          <p:cNvSpPr txBox="1"/>
          <p:nvPr/>
        </p:nvSpPr>
        <p:spPr>
          <a:xfrm>
            <a:off x="1024144" y="224292"/>
            <a:ext cx="10143711"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0" algn="ctr"/>
            <a:r>
              <a:rPr lang="en-US" sz="2400" b="1" dirty="0"/>
              <a:t>SPECIAL PURPOSE 2T DEVICES: VARACTOR, TUNNEL,SCHOTTKY,  PHOTO, LED </a:t>
            </a:r>
            <a:endParaRPr lang="en-IN" sz="2400" b="1" dirty="0"/>
          </a:p>
        </p:txBody>
      </p:sp>
      <p:sp>
        <p:nvSpPr>
          <p:cNvPr id="6" name="TextBox 5">
            <a:extLst>
              <a:ext uri="{FF2B5EF4-FFF2-40B4-BE49-F238E27FC236}">
                <a16:creationId xmlns:a16="http://schemas.microsoft.com/office/drawing/2014/main" id="{9772011F-4A2B-CC74-D8F6-0194A127FB43}"/>
              </a:ext>
            </a:extLst>
          </p:cNvPr>
          <p:cNvSpPr txBox="1"/>
          <p:nvPr/>
        </p:nvSpPr>
        <p:spPr>
          <a:xfrm>
            <a:off x="993912" y="997818"/>
            <a:ext cx="10386391" cy="4708981"/>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Varactor Diode: </a:t>
            </a:r>
            <a:r>
              <a:rPr lang="en-US" sz="2000" dirty="0">
                <a:latin typeface="Times New Roman" panose="02020603050405020304" pitchFamily="18" charset="0"/>
                <a:cs typeface="Times New Roman" panose="02020603050405020304" pitchFamily="18" charset="0"/>
              </a:rPr>
              <a:t>Also called </a:t>
            </a:r>
            <a:r>
              <a:rPr lang="en-IN" sz="2000" b="0" i="0" dirty="0">
                <a:solidFill>
                  <a:srgbClr val="444444"/>
                </a:solidFill>
                <a:effectLst/>
                <a:highlight>
                  <a:srgbClr val="FFFFFF"/>
                </a:highlight>
                <a:latin typeface="Times New Roman" panose="02020603050405020304" pitchFamily="18" charset="0"/>
                <a:cs typeface="Times New Roman" panose="02020603050405020304" pitchFamily="18" charset="0"/>
              </a:rPr>
              <a:t>Varicap , Volt cap, Voltage variable capacitance, or Tunning diode.</a:t>
            </a:r>
            <a:r>
              <a:rPr lang="en-US" sz="2000" b="0" i="0" dirty="0">
                <a:solidFill>
                  <a:srgbClr val="444444"/>
                </a:solidFill>
                <a:effectLst/>
                <a:highlight>
                  <a:srgbClr val="FFFFFF"/>
                </a:highlight>
                <a:latin typeface="Times New Roman" panose="02020603050405020304" pitchFamily="18" charset="0"/>
                <a:cs typeface="Times New Roman" panose="02020603050405020304" pitchFamily="18" charset="0"/>
              </a:rPr>
              <a:t> One end of the symbol consists of the diode, and the other has two parallel lines representing the capacitor’s conductive plates. The gap between the plates shows their dielectric.</a:t>
            </a:r>
            <a:endParaRPr 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Function:</a:t>
            </a:r>
            <a:r>
              <a:rPr lang="en-US" sz="2000" dirty="0">
                <a:latin typeface="Times New Roman" panose="02020603050405020304" pitchFamily="18" charset="0"/>
                <a:cs typeface="Times New Roman" panose="02020603050405020304" pitchFamily="18" charset="0"/>
              </a:rPr>
              <a:t> A varactor diode is a semiconductor diode whose capacitance varies with the voltage applied across its terminals. It is commonly used in RF circuits as a voltage-controlled capacitor.</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Construction:</a:t>
            </a:r>
            <a:r>
              <a:rPr lang="en-US" sz="2000" dirty="0">
                <a:latin typeface="Times New Roman" panose="02020603050405020304" pitchFamily="18" charset="0"/>
                <a:cs typeface="Times New Roman" panose="02020603050405020304" pitchFamily="18" charset="0"/>
              </a:rPr>
              <a:t> It consists of a p-n junction with a reverse bias applied. The depletion region acts as the dielectric of the capacitor, and the p and n regions act as the plates.</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Applications:</a:t>
            </a:r>
            <a:r>
              <a:rPr lang="en-US" sz="2000" dirty="0">
                <a:latin typeface="Times New Roman" panose="02020603050405020304" pitchFamily="18" charset="0"/>
                <a:cs typeface="Times New Roman" panose="02020603050405020304" pitchFamily="18" charset="0"/>
              </a:rPr>
              <a:t> Varactors are used in frequency modulation (FM) applications, voltage-controlled oscillators (VCOs).</a:t>
            </a:r>
          </a:p>
          <a:p>
            <a:pPr algn="just"/>
            <a:endParaRPr lang="en-US" sz="20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Key Characteristics:</a:t>
            </a:r>
            <a:endParaRPr lang="en-US" sz="2000"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 Q-factor at high frequencies.</a:t>
            </a:r>
          </a:p>
          <a:p>
            <a:pPr marL="742950" lvl="1"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Capacitance decreases as the reverse bias increases.</a:t>
            </a:r>
          </a:p>
          <a:p>
            <a:pPr marL="742950" lvl="1"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 noise characteristics.</a:t>
            </a:r>
          </a:p>
        </p:txBody>
      </p:sp>
      <p:pic>
        <p:nvPicPr>
          <p:cNvPr id="7" name="Picture 6">
            <a:extLst>
              <a:ext uri="{FF2B5EF4-FFF2-40B4-BE49-F238E27FC236}">
                <a16:creationId xmlns:a16="http://schemas.microsoft.com/office/drawing/2014/main" id="{A6D1F9EB-6211-3C8C-2D43-BF07F5D9FD8E}"/>
              </a:ext>
            </a:extLst>
          </p:cNvPr>
          <p:cNvPicPr>
            <a:picLocks noChangeAspect="1"/>
          </p:cNvPicPr>
          <p:nvPr/>
        </p:nvPicPr>
        <p:blipFill>
          <a:blip r:embed="rId3"/>
          <a:stretch>
            <a:fillRect/>
          </a:stretch>
        </p:blipFill>
        <p:spPr>
          <a:xfrm>
            <a:off x="6858352" y="4281541"/>
            <a:ext cx="3238937" cy="1578641"/>
          </a:xfrm>
          <a:prstGeom prst="rect">
            <a:avLst/>
          </a:prstGeom>
        </p:spPr>
      </p:pic>
      <p:pic>
        <p:nvPicPr>
          <p:cNvPr id="2050" name="Picture 2" descr="Varactor Diode: Symbol, Construction, Working &amp; Applications">
            <a:extLst>
              <a:ext uri="{FF2B5EF4-FFF2-40B4-BE49-F238E27FC236}">
                <a16:creationId xmlns:a16="http://schemas.microsoft.com/office/drawing/2014/main" id="{14345E21-5D78-6A54-A401-AB525610BC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01809" y="3686338"/>
            <a:ext cx="2462419" cy="2563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49983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FF31F1-04CD-C565-B28B-37D00C7584F8}"/>
              </a:ext>
            </a:extLst>
          </p:cNvPr>
          <p:cNvSpPr txBox="1"/>
          <p:nvPr/>
        </p:nvSpPr>
        <p:spPr>
          <a:xfrm>
            <a:off x="896339" y="302359"/>
            <a:ext cx="10165913" cy="6555641"/>
          </a:xfrm>
          <a:prstGeom prst="rect">
            <a:avLst/>
          </a:prstGeom>
          <a:noFill/>
        </p:spPr>
        <p:txBody>
          <a:bodyPr wrap="square">
            <a:spAutoFit/>
          </a:bodyPr>
          <a:lstStyle/>
          <a:p>
            <a:pPr algn="just"/>
            <a:r>
              <a:rPr lang="en-US" sz="2000" b="1" i="0" dirty="0">
                <a:effectLst/>
                <a:highlight>
                  <a:srgbClr val="FFFFFF"/>
                </a:highlight>
                <a:latin typeface="Times New Roman" panose="02020603050405020304" pitchFamily="18" charset="0"/>
                <a:cs typeface="Times New Roman" panose="02020603050405020304" pitchFamily="18" charset="0"/>
              </a:rPr>
              <a:t>Photodiodes</a:t>
            </a:r>
            <a:r>
              <a:rPr lang="en-US" sz="2000" b="0" i="0" dirty="0">
                <a:effectLst/>
                <a:highlight>
                  <a:srgbClr val="FFFFFF"/>
                </a:highlight>
                <a:latin typeface="Times New Roman" panose="02020603050405020304" pitchFamily="18" charset="0"/>
                <a:cs typeface="Times New Roman" panose="02020603050405020304" pitchFamily="18" charset="0"/>
              </a:rPr>
              <a:t> are a class of diodes that converts light energy to electricity. Their working is exactly the opposite of LEDs which are also diodes but they convert electricity to light energy. Function: A photodiode is a semiconductor device that converts light into an electrical current. The current is generated when photons are absorbed in the photodiode, creating electron-hole pairs.</a:t>
            </a:r>
          </a:p>
          <a:p>
            <a:pPr algn="just"/>
            <a:endParaRPr lang="en-US" sz="2000" dirty="0">
              <a:highlight>
                <a:srgbClr val="FFFFFF"/>
              </a:highlight>
              <a:latin typeface="Times New Roman" panose="02020603050405020304" pitchFamily="18" charset="0"/>
              <a:cs typeface="Times New Roman" panose="02020603050405020304" pitchFamily="18" charset="0"/>
            </a:endParaRPr>
          </a:p>
          <a:p>
            <a:pPr algn="just"/>
            <a:r>
              <a:rPr lang="en-US" sz="2000" b="0" i="0" dirty="0">
                <a:effectLst/>
                <a:highlight>
                  <a:srgbClr val="FFFFFF"/>
                </a:highlight>
                <a:latin typeface="Times New Roman" panose="02020603050405020304" pitchFamily="18" charset="0"/>
                <a:cs typeface="Times New Roman" panose="02020603050405020304" pitchFamily="18" charset="0"/>
              </a:rPr>
              <a:t>A photodiode is subjected to photons in the form of light which affects the generation of electron-hole pairs. If the energy of the falling photons (hv) is greater than the energy gap (E</a:t>
            </a:r>
            <a:r>
              <a:rPr lang="en-US" sz="2000" b="0" i="0" baseline="-25000" dirty="0">
                <a:effectLst/>
                <a:highlight>
                  <a:srgbClr val="FFFFFF"/>
                </a:highlight>
                <a:latin typeface="Times New Roman" panose="02020603050405020304" pitchFamily="18" charset="0"/>
                <a:cs typeface="Times New Roman" panose="02020603050405020304" pitchFamily="18" charset="0"/>
              </a:rPr>
              <a:t>g</a:t>
            </a:r>
            <a:r>
              <a:rPr lang="en-US" sz="2000" b="0" i="0" dirty="0">
                <a:effectLst/>
                <a:highlight>
                  <a:srgbClr val="FFFFFF"/>
                </a:highlight>
                <a:latin typeface="Times New Roman" panose="02020603050405020304" pitchFamily="18" charset="0"/>
                <a:cs typeface="Times New Roman" panose="02020603050405020304" pitchFamily="18" charset="0"/>
              </a:rPr>
              <a:t>) of the semiconductor material, electron-hole pairs are created near the depletion region of the diode. The electron-hole pairs created are separated from each other before recombining due to the electric field of the junction. Now when an external load is connected to the system, a current flow is observed through it.</a:t>
            </a:r>
          </a:p>
          <a:p>
            <a:pPr algn="just"/>
            <a:endParaRPr lang="en-US" sz="2000" b="0" i="0" dirty="0">
              <a:effectLst/>
              <a:highlight>
                <a:srgbClr val="FFFFFF"/>
              </a:highlight>
              <a:latin typeface="Times New Roman" panose="02020603050405020304" pitchFamily="18" charset="0"/>
              <a:cs typeface="Times New Roman" panose="02020603050405020304" pitchFamily="18" charset="0"/>
            </a:endParaRPr>
          </a:p>
          <a:p>
            <a:pPr algn="just"/>
            <a:r>
              <a:rPr lang="en-US" sz="2000" b="1" i="0" dirty="0">
                <a:effectLst/>
                <a:highlight>
                  <a:srgbClr val="FFFFFF"/>
                </a:highlight>
                <a:latin typeface="Times New Roman" panose="02020603050405020304" pitchFamily="18" charset="0"/>
                <a:cs typeface="Times New Roman" panose="02020603050405020304" pitchFamily="18" charset="0"/>
              </a:rPr>
              <a:t>Applications:</a:t>
            </a:r>
            <a:r>
              <a:rPr lang="en-US" sz="2000" b="0" i="0" dirty="0">
                <a:effectLst/>
                <a:highlight>
                  <a:srgbClr val="FFFFFF"/>
                </a:highlight>
                <a:latin typeface="Times New Roman" panose="02020603050405020304" pitchFamily="18" charset="0"/>
                <a:cs typeface="Times New Roman" panose="02020603050405020304" pitchFamily="18" charset="0"/>
              </a:rPr>
              <a:t> Used in light detection, optical communication systems, and solar cells.</a:t>
            </a:r>
          </a:p>
          <a:p>
            <a:pPr algn="just"/>
            <a:endParaRPr lang="en-US" sz="2000" b="0" i="0" dirty="0">
              <a:effectLst/>
              <a:highlight>
                <a:srgbClr val="FFFFFF"/>
              </a:highlight>
              <a:latin typeface="Times New Roman" panose="02020603050405020304" pitchFamily="18" charset="0"/>
              <a:cs typeface="Times New Roman" panose="02020603050405020304" pitchFamily="18" charset="0"/>
            </a:endParaRPr>
          </a:p>
          <a:p>
            <a:pPr algn="just"/>
            <a:r>
              <a:rPr lang="en-US" sz="2000" b="1" i="0" dirty="0">
                <a:effectLst/>
                <a:highlight>
                  <a:srgbClr val="FFFFFF"/>
                </a:highlight>
                <a:latin typeface="Times New Roman" panose="02020603050405020304" pitchFamily="18" charset="0"/>
                <a:cs typeface="Times New Roman" panose="02020603050405020304" pitchFamily="18" charset="0"/>
              </a:rPr>
              <a:t>Key Characteristics:</a:t>
            </a:r>
          </a:p>
          <a:p>
            <a:pPr algn="just"/>
            <a:r>
              <a:rPr lang="en-US" sz="2000" b="0" i="0" dirty="0">
                <a:effectLst/>
                <a:highlight>
                  <a:srgbClr val="FFFFFF"/>
                </a:highlight>
                <a:latin typeface="Times New Roman" panose="02020603050405020304" pitchFamily="18" charset="0"/>
                <a:cs typeface="Times New Roman" panose="02020603050405020304" pitchFamily="18" charset="0"/>
              </a:rPr>
              <a:t>High sensitivity to light.</a:t>
            </a:r>
          </a:p>
          <a:p>
            <a:pPr algn="just"/>
            <a:r>
              <a:rPr lang="en-US" sz="2000" b="0" i="0" dirty="0">
                <a:effectLst/>
                <a:highlight>
                  <a:srgbClr val="FFFFFF"/>
                </a:highlight>
                <a:latin typeface="Times New Roman" panose="02020603050405020304" pitchFamily="18" charset="0"/>
                <a:cs typeface="Times New Roman" panose="02020603050405020304" pitchFamily="18" charset="0"/>
              </a:rPr>
              <a:t>Fast response time.</a:t>
            </a:r>
          </a:p>
          <a:p>
            <a:pPr algn="just"/>
            <a:r>
              <a:rPr lang="en-US" sz="2000" b="0" i="0" dirty="0">
                <a:effectLst/>
                <a:highlight>
                  <a:srgbClr val="FFFFFF"/>
                </a:highlight>
                <a:latin typeface="Times New Roman" panose="02020603050405020304" pitchFamily="18" charset="0"/>
                <a:cs typeface="Times New Roman" panose="02020603050405020304" pitchFamily="18" charset="0"/>
              </a:rPr>
              <a:t>Operates in photoconductive (reverse bias) or photovoltaic (zero bias) modes.</a:t>
            </a:r>
          </a:p>
          <a:p>
            <a:pPr algn="just"/>
            <a:endParaRPr lang="en-US" sz="2000" b="0" i="0" dirty="0">
              <a:effectLst/>
              <a:highlight>
                <a:srgbClr val="FFFFFF"/>
              </a:highlight>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407C335-1573-A883-BF9B-AA8E1D838B8C}"/>
              </a:ext>
            </a:extLst>
          </p:cNvPr>
          <p:cNvPicPr>
            <a:picLocks noChangeAspect="1"/>
          </p:cNvPicPr>
          <p:nvPr/>
        </p:nvPicPr>
        <p:blipFill>
          <a:blip r:embed="rId2"/>
          <a:srcRect l="7260" t="11256" r="17652" b="29559"/>
          <a:stretch/>
        </p:blipFill>
        <p:spPr>
          <a:xfrm>
            <a:off x="10118035" y="4562060"/>
            <a:ext cx="1888435" cy="1550505"/>
          </a:xfrm>
          <a:prstGeom prst="rect">
            <a:avLst/>
          </a:prstGeom>
        </p:spPr>
      </p:pic>
    </p:spTree>
    <p:extLst>
      <p:ext uri="{BB962C8B-B14F-4D97-AF65-F5344CB8AC3E}">
        <p14:creationId xmlns:p14="http://schemas.microsoft.com/office/powerpoint/2010/main" val="21563617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5DA61D-483D-B020-A881-E88B443EF450}"/>
              </a:ext>
            </a:extLst>
          </p:cNvPr>
          <p:cNvPicPr>
            <a:picLocks noChangeAspect="1"/>
          </p:cNvPicPr>
          <p:nvPr/>
        </p:nvPicPr>
        <p:blipFill>
          <a:blip r:embed="rId2"/>
          <a:srcRect b="12076"/>
          <a:stretch/>
        </p:blipFill>
        <p:spPr>
          <a:xfrm>
            <a:off x="8518660" y="3967172"/>
            <a:ext cx="3169867" cy="1650359"/>
          </a:xfrm>
          <a:prstGeom prst="rect">
            <a:avLst/>
          </a:prstGeom>
        </p:spPr>
      </p:pic>
      <p:sp>
        <p:nvSpPr>
          <p:cNvPr id="5" name="TextBox 4">
            <a:extLst>
              <a:ext uri="{FF2B5EF4-FFF2-40B4-BE49-F238E27FC236}">
                <a16:creationId xmlns:a16="http://schemas.microsoft.com/office/drawing/2014/main" id="{518901F8-9788-9C47-8F68-BAF0FABB28BD}"/>
              </a:ext>
            </a:extLst>
          </p:cNvPr>
          <p:cNvSpPr txBox="1"/>
          <p:nvPr/>
        </p:nvSpPr>
        <p:spPr>
          <a:xfrm>
            <a:off x="795131" y="600773"/>
            <a:ext cx="8834605" cy="5324535"/>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Tunnel Diode:</a:t>
            </a:r>
          </a:p>
          <a:p>
            <a:pPr algn="just"/>
            <a:endParaRPr 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Function:</a:t>
            </a:r>
            <a:r>
              <a:rPr lang="en-US" sz="2000" dirty="0">
                <a:latin typeface="Times New Roman" panose="02020603050405020304" pitchFamily="18" charset="0"/>
                <a:cs typeface="Times New Roman" panose="02020603050405020304" pitchFamily="18" charset="0"/>
              </a:rPr>
              <a:t> A tunnel diode is a type of diode that has a negative resistance region due to quantum mechanical tunneling. It can operate at very high speeds, making it useful in high-frequency applications.</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Construction:</a:t>
            </a:r>
            <a:r>
              <a:rPr lang="en-US" sz="2000" dirty="0">
                <a:latin typeface="Times New Roman" panose="02020603050405020304" pitchFamily="18" charset="0"/>
                <a:cs typeface="Times New Roman" panose="02020603050405020304" pitchFamily="18" charset="0"/>
              </a:rPr>
              <a:t> It consists of a heavily doped p-n junction, which causes the energy bands to overlap, allowing electrons to "tunnel" through the junction. Narrow depletion region due to high doping , width is inversely proportional to doping concentration.</a:t>
            </a:r>
          </a:p>
          <a:p>
            <a:pPr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Applications:</a:t>
            </a:r>
            <a:r>
              <a:rPr lang="en-US" sz="2000" dirty="0">
                <a:latin typeface="Times New Roman" panose="02020603050405020304" pitchFamily="18" charset="0"/>
                <a:cs typeface="Times New Roman" panose="02020603050405020304" pitchFamily="18" charset="0"/>
              </a:rPr>
              <a:t> Used in oscillators, amplifiers, and microwave frequency circuits.</a:t>
            </a:r>
          </a:p>
          <a:p>
            <a:pPr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Key Characteristics:</a:t>
            </a:r>
            <a:endParaRPr lang="en-US" sz="2000"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Exhibits negative resistance, allowing it to amplify signals.</a:t>
            </a:r>
          </a:p>
          <a:p>
            <a:pPr marL="742950" lvl="1"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Can operate at very high frequencies (GHz range).</a:t>
            </a:r>
          </a:p>
          <a:p>
            <a:pPr marL="742950" lvl="1"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 power consumption and highly reliable.</a:t>
            </a:r>
          </a:p>
          <a:p>
            <a:pPr marL="742950" lvl="1"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breakdown</a:t>
            </a:r>
          </a:p>
        </p:txBody>
      </p:sp>
    </p:spTree>
    <p:extLst>
      <p:ext uri="{BB962C8B-B14F-4D97-AF65-F5344CB8AC3E}">
        <p14:creationId xmlns:p14="http://schemas.microsoft.com/office/powerpoint/2010/main" val="36587564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A401B994-0958-6F29-777B-41318287861B}"/>
              </a:ext>
            </a:extLst>
          </p:cNvPr>
          <p:cNvSpPr txBox="1"/>
          <p:nvPr/>
        </p:nvSpPr>
        <p:spPr>
          <a:xfrm>
            <a:off x="5713345" y="241354"/>
            <a:ext cx="6096000" cy="3970318"/>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Ohmic region is zero to peak voltage (0 to Vp) . </a:t>
            </a:r>
            <a:r>
              <a:rPr lang="en-US" dirty="0">
                <a:latin typeface="Times New Roman" panose="02020603050405020304" pitchFamily="18" charset="0"/>
                <a:cs typeface="Times New Roman" panose="02020603050405020304" pitchFamily="18" charset="0"/>
              </a:rPr>
              <a:t>In ohmic region tunnel diode behaves like linear diode</a:t>
            </a: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Negative resistance region: (V&gt;Vp) Biasing voltage is from peak voltage to the valley voltage. </a:t>
            </a:r>
          </a:p>
          <a:p>
            <a:pPr algn="just"/>
            <a:r>
              <a:rPr lang="en-US" dirty="0">
                <a:latin typeface="Times New Roman" panose="02020603050405020304" pitchFamily="18" charset="0"/>
                <a:cs typeface="Times New Roman" panose="02020603050405020304" pitchFamily="18" charset="0"/>
              </a:rPr>
              <a:t>Negative resistance in a tunnel diode is a region where an increase in voltage causes a decrease in current. This happens because of the tunneling effect, a quantum mechanics phenomenon that occurs when impurities are heavily doped into semiconductor materials. When voltage increases, electrons tunnel through the P-N junction barrier and fill electron states in the conduction band. However, as voltage increases further, the states become misaligned and the current drops</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4FF08E6-58AC-72B9-8044-899292AFDB92}"/>
              </a:ext>
            </a:extLst>
          </p:cNvPr>
          <p:cNvSpPr txBox="1"/>
          <p:nvPr/>
        </p:nvSpPr>
        <p:spPr>
          <a:xfrm>
            <a:off x="5713345" y="4074152"/>
            <a:ext cx="6096000" cy="2031325"/>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Saturation region:- If applied voltage is more than peak voltage(V&gt;Vv)</a:t>
            </a:r>
          </a:p>
          <a:p>
            <a:pPr algn="just"/>
            <a:r>
              <a:rPr lang="en-US" dirty="0">
                <a:latin typeface="Times New Roman" panose="02020603050405020304" pitchFamily="18" charset="0"/>
                <a:cs typeface="Times New Roman" panose="02020603050405020304" pitchFamily="18" charset="0"/>
              </a:rPr>
              <a:t>The tunnel diode behaves like an ordinary diode, and show zero tunnel current and maximum diode current. If the applied voltage is greater than the voltage of the depletion layer the tunnel current start decreasing till the valley voltage level after that current increase exponentially.</a:t>
            </a:r>
            <a:endParaRPr lang="en-IN" dirty="0">
              <a:latin typeface="Times New Roman" panose="02020603050405020304" pitchFamily="18" charset="0"/>
              <a:cs typeface="Times New Roman" panose="02020603050405020304" pitchFamily="18" charset="0"/>
            </a:endParaRPr>
          </a:p>
        </p:txBody>
      </p:sp>
      <p:pic>
        <p:nvPicPr>
          <p:cNvPr id="1026" name="Picture 2" descr="What is a Tunnel Diode? - Definition, Symbol, Construction &amp; Working -  Circuit Globe">
            <a:extLst>
              <a:ext uri="{FF2B5EF4-FFF2-40B4-BE49-F238E27FC236}">
                <a16:creationId xmlns:a16="http://schemas.microsoft.com/office/drawing/2014/main" id="{CE518ED0-C4A3-1F0B-390F-56EDB65D1E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095" y="771449"/>
            <a:ext cx="5261031" cy="4612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0983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5FAE94-CC02-98F5-8C81-E3CA4C332263}"/>
              </a:ext>
            </a:extLst>
          </p:cNvPr>
          <p:cNvSpPr txBox="1"/>
          <p:nvPr/>
        </p:nvSpPr>
        <p:spPr>
          <a:xfrm>
            <a:off x="951672" y="268357"/>
            <a:ext cx="10458450" cy="224676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2000" b="1" i="0" dirty="0">
                <a:effectLst/>
                <a:highlight>
                  <a:srgbClr val="FFFFFF"/>
                </a:highlight>
                <a:latin typeface="Times New Roman" panose="02020603050405020304" pitchFamily="18" charset="0"/>
                <a:cs typeface="Times New Roman" panose="02020603050405020304" pitchFamily="18" charset="0"/>
              </a:rPr>
              <a:t> LED</a:t>
            </a:r>
          </a:p>
          <a:p>
            <a:pPr algn="just"/>
            <a:r>
              <a:rPr lang="en-US" sz="2000" b="0" i="0" dirty="0">
                <a:effectLst/>
                <a:highlight>
                  <a:srgbClr val="FFFFFF"/>
                </a:highlight>
                <a:latin typeface="Times New Roman" panose="02020603050405020304" pitchFamily="18" charset="0"/>
                <a:cs typeface="Times New Roman" panose="02020603050405020304" pitchFamily="18" charset="0"/>
              </a:rPr>
              <a:t>A light-emitting diode (LED) is a semiconductor device that emits light when an electric current flows through it. When current passes through an LED, the electrons recombine with holes emitting light in the process. LEDs allow the current to flow in the forward direction and blocks the current in the reverse direction. The working of a photodiode is completely reversed to that of an LED. While an LED converts electrical energy into light (emits light), a photodiode converts light to electrical energy. </a:t>
            </a:r>
          </a:p>
        </p:txBody>
      </p:sp>
      <p:pic>
        <p:nvPicPr>
          <p:cNvPr id="7" name="Picture 6">
            <a:extLst>
              <a:ext uri="{FF2B5EF4-FFF2-40B4-BE49-F238E27FC236}">
                <a16:creationId xmlns:a16="http://schemas.microsoft.com/office/drawing/2014/main" id="{968D1C3C-09E9-BBDA-F383-2F761FAB1E97}"/>
              </a:ext>
            </a:extLst>
          </p:cNvPr>
          <p:cNvPicPr>
            <a:picLocks noChangeAspect="1"/>
          </p:cNvPicPr>
          <p:nvPr/>
        </p:nvPicPr>
        <p:blipFill>
          <a:blip r:embed="rId2"/>
          <a:srcRect l="6169" t="10364" r="5310" b="11770"/>
          <a:stretch/>
        </p:blipFill>
        <p:spPr>
          <a:xfrm>
            <a:off x="6940828" y="3274943"/>
            <a:ext cx="4860234" cy="1444549"/>
          </a:xfrm>
          <a:prstGeom prst="rect">
            <a:avLst/>
          </a:prstGeom>
        </p:spPr>
      </p:pic>
      <p:sp>
        <p:nvSpPr>
          <p:cNvPr id="4" name="TextBox 3">
            <a:extLst>
              <a:ext uri="{FF2B5EF4-FFF2-40B4-BE49-F238E27FC236}">
                <a16:creationId xmlns:a16="http://schemas.microsoft.com/office/drawing/2014/main" id="{8D497149-F8EE-A91A-AFBC-C46C4917FD33}"/>
              </a:ext>
            </a:extLst>
          </p:cNvPr>
          <p:cNvSpPr txBox="1"/>
          <p:nvPr/>
        </p:nvSpPr>
        <p:spPr>
          <a:xfrm>
            <a:off x="951672" y="2641731"/>
            <a:ext cx="5896389" cy="369331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Construction: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Made from direct bandgap materials like Gallium Arsenide (GaAs), LEDs have a p-n junction where the recombination of electrons and holes results in the emission of photons (light).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Widely used in displays, indicators, communication devices, and lighting.</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Characteristics: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Emits light of specific wavelengths depending on the semiconductor material.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Energy-efficient and has a long lifespan.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Available in various colors (red, green, blue, etc.).</a:t>
            </a:r>
          </a:p>
        </p:txBody>
      </p:sp>
    </p:spTree>
    <p:extLst>
      <p:ext uri="{BB962C8B-B14F-4D97-AF65-F5344CB8AC3E}">
        <p14:creationId xmlns:p14="http://schemas.microsoft.com/office/powerpoint/2010/main" val="37559696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388283-93A0-5579-1E32-1EA6B395D7C4}"/>
              </a:ext>
            </a:extLst>
          </p:cNvPr>
          <p:cNvSpPr txBox="1"/>
          <p:nvPr/>
        </p:nvSpPr>
        <p:spPr>
          <a:xfrm>
            <a:off x="590789" y="548105"/>
            <a:ext cx="10521157" cy="1938992"/>
          </a:xfrm>
          <a:prstGeom prst="rect">
            <a:avLst/>
          </a:prstGeom>
          <a:noFill/>
        </p:spPr>
        <p:txBody>
          <a:bodyPr wrap="square">
            <a:spAutoFit/>
          </a:bodyPr>
          <a:lstStyle/>
          <a:p>
            <a:pPr algn="just"/>
            <a:r>
              <a:rPr lang="en-US" sz="2000" b="0" i="0" dirty="0">
                <a:effectLst/>
                <a:highlight>
                  <a:srgbClr val="FFFFFF"/>
                </a:highlight>
                <a:latin typeface="Times New Roman" panose="02020603050405020304" pitchFamily="18" charset="0"/>
                <a:cs typeface="Times New Roman" panose="02020603050405020304" pitchFamily="18" charset="0"/>
              </a:rPr>
              <a:t>The energy is released in the form of photons on recombination. In standard diodes, the energy is released in the form of heat. But in light-emitting diodes, the energy is released in the form of photons. We call this phenomenon electroluminescence. Electroluminescence is an optical phenomenon, and electrical phenomenon where a material emits light in response to an electric current passed through it. As the forward voltage increases, the intensity of the light increases and reaches a maximum.</a:t>
            </a:r>
            <a:endParaRPr lang="en-IN" sz="2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B3445E58-100A-1335-5F79-A9B9F8F2CC45}"/>
              </a:ext>
            </a:extLst>
          </p:cNvPr>
          <p:cNvPicPr>
            <a:picLocks noChangeAspect="1"/>
          </p:cNvPicPr>
          <p:nvPr/>
        </p:nvPicPr>
        <p:blipFill>
          <a:blip r:embed="rId2"/>
          <a:stretch>
            <a:fillRect/>
          </a:stretch>
        </p:blipFill>
        <p:spPr>
          <a:xfrm>
            <a:off x="3056870" y="2487097"/>
            <a:ext cx="6078259" cy="3524802"/>
          </a:xfrm>
          <a:prstGeom prst="rect">
            <a:avLst/>
          </a:prstGeom>
        </p:spPr>
      </p:pic>
    </p:spTree>
    <p:extLst>
      <p:ext uri="{BB962C8B-B14F-4D97-AF65-F5344CB8AC3E}">
        <p14:creationId xmlns:p14="http://schemas.microsoft.com/office/powerpoint/2010/main" val="13075011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6997D4-2044-7DAF-3743-51B4200A69BA}"/>
              </a:ext>
            </a:extLst>
          </p:cNvPr>
          <p:cNvPicPr>
            <a:picLocks noChangeAspect="1"/>
          </p:cNvPicPr>
          <p:nvPr/>
        </p:nvPicPr>
        <p:blipFill>
          <a:blip r:embed="rId2"/>
          <a:srcRect t="6038"/>
          <a:stretch/>
        </p:blipFill>
        <p:spPr>
          <a:xfrm>
            <a:off x="2105126" y="1192696"/>
            <a:ext cx="7601941" cy="4164494"/>
          </a:xfrm>
          <a:prstGeom prst="rect">
            <a:avLst/>
          </a:prstGeom>
        </p:spPr>
      </p:pic>
    </p:spTree>
    <p:extLst>
      <p:ext uri="{BB962C8B-B14F-4D97-AF65-F5344CB8AC3E}">
        <p14:creationId xmlns:p14="http://schemas.microsoft.com/office/powerpoint/2010/main" val="5538864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29221F-EEC8-A657-5837-7436D54ACE90}"/>
              </a:ext>
            </a:extLst>
          </p:cNvPr>
          <p:cNvSpPr txBox="1"/>
          <p:nvPr/>
        </p:nvSpPr>
        <p:spPr>
          <a:xfrm>
            <a:off x="255103" y="954156"/>
            <a:ext cx="12023035" cy="924339"/>
          </a:xfrm>
          <a:prstGeom prst="rect">
            <a:avLst/>
          </a:prstGeom>
          <a:noFill/>
        </p:spPr>
        <p:txBody>
          <a:bodyPr wrap="square">
            <a:spAutoFit/>
          </a:bodyPr>
          <a:lstStyle/>
          <a:p>
            <a:pPr algn="just"/>
            <a:r>
              <a:rPr lang="en-US" b="0" i="0" dirty="0">
                <a:effectLst/>
                <a:latin typeface="Times New Roman" panose="02020603050405020304" pitchFamily="18" charset="0"/>
                <a:cs typeface="Times New Roman" panose="02020603050405020304" pitchFamily="18" charset="0"/>
              </a:rPr>
              <a:t>The Schottky diode is a type of metal – semiconductor junction diode, which is also known as hot-carrier diode, low voltage diode or Schottky barrier diode. The Schottky diode is formed by the junction of a semiconductor with a metal. Schottky diode offers fast switching action and has a low forward voltage drop. </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2CDC515-EA95-5A99-62C3-AC1240031492}"/>
              </a:ext>
            </a:extLst>
          </p:cNvPr>
          <p:cNvSpPr txBox="1"/>
          <p:nvPr/>
        </p:nvSpPr>
        <p:spPr>
          <a:xfrm>
            <a:off x="2929558" y="342107"/>
            <a:ext cx="6097656"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400" b="1" i="0" dirty="0">
                <a:effectLst/>
                <a:latin typeface="Times New Roman" panose="02020603050405020304" pitchFamily="18" charset="0"/>
                <a:cs typeface="Times New Roman" panose="02020603050405020304" pitchFamily="18" charset="0"/>
              </a:rPr>
              <a:t>Schottky diode </a:t>
            </a:r>
            <a:endParaRPr lang="en-IN" sz="2400" b="1" dirty="0"/>
          </a:p>
        </p:txBody>
      </p:sp>
      <p:sp>
        <p:nvSpPr>
          <p:cNvPr id="8" name="TextBox 7">
            <a:extLst>
              <a:ext uri="{FF2B5EF4-FFF2-40B4-BE49-F238E27FC236}">
                <a16:creationId xmlns:a16="http://schemas.microsoft.com/office/drawing/2014/main" id="{842C6337-7CBD-23A0-2ABF-F82900A5B461}"/>
              </a:ext>
            </a:extLst>
          </p:cNvPr>
          <p:cNvSpPr txBox="1"/>
          <p:nvPr/>
        </p:nvSpPr>
        <p:spPr>
          <a:xfrm>
            <a:off x="255103" y="2028879"/>
            <a:ext cx="6543262" cy="4760278"/>
          </a:xfrm>
          <a:prstGeom prst="rect">
            <a:avLst/>
          </a:prstGeom>
          <a:noFill/>
        </p:spPr>
        <p:txBody>
          <a:bodyPr wrap="square">
            <a:spAutoFit/>
          </a:bodyPr>
          <a:lstStyle/>
          <a:p>
            <a:pPr algn="just">
              <a:lnSpc>
                <a:spcPts val="2400"/>
              </a:lnSpc>
              <a:spcBef>
                <a:spcPts val="1500"/>
              </a:spcBef>
              <a:spcAft>
                <a:spcPts val="750"/>
              </a:spcAft>
              <a:buNone/>
            </a:pPr>
            <a:r>
              <a:rPr lang="en-US" b="1" i="0" dirty="0">
                <a:effectLst/>
                <a:latin typeface="Times New Roman" panose="02020603050405020304" pitchFamily="18" charset="0"/>
                <a:cs typeface="Times New Roman" panose="02020603050405020304" pitchFamily="18" charset="0"/>
              </a:rPr>
              <a:t>Working of a Schottky Diode</a:t>
            </a:r>
          </a:p>
          <a:p>
            <a:pPr algn="just">
              <a:spcAft>
                <a:spcPts val="375"/>
              </a:spcAf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The operation relies on the principle that the electrons in different materials have different potential energy. N-type semiconductors have higher potential energy than electrons of metals.</a:t>
            </a:r>
          </a:p>
          <a:p>
            <a:pPr algn="just">
              <a:spcAft>
                <a:spcPts val="375"/>
              </a:spcAft>
              <a:buFont typeface="Arial" panose="020B0604020202020204" pitchFamily="34" charset="0"/>
              <a:buChar char="•"/>
            </a:pPr>
            <a:endParaRPr lang="en-US" b="0" i="0" dirty="0">
              <a:effectLst/>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When these two are brought into contact, there is a flow of electrons in both directions across the metal-semiconductor interface. A voltage is applied to the Schottky so that the metal is positive when compared to the semiconductor. The voltage opposes the built-in potential and makes the current flow easy.</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capacitance of the diode is low as the depletion region of the diode is negligible. The change from ON to OFF state is </a:t>
            </a:r>
            <a:r>
              <a:rPr lang="en-US" dirty="0" err="1">
                <a:latin typeface="Times New Roman" panose="02020603050405020304" pitchFamily="18" charset="0"/>
                <a:cs typeface="Times New Roman" panose="02020603050405020304" pitchFamily="18" charset="0"/>
              </a:rPr>
              <a:t>fast.The</a:t>
            </a:r>
            <a:r>
              <a:rPr lang="en-US" dirty="0">
                <a:latin typeface="Times New Roman" panose="02020603050405020304" pitchFamily="18" charset="0"/>
                <a:cs typeface="Times New Roman" panose="02020603050405020304" pitchFamily="18" charset="0"/>
              </a:rPr>
              <a:t> turn-on voltage of the diode is 0.2 to 0.3 volts, which is very low.</a:t>
            </a:r>
          </a:p>
          <a:p>
            <a:pPr algn="just"/>
            <a:endParaRPr lang="en-US" dirty="0">
              <a:latin typeface="Times New Roman" panose="02020603050405020304" pitchFamily="18" charset="0"/>
              <a:cs typeface="Times New Roman" panose="02020603050405020304" pitchFamily="18" charset="0"/>
            </a:endParaRPr>
          </a:p>
          <a:p>
            <a:pPr algn="just">
              <a:spcAft>
                <a:spcPts val="375"/>
              </a:spcAft>
              <a:buFont typeface="Arial" panose="020B0604020202020204" pitchFamily="34" charset="0"/>
              <a:buChar char="•"/>
            </a:pPr>
            <a:endParaRPr lang="en-US" b="0" i="0" dirty="0">
              <a:effectLst/>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49273C49-1841-FD95-3534-D722236D014B}"/>
              </a:ext>
            </a:extLst>
          </p:cNvPr>
          <p:cNvPicPr>
            <a:picLocks noChangeAspect="1"/>
          </p:cNvPicPr>
          <p:nvPr/>
        </p:nvPicPr>
        <p:blipFill>
          <a:blip r:embed="rId2"/>
          <a:stretch>
            <a:fillRect/>
          </a:stretch>
        </p:blipFill>
        <p:spPr>
          <a:xfrm>
            <a:off x="7390945" y="3193218"/>
            <a:ext cx="4310590" cy="2949351"/>
          </a:xfrm>
          <a:prstGeom prst="rect">
            <a:avLst/>
          </a:prstGeom>
        </p:spPr>
      </p:pic>
      <p:pic>
        <p:nvPicPr>
          <p:cNvPr id="14" name="Picture 13">
            <a:extLst>
              <a:ext uri="{FF2B5EF4-FFF2-40B4-BE49-F238E27FC236}">
                <a16:creationId xmlns:a16="http://schemas.microsoft.com/office/drawing/2014/main" id="{C7891C74-E477-53EE-30E3-D5E90F227E52}"/>
              </a:ext>
            </a:extLst>
          </p:cNvPr>
          <p:cNvPicPr>
            <a:picLocks noChangeAspect="1"/>
          </p:cNvPicPr>
          <p:nvPr/>
        </p:nvPicPr>
        <p:blipFill>
          <a:blip r:embed="rId3"/>
          <a:stretch>
            <a:fillRect/>
          </a:stretch>
        </p:blipFill>
        <p:spPr>
          <a:xfrm>
            <a:off x="7390945" y="1610139"/>
            <a:ext cx="3940865" cy="2003830"/>
          </a:xfrm>
          <a:prstGeom prst="rect">
            <a:avLst/>
          </a:prstGeom>
        </p:spPr>
      </p:pic>
    </p:spTree>
    <p:extLst>
      <p:ext uri="{BB962C8B-B14F-4D97-AF65-F5344CB8AC3E}">
        <p14:creationId xmlns:p14="http://schemas.microsoft.com/office/powerpoint/2010/main" val="23732905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7C85C6-8407-4125-13E3-F08733FF5980}"/>
              </a:ext>
            </a:extLst>
          </p:cNvPr>
          <p:cNvSpPr txBox="1"/>
          <p:nvPr/>
        </p:nvSpPr>
        <p:spPr>
          <a:xfrm>
            <a:off x="2890577" y="902877"/>
            <a:ext cx="6096000"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i="0" dirty="0">
                <a:effectLst/>
                <a:highlight>
                  <a:srgbClr val="FFFFFF"/>
                </a:highlight>
                <a:latin typeface="Poppins" panose="00000500000000000000" pitchFamily="2" charset="0"/>
              </a:rPr>
              <a:t>Diode as a Rectifier</a:t>
            </a:r>
          </a:p>
        </p:txBody>
      </p:sp>
      <p:graphicFrame>
        <p:nvGraphicFramePr>
          <p:cNvPr id="2" name="Diagram 1">
            <a:extLst>
              <a:ext uri="{FF2B5EF4-FFF2-40B4-BE49-F238E27FC236}">
                <a16:creationId xmlns:a16="http://schemas.microsoft.com/office/drawing/2014/main" id="{070918B3-E99C-3926-D9A8-9B5DA0F82D3A}"/>
              </a:ext>
            </a:extLst>
          </p:cNvPr>
          <p:cNvGraphicFramePr/>
          <p:nvPr>
            <p:extLst>
              <p:ext uri="{D42A27DB-BD31-4B8C-83A1-F6EECF244321}">
                <p14:modId xmlns:p14="http://schemas.microsoft.com/office/powerpoint/2010/main" val="2172097335"/>
              </p:ext>
            </p:extLst>
          </p:nvPr>
        </p:nvGraphicFramePr>
        <p:xfrm>
          <a:off x="655983" y="1749287"/>
          <a:ext cx="11090413" cy="3925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72055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ED4126-FC9B-C5A3-3B1B-791E07727285}"/>
              </a:ext>
            </a:extLst>
          </p:cNvPr>
          <p:cNvPicPr>
            <a:picLocks noChangeAspect="1"/>
          </p:cNvPicPr>
          <p:nvPr/>
        </p:nvPicPr>
        <p:blipFill>
          <a:blip r:embed="rId2"/>
          <a:stretch>
            <a:fillRect/>
          </a:stretch>
        </p:blipFill>
        <p:spPr>
          <a:xfrm>
            <a:off x="2047309" y="4025136"/>
            <a:ext cx="8097380" cy="2143424"/>
          </a:xfrm>
          <a:prstGeom prst="rect">
            <a:avLst/>
          </a:prstGeom>
        </p:spPr>
      </p:pic>
      <p:sp>
        <p:nvSpPr>
          <p:cNvPr id="5" name="TextBox 4">
            <a:extLst>
              <a:ext uri="{FF2B5EF4-FFF2-40B4-BE49-F238E27FC236}">
                <a16:creationId xmlns:a16="http://schemas.microsoft.com/office/drawing/2014/main" id="{3BBA6E25-884F-46B5-3953-14830B866BF9}"/>
              </a:ext>
            </a:extLst>
          </p:cNvPr>
          <p:cNvSpPr txBox="1"/>
          <p:nvPr/>
        </p:nvSpPr>
        <p:spPr>
          <a:xfrm>
            <a:off x="1015287" y="1162814"/>
            <a:ext cx="10161425" cy="3170099"/>
          </a:xfrm>
          <a:prstGeom prst="rect">
            <a:avLst/>
          </a:prstGeom>
          <a:noFill/>
        </p:spPr>
        <p:txBody>
          <a:bodyPr wrap="square">
            <a:spAutoFit/>
          </a:bodyPr>
          <a:lstStyle/>
          <a:p>
            <a:pPr algn="just"/>
            <a:r>
              <a:rPr lang="en-US" sz="2000" b="0" i="0" dirty="0">
                <a:solidFill>
                  <a:srgbClr val="444444"/>
                </a:solidFill>
                <a:effectLst/>
                <a:highlight>
                  <a:srgbClr val="FFFFFF"/>
                </a:highlight>
                <a:latin typeface="Times New Roman" panose="02020603050405020304" pitchFamily="18" charset="0"/>
                <a:cs typeface="Times New Roman" panose="02020603050405020304" pitchFamily="18" charset="0"/>
              </a:rPr>
              <a:t>When the p-n junction diode is forward biased, it gives little resistance and when it is reversed biased it provides high resistance. </a:t>
            </a:r>
            <a:r>
              <a:rPr lang="en-US" sz="2000" b="1" i="0" dirty="0">
                <a:solidFill>
                  <a:srgbClr val="444444"/>
                </a:solidFill>
                <a:effectLst/>
                <a:highlight>
                  <a:srgbClr val="FFFFFF"/>
                </a:highlight>
                <a:latin typeface="Times New Roman" panose="02020603050405020304" pitchFamily="18" charset="0"/>
                <a:cs typeface="Times New Roman" panose="02020603050405020304" pitchFamily="18" charset="0"/>
              </a:rPr>
              <a:t>During one-half cycles, the diode is forward biased when the input voltage is applied and in the opposite half cycle, it is reverse biased. </a:t>
            </a:r>
          </a:p>
          <a:p>
            <a:pPr algn="just"/>
            <a:endParaRPr lang="en-US" sz="2000" b="1" i="0" dirty="0">
              <a:solidFill>
                <a:srgbClr val="444444"/>
              </a:solidFill>
              <a:effectLst/>
              <a:highlight>
                <a:srgbClr val="FFFFFF"/>
              </a:highligh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0" i="0" dirty="0">
                <a:solidFill>
                  <a:srgbClr val="444444"/>
                </a:solidFill>
                <a:effectLst/>
                <a:highlight>
                  <a:srgbClr val="FFFFFF"/>
                </a:highlight>
                <a:latin typeface="Times New Roman" panose="02020603050405020304" pitchFamily="18" charset="0"/>
                <a:cs typeface="Times New Roman" panose="02020603050405020304" pitchFamily="18" charset="0"/>
              </a:rPr>
              <a:t>A high AC voltage is applied to the primary side of the step-down transformer. The obtained secondary low voltage is applied to the diode.</a:t>
            </a:r>
          </a:p>
          <a:p>
            <a:pPr marL="285750" indent="-285750" algn="just">
              <a:buFont typeface="Arial" panose="020B0604020202020204" pitchFamily="34" charset="0"/>
              <a:buChar char="•"/>
            </a:pPr>
            <a:r>
              <a:rPr lang="en-US" sz="2000" b="0" i="0" dirty="0">
                <a:solidFill>
                  <a:srgbClr val="444444"/>
                </a:solidFill>
                <a:effectLst/>
                <a:highlight>
                  <a:srgbClr val="FFFFFF"/>
                </a:highlight>
                <a:latin typeface="Times New Roman" panose="02020603050405020304" pitchFamily="18" charset="0"/>
                <a:cs typeface="Times New Roman" panose="02020603050405020304" pitchFamily="18" charset="0"/>
              </a:rPr>
              <a:t>The diode is forward biased during the positive half cycle of the AC voltage and reverse biased during the negative half cycle.</a:t>
            </a:r>
          </a:p>
          <a:p>
            <a:pPr marL="285750" indent="-285750" algn="just">
              <a:buFont typeface="Arial" panose="020B0604020202020204" pitchFamily="34" charset="0"/>
              <a:buChar char="•"/>
            </a:pPr>
            <a:r>
              <a:rPr lang="en-US" sz="2000" b="0" i="0" dirty="0">
                <a:solidFill>
                  <a:srgbClr val="444444"/>
                </a:solidFill>
                <a:effectLst/>
                <a:highlight>
                  <a:srgbClr val="FFFFFF"/>
                </a:highlight>
                <a:latin typeface="Times New Roman" panose="02020603050405020304" pitchFamily="18" charset="0"/>
                <a:cs typeface="Times New Roman" panose="02020603050405020304" pitchFamily="18" charset="0"/>
              </a:rPr>
              <a:t>The final output voltage waveform is as shown in the figure below:</a:t>
            </a:r>
          </a:p>
          <a:p>
            <a:pPr algn="just"/>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151DF9E-9ECC-F539-AA85-7DAA5BC75896}"/>
              </a:ext>
            </a:extLst>
          </p:cNvPr>
          <p:cNvSpPr txBox="1"/>
          <p:nvPr/>
        </p:nvSpPr>
        <p:spPr>
          <a:xfrm>
            <a:off x="3047171" y="297935"/>
            <a:ext cx="6097656"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b="1" i="0" dirty="0">
                <a:solidFill>
                  <a:srgbClr val="444444"/>
                </a:solidFill>
                <a:effectLst/>
                <a:highlight>
                  <a:srgbClr val="FFFFFF"/>
                </a:highlight>
                <a:latin typeface="Poppins" panose="00000500000000000000" pitchFamily="2" charset="0"/>
              </a:rPr>
              <a:t>Half Wave Rectifier</a:t>
            </a:r>
            <a:endParaRPr lang="en-IN" dirty="0"/>
          </a:p>
        </p:txBody>
      </p:sp>
    </p:spTree>
    <p:extLst>
      <p:ext uri="{BB962C8B-B14F-4D97-AF65-F5344CB8AC3E}">
        <p14:creationId xmlns:p14="http://schemas.microsoft.com/office/powerpoint/2010/main" val="30881736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A7445B8-A7EB-8778-8227-B334A87E9E1D}"/>
              </a:ext>
            </a:extLst>
          </p:cNvPr>
          <p:cNvSpPr txBox="1"/>
          <p:nvPr/>
        </p:nvSpPr>
        <p:spPr>
          <a:xfrm>
            <a:off x="605872" y="427618"/>
            <a:ext cx="10980254" cy="1446550"/>
          </a:xfrm>
          <a:prstGeom prst="rect">
            <a:avLst/>
          </a:prstGeom>
          <a:noFill/>
        </p:spPr>
        <p:txBody>
          <a:bodyPr wrap="square">
            <a:spAutoFit/>
          </a:bodyPr>
          <a:lstStyle/>
          <a:p>
            <a:pPr algn="just"/>
            <a:endParaRPr lang="en-US" sz="20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Ripple factor of HWR</a:t>
            </a:r>
          </a:p>
          <a:p>
            <a:pPr algn="just"/>
            <a:r>
              <a:rPr lang="en-US" sz="2000" dirty="0">
                <a:latin typeface="Times New Roman" panose="02020603050405020304" pitchFamily="18" charset="0"/>
                <a:cs typeface="Times New Roman" panose="02020603050405020304" pitchFamily="18" charset="0"/>
              </a:rPr>
              <a:t>The ratio of the RMS value of the AC component to the average value of the rectified output. The ripple factor is a dimensionless quantity that is always less than unity.</a:t>
            </a:r>
            <a:endParaRPr lang="en-IN" sz="2000" dirty="0">
              <a:latin typeface="Times New Roman" panose="02020603050405020304" pitchFamily="18" charset="0"/>
              <a:cs typeface="Times New Roman" panose="02020603050405020304" pitchFamily="18" charset="0"/>
            </a:endParaRPr>
          </a:p>
        </p:txBody>
      </p:sp>
      <p:pic>
        <p:nvPicPr>
          <p:cNvPr id="1026" name="Picture 2" descr="What is Ripple Factor of Rectifier? Formula Explained - ETechnoG">
            <a:extLst>
              <a:ext uri="{FF2B5EF4-FFF2-40B4-BE49-F238E27FC236}">
                <a16:creationId xmlns:a16="http://schemas.microsoft.com/office/drawing/2014/main" id="{3CC54EA7-A3FC-B36F-E005-0ED3B8D3C7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52" t="53758"/>
          <a:stretch/>
        </p:blipFill>
        <p:spPr bwMode="auto">
          <a:xfrm>
            <a:off x="1119033" y="3183292"/>
            <a:ext cx="5080459" cy="15196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51444FB-0061-0457-8DDA-50A5AED6BEFC}"/>
              </a:ext>
            </a:extLst>
          </p:cNvPr>
          <p:cNvPicPr>
            <a:picLocks noChangeAspect="1"/>
          </p:cNvPicPr>
          <p:nvPr/>
        </p:nvPicPr>
        <p:blipFill>
          <a:blip r:embed="rId3"/>
          <a:stretch>
            <a:fillRect/>
          </a:stretch>
        </p:blipFill>
        <p:spPr>
          <a:xfrm>
            <a:off x="1035333" y="2059884"/>
            <a:ext cx="7557039" cy="1014115"/>
          </a:xfrm>
          <a:prstGeom prst="rect">
            <a:avLst/>
          </a:prstGeom>
        </p:spPr>
      </p:pic>
      <p:pic>
        <p:nvPicPr>
          <p:cNvPr id="10" name="Picture 9">
            <a:extLst>
              <a:ext uri="{FF2B5EF4-FFF2-40B4-BE49-F238E27FC236}">
                <a16:creationId xmlns:a16="http://schemas.microsoft.com/office/drawing/2014/main" id="{CB6D6904-CECF-8E5B-6BB1-8EB9D7339220}"/>
              </a:ext>
            </a:extLst>
          </p:cNvPr>
          <p:cNvPicPr>
            <a:picLocks noChangeAspect="1"/>
          </p:cNvPicPr>
          <p:nvPr/>
        </p:nvPicPr>
        <p:blipFill>
          <a:blip r:embed="rId4"/>
          <a:stretch>
            <a:fillRect/>
          </a:stretch>
        </p:blipFill>
        <p:spPr>
          <a:xfrm>
            <a:off x="7276065" y="4459216"/>
            <a:ext cx="4439270" cy="1286054"/>
          </a:xfrm>
          <a:prstGeom prst="rect">
            <a:avLst/>
          </a:prstGeom>
        </p:spPr>
      </p:pic>
      <p:pic>
        <p:nvPicPr>
          <p:cNvPr id="5" name="Picture 4">
            <a:extLst>
              <a:ext uri="{FF2B5EF4-FFF2-40B4-BE49-F238E27FC236}">
                <a16:creationId xmlns:a16="http://schemas.microsoft.com/office/drawing/2014/main" id="{1F797706-004F-4B02-5364-01BDACAEF2F8}"/>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rcRect l="6515" t="43994" r="14476" b="34277"/>
          <a:stretch>
            <a:fillRect/>
          </a:stretch>
        </p:blipFill>
        <p:spPr>
          <a:xfrm>
            <a:off x="1" y="4983833"/>
            <a:ext cx="4915936" cy="941371"/>
          </a:xfrm>
          <a:prstGeom prst="rect">
            <a:avLst/>
          </a:prstGeom>
        </p:spPr>
      </p:pic>
      <p:pic>
        <p:nvPicPr>
          <p:cNvPr id="12" name="Picture 11">
            <a:extLst>
              <a:ext uri="{FF2B5EF4-FFF2-40B4-BE49-F238E27FC236}">
                <a16:creationId xmlns:a16="http://schemas.microsoft.com/office/drawing/2014/main" id="{F22ABE76-E6D3-2654-5E04-76E15FF7E759}"/>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4915936" y="4824931"/>
            <a:ext cx="1124107" cy="1009791"/>
          </a:xfrm>
          <a:prstGeom prst="rect">
            <a:avLst/>
          </a:prstGeom>
        </p:spPr>
      </p:pic>
      <p:pic>
        <p:nvPicPr>
          <p:cNvPr id="3" name="Picture 2">
            <a:extLst>
              <a:ext uri="{FF2B5EF4-FFF2-40B4-BE49-F238E27FC236}">
                <a16:creationId xmlns:a16="http://schemas.microsoft.com/office/drawing/2014/main" id="{E7E9752C-4D49-7745-58E2-5CC1EF586634}"/>
              </a:ext>
            </a:extLst>
          </p:cNvPr>
          <p:cNvPicPr>
            <a:picLocks noChangeAspect="1"/>
          </p:cNvPicPr>
          <p:nvPr/>
        </p:nvPicPr>
        <p:blipFill>
          <a:blip r:embed="rId9"/>
          <a:srcRect l="523" t="67139" r="11240" b="16431"/>
          <a:stretch>
            <a:fillRect/>
          </a:stretch>
        </p:blipFill>
        <p:spPr>
          <a:xfrm>
            <a:off x="5477989" y="2813725"/>
            <a:ext cx="6309820" cy="980216"/>
          </a:xfrm>
          <a:prstGeom prst="rect">
            <a:avLst/>
          </a:prstGeom>
        </p:spPr>
      </p:pic>
      <p:pic>
        <p:nvPicPr>
          <p:cNvPr id="6" name="Picture 5">
            <a:extLst>
              <a:ext uri="{FF2B5EF4-FFF2-40B4-BE49-F238E27FC236}">
                <a16:creationId xmlns:a16="http://schemas.microsoft.com/office/drawing/2014/main" id="{B660A01E-B299-93C5-B2A9-8B846B523A0D}"/>
              </a:ext>
            </a:extLst>
          </p:cNvPr>
          <p:cNvPicPr>
            <a:picLocks noChangeAspect="1"/>
          </p:cNvPicPr>
          <p:nvPr/>
        </p:nvPicPr>
        <p:blipFill>
          <a:blip r:embed="rId10"/>
          <a:stretch>
            <a:fillRect/>
          </a:stretch>
        </p:blipFill>
        <p:spPr>
          <a:xfrm>
            <a:off x="8056943" y="3089078"/>
            <a:ext cx="523948" cy="409632"/>
          </a:xfrm>
          <a:prstGeom prst="rect">
            <a:avLst/>
          </a:prstGeom>
        </p:spPr>
      </p:pic>
      <p:pic>
        <p:nvPicPr>
          <p:cNvPr id="16" name="Picture 15">
            <a:extLst>
              <a:ext uri="{FF2B5EF4-FFF2-40B4-BE49-F238E27FC236}">
                <a16:creationId xmlns:a16="http://schemas.microsoft.com/office/drawing/2014/main" id="{F54FB727-3226-1F6B-81E1-1445EB72190A}"/>
              </a:ext>
            </a:extLst>
          </p:cNvPr>
          <p:cNvPicPr>
            <a:picLocks noChangeAspect="1"/>
          </p:cNvPicPr>
          <p:nvPr/>
        </p:nvPicPr>
        <p:blipFill>
          <a:blip r:embed="rId11"/>
          <a:srcRect r="6528" b="4447"/>
          <a:stretch>
            <a:fillRect/>
          </a:stretch>
        </p:blipFill>
        <p:spPr>
          <a:xfrm>
            <a:off x="5335014" y="3143709"/>
            <a:ext cx="676740" cy="355001"/>
          </a:xfrm>
          <a:prstGeom prst="rect">
            <a:avLst/>
          </a:prstGeom>
        </p:spPr>
      </p:pic>
      <p:pic>
        <p:nvPicPr>
          <p:cNvPr id="4" name="Picture 3">
            <a:extLst>
              <a:ext uri="{FF2B5EF4-FFF2-40B4-BE49-F238E27FC236}">
                <a16:creationId xmlns:a16="http://schemas.microsoft.com/office/drawing/2014/main" id="{8B63F7FF-A514-CA78-D270-4A5EC0244820}"/>
              </a:ext>
            </a:extLst>
          </p:cNvPr>
          <p:cNvPicPr>
            <a:picLocks noChangeAspect="1"/>
          </p:cNvPicPr>
          <p:nvPr/>
        </p:nvPicPr>
        <p:blipFill>
          <a:blip r:embed="rId12"/>
          <a:stretch>
            <a:fillRect/>
          </a:stretch>
        </p:blipFill>
        <p:spPr>
          <a:xfrm>
            <a:off x="5210876" y="2889025"/>
            <a:ext cx="4791744" cy="809738"/>
          </a:xfrm>
          <a:prstGeom prst="rect">
            <a:avLst/>
          </a:prstGeom>
        </p:spPr>
      </p:pic>
    </p:spTree>
    <p:extLst>
      <p:ext uri="{BB962C8B-B14F-4D97-AF65-F5344CB8AC3E}">
        <p14:creationId xmlns:p14="http://schemas.microsoft.com/office/powerpoint/2010/main" val="10580439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074B420-712E-78AC-DC96-EF68F45EDD3B}"/>
              </a:ext>
            </a:extLst>
          </p:cNvPr>
          <p:cNvSpPr txBox="1"/>
          <p:nvPr/>
        </p:nvSpPr>
        <p:spPr>
          <a:xfrm>
            <a:off x="337930" y="109330"/>
            <a:ext cx="11728174" cy="928267"/>
          </a:xfrm>
          <a:prstGeom prst="rect">
            <a:avLst/>
          </a:prstGeom>
          <a:noFill/>
        </p:spPr>
        <p:txBody>
          <a:bodyPr wrap="square">
            <a:spAutoFit/>
          </a:bodyPr>
          <a:lstStyle/>
          <a:p>
            <a:pPr algn="l">
              <a:lnSpc>
                <a:spcPts val="2100"/>
              </a:lnSpc>
              <a:spcBef>
                <a:spcPts val="1500"/>
              </a:spcBef>
              <a:spcAft>
                <a:spcPts val="750"/>
              </a:spcAft>
              <a:buNone/>
            </a:pPr>
            <a:r>
              <a:rPr lang="en-US" sz="2000" b="1" i="0" dirty="0">
                <a:effectLst/>
                <a:latin typeface="Times New Roman" panose="02020603050405020304" pitchFamily="18" charset="0"/>
                <a:cs typeface="Times New Roman" panose="02020603050405020304" pitchFamily="18" charset="0"/>
              </a:rPr>
              <a:t>Efficiency </a:t>
            </a:r>
            <a:r>
              <a:rPr lang="en-US" sz="2000" b="1" dirty="0">
                <a:latin typeface="Times New Roman" panose="02020603050405020304" pitchFamily="18" charset="0"/>
                <a:cs typeface="Times New Roman" panose="02020603050405020304" pitchFamily="18" charset="0"/>
              </a:rPr>
              <a:t>: </a:t>
            </a:r>
            <a:r>
              <a:rPr lang="en-US" sz="2000" b="0" i="0" dirty="0">
                <a:effectLst/>
                <a:latin typeface="Times New Roman" panose="02020603050405020304" pitchFamily="18" charset="0"/>
                <a:cs typeface="Times New Roman" panose="02020603050405020304" pitchFamily="18" charset="0"/>
              </a:rPr>
              <a:t>The efficiency of a halfwave rectifier is the ratio of output DC power to the input AC power.</a:t>
            </a:r>
          </a:p>
          <a:p>
            <a:pPr algn="l">
              <a:lnSpc>
                <a:spcPts val="1800"/>
              </a:lnSpc>
              <a:spcAft>
                <a:spcPts val="750"/>
              </a:spcAft>
              <a:buNone/>
            </a:pPr>
            <a:r>
              <a:rPr lang="en-US" sz="2000" b="0" i="0" dirty="0">
                <a:effectLst/>
                <a:latin typeface="Times New Roman" panose="02020603050405020304" pitchFamily="18" charset="0"/>
                <a:cs typeface="Times New Roman" panose="02020603050405020304" pitchFamily="18" charset="0"/>
              </a:rPr>
              <a:t>The efficiency formula for halfwave rectifier is given as follows</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A4A89BF0-30EB-3407-5656-5CE25C940661}"/>
              </a:ext>
            </a:extLst>
          </p:cNvPr>
          <p:cNvSpPr/>
          <p:nvPr/>
        </p:nvSpPr>
        <p:spPr>
          <a:xfrm>
            <a:off x="3747052" y="3353093"/>
            <a:ext cx="288235" cy="6623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5F7CB24C-2272-6CD9-54A0-FF24495B725D}"/>
              </a:ext>
            </a:extLst>
          </p:cNvPr>
          <p:cNvSpPr/>
          <p:nvPr/>
        </p:nvSpPr>
        <p:spPr>
          <a:xfrm>
            <a:off x="6768548" y="3687417"/>
            <a:ext cx="626165"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ECA2E9B0-CDA4-8A00-7FD4-E5580C5A2A00}"/>
              </a:ext>
            </a:extLst>
          </p:cNvPr>
          <p:cNvSpPr/>
          <p:nvPr/>
        </p:nvSpPr>
        <p:spPr>
          <a:xfrm>
            <a:off x="6768548" y="3687417"/>
            <a:ext cx="288235" cy="448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4158F8A1-F171-EDE6-0D3E-255405E7F1BA}"/>
              </a:ext>
            </a:extLst>
          </p:cNvPr>
          <p:cNvPicPr>
            <a:picLocks noChangeAspect="1"/>
          </p:cNvPicPr>
          <p:nvPr/>
        </p:nvPicPr>
        <p:blipFill>
          <a:blip r:embed="rId2"/>
          <a:stretch>
            <a:fillRect/>
          </a:stretch>
        </p:blipFill>
        <p:spPr>
          <a:xfrm>
            <a:off x="2337863" y="1023602"/>
            <a:ext cx="7516274" cy="4810796"/>
          </a:xfrm>
          <a:prstGeom prst="rect">
            <a:avLst/>
          </a:prstGeom>
        </p:spPr>
      </p:pic>
      <p:sp>
        <p:nvSpPr>
          <p:cNvPr id="16" name="Rectangle 15">
            <a:extLst>
              <a:ext uri="{FF2B5EF4-FFF2-40B4-BE49-F238E27FC236}">
                <a16:creationId xmlns:a16="http://schemas.microsoft.com/office/drawing/2014/main" id="{D415078E-A116-721C-3F5D-D0A294B730D9}"/>
              </a:ext>
            </a:extLst>
          </p:cNvPr>
          <p:cNvSpPr/>
          <p:nvPr/>
        </p:nvSpPr>
        <p:spPr>
          <a:xfrm>
            <a:off x="2574235" y="3353093"/>
            <a:ext cx="904461" cy="23493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E6AA952B-0E63-9C67-8761-727227BEE9FF}"/>
              </a:ext>
            </a:extLst>
          </p:cNvPr>
          <p:cNvSpPr/>
          <p:nvPr/>
        </p:nvSpPr>
        <p:spPr>
          <a:xfrm>
            <a:off x="5307496" y="3250096"/>
            <a:ext cx="904461" cy="23493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43405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018D2E-D4C6-663F-4DD8-20AB535B9AB3}"/>
              </a:ext>
            </a:extLst>
          </p:cNvPr>
          <p:cNvSpPr txBox="1"/>
          <p:nvPr/>
        </p:nvSpPr>
        <p:spPr>
          <a:xfrm>
            <a:off x="1086679" y="853411"/>
            <a:ext cx="10018642" cy="2308324"/>
          </a:xfrm>
          <a:prstGeom prst="rect">
            <a:avLst/>
          </a:prstGeom>
          <a:noFill/>
        </p:spPr>
        <p:txBody>
          <a:bodyPr wrap="square">
            <a:spAutoFit/>
          </a:bodyPr>
          <a:lstStyle/>
          <a:p>
            <a:pPr algn="just"/>
            <a:r>
              <a:rPr lang="en-US" b="1" i="0" dirty="0">
                <a:effectLst/>
                <a:highlight>
                  <a:srgbClr val="FFFFFF"/>
                </a:highlight>
                <a:latin typeface="Times New Roman" panose="02020603050405020304" pitchFamily="18" charset="0"/>
                <a:cs typeface="Times New Roman" panose="02020603050405020304" pitchFamily="18" charset="0"/>
              </a:rPr>
              <a:t>Full Wave Rectifier</a:t>
            </a:r>
          </a:p>
          <a:p>
            <a:pPr algn="just"/>
            <a:endParaRPr lang="en-US" b="1" i="0" dirty="0">
              <a:effectLst/>
              <a:highlight>
                <a:srgbClr val="FFFFFF"/>
              </a:highlight>
              <a:latin typeface="Times New Roman" panose="02020603050405020304" pitchFamily="18" charset="0"/>
              <a:cs typeface="Times New Roman" panose="02020603050405020304" pitchFamily="18" charset="0"/>
            </a:endParaRPr>
          </a:p>
          <a:p>
            <a:pPr algn="just"/>
            <a:r>
              <a:rPr lang="en-US" b="0" i="0" dirty="0">
                <a:effectLst/>
                <a:highlight>
                  <a:srgbClr val="FFFFFF"/>
                </a:highlight>
                <a:latin typeface="Times New Roman" panose="02020603050405020304" pitchFamily="18" charset="0"/>
                <a:cs typeface="Times New Roman" panose="02020603050405020304" pitchFamily="18" charset="0"/>
              </a:rPr>
              <a:t>Full-wave rectifier circuits are used for producing an output voltage or output current which is purely DC. The main advantage of a full-wave rectifier over half-wave rectifier is that such as the average output voltage is higher in full-wave rectifier, there is less ripple produced in full-wave rectifier when compared to the half-wave rectifier. the unwanted AC component that remains in the DC waveform after converting AC voltage to DC voltage. The ripple factor is a measurement of how well the HWR converts AC to DC, and how much ripple is in the output DC signal.</a:t>
            </a:r>
          </a:p>
        </p:txBody>
      </p:sp>
      <p:pic>
        <p:nvPicPr>
          <p:cNvPr id="5" name="Picture 4">
            <a:extLst>
              <a:ext uri="{FF2B5EF4-FFF2-40B4-BE49-F238E27FC236}">
                <a16:creationId xmlns:a16="http://schemas.microsoft.com/office/drawing/2014/main" id="{C1E71BFF-A385-346E-B982-9FAF8E33B2F2}"/>
              </a:ext>
            </a:extLst>
          </p:cNvPr>
          <p:cNvPicPr>
            <a:picLocks noChangeAspect="1"/>
          </p:cNvPicPr>
          <p:nvPr/>
        </p:nvPicPr>
        <p:blipFill>
          <a:blip r:embed="rId2"/>
          <a:srcRect t="14132" r="1400"/>
          <a:stretch/>
        </p:blipFill>
        <p:spPr>
          <a:xfrm>
            <a:off x="2061700" y="3429000"/>
            <a:ext cx="8068600" cy="1995924"/>
          </a:xfrm>
          <a:prstGeom prst="rect">
            <a:avLst/>
          </a:prstGeom>
        </p:spPr>
      </p:pic>
      <p:sp>
        <p:nvSpPr>
          <p:cNvPr id="4" name="TextBox 3">
            <a:extLst>
              <a:ext uri="{FF2B5EF4-FFF2-40B4-BE49-F238E27FC236}">
                <a16:creationId xmlns:a16="http://schemas.microsoft.com/office/drawing/2014/main" id="{C4C6A4D6-B5C5-73D1-1CC8-33014E2B4BFC}"/>
              </a:ext>
            </a:extLst>
          </p:cNvPr>
          <p:cNvSpPr txBox="1"/>
          <p:nvPr/>
        </p:nvSpPr>
        <p:spPr>
          <a:xfrm>
            <a:off x="2929557" y="216814"/>
            <a:ext cx="6097656"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b="1" i="0" dirty="0">
                <a:solidFill>
                  <a:srgbClr val="444444"/>
                </a:solidFill>
                <a:effectLst/>
                <a:highlight>
                  <a:srgbClr val="FFFFFF"/>
                </a:highlight>
                <a:latin typeface="Poppins" panose="00000500000000000000" pitchFamily="2" charset="0"/>
              </a:rPr>
              <a:t>center tapped full wave rectifier </a:t>
            </a:r>
            <a:endParaRPr lang="en-IN" b="1" dirty="0"/>
          </a:p>
        </p:txBody>
      </p:sp>
    </p:spTree>
    <p:extLst>
      <p:ext uri="{BB962C8B-B14F-4D97-AF65-F5344CB8AC3E}">
        <p14:creationId xmlns:p14="http://schemas.microsoft.com/office/powerpoint/2010/main" val="27427452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1F22E05-77B6-3DC6-AEAA-F1FA116BC594}"/>
              </a:ext>
            </a:extLst>
          </p:cNvPr>
          <p:cNvGraphicFramePr/>
          <p:nvPr>
            <p:extLst>
              <p:ext uri="{D42A27DB-BD31-4B8C-83A1-F6EECF244321}">
                <p14:modId xmlns:p14="http://schemas.microsoft.com/office/powerpoint/2010/main" val="969211826"/>
              </p:ext>
            </p:extLst>
          </p:nvPr>
        </p:nvGraphicFramePr>
        <p:xfrm>
          <a:off x="944216" y="983698"/>
          <a:ext cx="10694505" cy="44012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10661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388C3A-3013-FAF3-FA11-F8E5E622B1F3}"/>
              </a:ext>
            </a:extLst>
          </p:cNvPr>
          <p:cNvPicPr>
            <a:picLocks noChangeAspect="1"/>
          </p:cNvPicPr>
          <p:nvPr/>
        </p:nvPicPr>
        <p:blipFill>
          <a:blip r:embed="rId2"/>
          <a:stretch>
            <a:fillRect/>
          </a:stretch>
        </p:blipFill>
        <p:spPr>
          <a:xfrm>
            <a:off x="1698010" y="752976"/>
            <a:ext cx="8996493" cy="4954113"/>
          </a:xfrm>
          <a:prstGeom prst="rect">
            <a:avLst/>
          </a:prstGeom>
        </p:spPr>
      </p:pic>
    </p:spTree>
    <p:extLst>
      <p:ext uri="{BB962C8B-B14F-4D97-AF65-F5344CB8AC3E}">
        <p14:creationId xmlns:p14="http://schemas.microsoft.com/office/powerpoint/2010/main" val="38163562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86EB19-B289-CA9A-B2A7-A7EF3B02D83B}"/>
              </a:ext>
            </a:extLst>
          </p:cNvPr>
          <p:cNvPicPr>
            <a:picLocks noChangeAspect="1"/>
          </p:cNvPicPr>
          <p:nvPr/>
        </p:nvPicPr>
        <p:blipFill>
          <a:blip r:embed="rId2"/>
          <a:stretch>
            <a:fillRect/>
          </a:stretch>
        </p:blipFill>
        <p:spPr>
          <a:xfrm>
            <a:off x="3511793" y="1821003"/>
            <a:ext cx="6420746" cy="4420217"/>
          </a:xfrm>
          <a:prstGeom prst="rect">
            <a:avLst/>
          </a:prstGeom>
        </p:spPr>
      </p:pic>
      <p:sp>
        <p:nvSpPr>
          <p:cNvPr id="4" name="TextBox 3">
            <a:extLst>
              <a:ext uri="{FF2B5EF4-FFF2-40B4-BE49-F238E27FC236}">
                <a16:creationId xmlns:a16="http://schemas.microsoft.com/office/drawing/2014/main" id="{9F1DB263-B14F-DD18-9142-38E7A7C5582F}"/>
              </a:ext>
            </a:extLst>
          </p:cNvPr>
          <p:cNvSpPr txBox="1"/>
          <p:nvPr/>
        </p:nvSpPr>
        <p:spPr>
          <a:xfrm>
            <a:off x="2649607" y="0"/>
            <a:ext cx="6097656" cy="954107"/>
          </a:xfrm>
          <a:prstGeom prst="rect">
            <a:avLst/>
          </a:prstGeom>
          <a:noFill/>
        </p:spPr>
        <p:txBody>
          <a:bodyPr wrap="square">
            <a:spAutoFit/>
          </a:bodyPr>
          <a:lstStyle/>
          <a:p>
            <a:pPr algn="ctr"/>
            <a:endParaRPr lang="en-US" sz="2800" dirty="0">
              <a:latin typeface="Times New Roman" panose="02020603050405020304" pitchFamily="18" charset="0"/>
              <a:cs typeface="Times New Roman" panose="02020603050405020304" pitchFamily="18" charset="0"/>
            </a:endParaRPr>
          </a:p>
          <a:p>
            <a:pPr algn="ctr"/>
            <a:r>
              <a:rPr lang="en-US" sz="2800" b="1" dirty="0">
                <a:latin typeface="Times New Roman" panose="02020603050405020304" pitchFamily="18" charset="0"/>
                <a:cs typeface="Times New Roman" panose="02020603050405020304" pitchFamily="18" charset="0"/>
              </a:rPr>
              <a:t>Ripple factor of FWR</a:t>
            </a:r>
          </a:p>
        </p:txBody>
      </p:sp>
      <p:pic>
        <p:nvPicPr>
          <p:cNvPr id="6" name="Picture 5">
            <a:extLst>
              <a:ext uri="{FF2B5EF4-FFF2-40B4-BE49-F238E27FC236}">
                <a16:creationId xmlns:a16="http://schemas.microsoft.com/office/drawing/2014/main" id="{39CFE89C-B346-CBF4-63EC-D7D76E20B24B}"/>
              </a:ext>
            </a:extLst>
          </p:cNvPr>
          <p:cNvPicPr>
            <a:picLocks noChangeAspect="1"/>
          </p:cNvPicPr>
          <p:nvPr/>
        </p:nvPicPr>
        <p:blipFill>
          <a:blip r:embed="rId3"/>
          <a:stretch>
            <a:fillRect/>
          </a:stretch>
        </p:blipFill>
        <p:spPr>
          <a:xfrm>
            <a:off x="3659356" y="1093254"/>
            <a:ext cx="4515480" cy="866896"/>
          </a:xfrm>
          <a:prstGeom prst="rect">
            <a:avLst/>
          </a:prstGeom>
        </p:spPr>
      </p:pic>
    </p:spTree>
    <p:extLst>
      <p:ext uri="{BB962C8B-B14F-4D97-AF65-F5344CB8AC3E}">
        <p14:creationId xmlns:p14="http://schemas.microsoft.com/office/powerpoint/2010/main" val="4313029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F3F99-DCD2-BB3C-82E0-14E01DAD78CE}"/>
              </a:ext>
            </a:extLst>
          </p:cNvPr>
          <p:cNvPicPr>
            <a:picLocks noChangeAspect="1"/>
          </p:cNvPicPr>
          <p:nvPr/>
        </p:nvPicPr>
        <p:blipFill>
          <a:blip r:embed="rId2"/>
          <a:srcRect l="523" t="67139"/>
          <a:stretch/>
        </p:blipFill>
        <p:spPr>
          <a:xfrm>
            <a:off x="2929268" y="2448784"/>
            <a:ext cx="7113642" cy="1960432"/>
          </a:xfrm>
          <a:prstGeom prst="rect">
            <a:avLst/>
          </a:prstGeom>
        </p:spPr>
      </p:pic>
      <p:pic>
        <p:nvPicPr>
          <p:cNvPr id="2" name="Picture 1">
            <a:extLst>
              <a:ext uri="{FF2B5EF4-FFF2-40B4-BE49-F238E27FC236}">
                <a16:creationId xmlns:a16="http://schemas.microsoft.com/office/drawing/2014/main" id="{819E67A5-9F19-C44C-9CBA-6BD93BDB838B}"/>
              </a:ext>
            </a:extLst>
          </p:cNvPr>
          <p:cNvPicPr>
            <a:picLocks noChangeAspect="1"/>
          </p:cNvPicPr>
          <p:nvPr/>
        </p:nvPicPr>
        <p:blipFill>
          <a:blip r:embed="rId2"/>
          <a:srcRect l="-461" t="-9946" r="9363" b="84369"/>
          <a:stretch>
            <a:fillRect/>
          </a:stretch>
        </p:blipFill>
        <p:spPr>
          <a:xfrm>
            <a:off x="2650971" y="336411"/>
            <a:ext cx="7856811" cy="1840260"/>
          </a:xfrm>
          <a:prstGeom prst="rect">
            <a:avLst/>
          </a:prstGeom>
        </p:spPr>
      </p:pic>
      <p:pic>
        <p:nvPicPr>
          <p:cNvPr id="5" name="Picture 4">
            <a:extLst>
              <a:ext uri="{FF2B5EF4-FFF2-40B4-BE49-F238E27FC236}">
                <a16:creationId xmlns:a16="http://schemas.microsoft.com/office/drawing/2014/main" id="{FB1E31CC-7802-AD15-0D11-FA4204CAF4A5}"/>
              </a:ext>
            </a:extLst>
          </p:cNvPr>
          <p:cNvPicPr>
            <a:picLocks noChangeAspect="1"/>
          </p:cNvPicPr>
          <p:nvPr/>
        </p:nvPicPr>
        <p:blipFill>
          <a:blip r:embed="rId3"/>
          <a:stretch>
            <a:fillRect/>
          </a:stretch>
        </p:blipFill>
        <p:spPr>
          <a:xfrm>
            <a:off x="2754894" y="2448784"/>
            <a:ext cx="4515480" cy="866896"/>
          </a:xfrm>
          <a:prstGeom prst="rect">
            <a:avLst/>
          </a:prstGeom>
        </p:spPr>
      </p:pic>
    </p:spTree>
    <p:extLst>
      <p:ext uri="{BB962C8B-B14F-4D97-AF65-F5344CB8AC3E}">
        <p14:creationId xmlns:p14="http://schemas.microsoft.com/office/powerpoint/2010/main" val="12757685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FF5E03-515A-E36A-59CE-297EA9D44ABA}"/>
              </a:ext>
            </a:extLst>
          </p:cNvPr>
          <p:cNvSpPr txBox="1"/>
          <p:nvPr/>
        </p:nvSpPr>
        <p:spPr>
          <a:xfrm>
            <a:off x="665921" y="308113"/>
            <a:ext cx="11181521" cy="14773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IN" b="1" i="0" dirty="0">
                <a:effectLst/>
                <a:highlight>
                  <a:srgbClr val="FFFFFF"/>
                </a:highlight>
                <a:latin typeface="Times New Roman" panose="02020603050405020304" pitchFamily="18" charset="0"/>
                <a:cs typeface="Times New Roman" panose="02020603050405020304" pitchFamily="18" charset="0"/>
              </a:rPr>
              <a:t>Bridge Rectifier: </a:t>
            </a:r>
            <a:r>
              <a:rPr lang="en-US" b="0" i="0" dirty="0">
                <a:effectLst/>
                <a:highlight>
                  <a:srgbClr val="FFFFFF"/>
                </a:highlight>
                <a:latin typeface="Times New Roman" panose="02020603050405020304" pitchFamily="18" charset="0"/>
                <a:cs typeface="Times New Roman" panose="02020603050405020304" pitchFamily="18" charset="0"/>
              </a:rPr>
              <a:t>The construction of a bridge rectifier is shown in the figure below. The bridge rectifier circuit is made of four </a:t>
            </a:r>
            <a:r>
              <a:rPr lang="en-US" dirty="0">
                <a:highlight>
                  <a:srgbClr val="FFFFFF"/>
                </a:highlight>
                <a:latin typeface="Times New Roman" panose="02020603050405020304" pitchFamily="18" charset="0"/>
                <a:cs typeface="Times New Roman" panose="02020603050405020304" pitchFamily="18" charset="0"/>
              </a:rPr>
              <a:t>diodes</a:t>
            </a:r>
            <a:r>
              <a:rPr lang="en-US" b="0" i="0" dirty="0">
                <a:effectLst/>
                <a:highlight>
                  <a:srgbClr val="FFFFFF"/>
                </a:highlight>
                <a:latin typeface="Times New Roman" panose="02020603050405020304" pitchFamily="18" charset="0"/>
                <a:cs typeface="Times New Roman" panose="02020603050405020304" pitchFamily="18" charset="0"/>
              </a:rPr>
              <a:t> D</a:t>
            </a:r>
            <a:r>
              <a:rPr lang="en-US" b="0" i="0" baseline="-25000" dirty="0">
                <a:effectLst/>
                <a:highlight>
                  <a:srgbClr val="FFFFFF"/>
                </a:highlight>
                <a:latin typeface="Times New Roman" panose="02020603050405020304" pitchFamily="18" charset="0"/>
                <a:cs typeface="Times New Roman" panose="02020603050405020304" pitchFamily="18" charset="0"/>
              </a:rPr>
              <a:t>1</a:t>
            </a:r>
            <a:r>
              <a:rPr lang="en-US" b="0" i="0" dirty="0">
                <a:effectLst/>
                <a:highlight>
                  <a:srgbClr val="FFFFFF"/>
                </a:highlight>
                <a:latin typeface="Times New Roman" panose="02020603050405020304" pitchFamily="18" charset="0"/>
                <a:cs typeface="Times New Roman" panose="02020603050405020304" pitchFamily="18" charset="0"/>
              </a:rPr>
              <a:t>, D</a:t>
            </a:r>
            <a:r>
              <a:rPr lang="en-US" b="0" i="0" baseline="-25000" dirty="0">
                <a:effectLst/>
                <a:highlight>
                  <a:srgbClr val="FFFFFF"/>
                </a:highlight>
                <a:latin typeface="Times New Roman" panose="02020603050405020304" pitchFamily="18" charset="0"/>
                <a:cs typeface="Times New Roman" panose="02020603050405020304" pitchFamily="18" charset="0"/>
              </a:rPr>
              <a:t>2</a:t>
            </a:r>
            <a:r>
              <a:rPr lang="en-US" b="0" i="0" dirty="0">
                <a:effectLst/>
                <a:highlight>
                  <a:srgbClr val="FFFFFF"/>
                </a:highlight>
                <a:latin typeface="Times New Roman" panose="02020603050405020304" pitchFamily="18" charset="0"/>
                <a:cs typeface="Times New Roman" panose="02020603050405020304" pitchFamily="18" charset="0"/>
              </a:rPr>
              <a:t>, D</a:t>
            </a:r>
            <a:r>
              <a:rPr lang="en-US" b="0" i="0" baseline="-25000" dirty="0">
                <a:effectLst/>
                <a:highlight>
                  <a:srgbClr val="FFFFFF"/>
                </a:highlight>
                <a:latin typeface="Times New Roman" panose="02020603050405020304" pitchFamily="18" charset="0"/>
                <a:cs typeface="Times New Roman" panose="02020603050405020304" pitchFamily="18" charset="0"/>
              </a:rPr>
              <a:t>3</a:t>
            </a:r>
            <a:r>
              <a:rPr lang="en-US" b="0" i="0" dirty="0">
                <a:effectLst/>
                <a:highlight>
                  <a:srgbClr val="FFFFFF"/>
                </a:highlight>
                <a:latin typeface="Times New Roman" panose="02020603050405020304" pitchFamily="18" charset="0"/>
                <a:cs typeface="Times New Roman" panose="02020603050405020304" pitchFamily="18" charset="0"/>
              </a:rPr>
              <a:t>, D</a:t>
            </a:r>
            <a:r>
              <a:rPr lang="en-US" b="0" i="0" baseline="-25000" dirty="0">
                <a:effectLst/>
                <a:highlight>
                  <a:srgbClr val="FFFFFF"/>
                </a:highlight>
                <a:latin typeface="Times New Roman" panose="02020603050405020304" pitchFamily="18" charset="0"/>
                <a:cs typeface="Times New Roman" panose="02020603050405020304" pitchFamily="18" charset="0"/>
              </a:rPr>
              <a:t>4,</a:t>
            </a:r>
            <a:r>
              <a:rPr lang="en-US" b="0" i="0" dirty="0">
                <a:effectLst/>
                <a:highlight>
                  <a:srgbClr val="FFFFFF"/>
                </a:highlight>
                <a:latin typeface="Times New Roman" panose="02020603050405020304" pitchFamily="18" charset="0"/>
                <a:cs typeface="Times New Roman" panose="02020603050405020304" pitchFamily="18" charset="0"/>
              </a:rPr>
              <a:t> and a load resistor R</a:t>
            </a:r>
            <a:r>
              <a:rPr lang="en-US" b="0" i="0" baseline="-25000" dirty="0">
                <a:effectLst/>
                <a:highlight>
                  <a:srgbClr val="FFFFFF"/>
                </a:highlight>
                <a:latin typeface="Times New Roman" panose="02020603050405020304" pitchFamily="18" charset="0"/>
                <a:cs typeface="Times New Roman" panose="02020603050405020304" pitchFamily="18" charset="0"/>
              </a:rPr>
              <a:t>L</a:t>
            </a:r>
            <a:r>
              <a:rPr lang="en-US" b="0" i="0" dirty="0">
                <a:effectLst/>
                <a:highlight>
                  <a:srgbClr val="FFFFFF"/>
                </a:highlight>
                <a:latin typeface="Times New Roman" panose="02020603050405020304" pitchFamily="18" charset="0"/>
                <a:cs typeface="Times New Roman" panose="02020603050405020304" pitchFamily="18" charset="0"/>
              </a:rPr>
              <a:t>. The four diodes are connected in a closed-loop configuration to efficiently convert the alternating current (AC) into Direct Current (DC). </a:t>
            </a:r>
            <a:r>
              <a:rPr lang="en-US" b="1" i="0" dirty="0">
                <a:effectLst/>
                <a:highlight>
                  <a:srgbClr val="FFFFFF"/>
                </a:highlight>
                <a:latin typeface="Times New Roman" panose="02020603050405020304" pitchFamily="18" charset="0"/>
                <a:cs typeface="Times New Roman" panose="02020603050405020304" pitchFamily="18" charset="0"/>
              </a:rPr>
              <a:t>D</a:t>
            </a:r>
            <a:r>
              <a:rPr lang="en-US" b="1" i="0" baseline="-25000" dirty="0">
                <a:effectLst/>
                <a:highlight>
                  <a:srgbClr val="FFFFFF"/>
                </a:highlight>
                <a:latin typeface="Times New Roman" panose="02020603050405020304" pitchFamily="18" charset="0"/>
                <a:cs typeface="Times New Roman" panose="02020603050405020304" pitchFamily="18" charset="0"/>
              </a:rPr>
              <a:t>1</a:t>
            </a:r>
            <a:r>
              <a:rPr lang="en-US" b="1" i="0" dirty="0">
                <a:effectLst/>
                <a:highlight>
                  <a:srgbClr val="FFFFFF"/>
                </a:highlight>
                <a:latin typeface="Times New Roman" panose="02020603050405020304" pitchFamily="18" charset="0"/>
                <a:cs typeface="Times New Roman" panose="02020603050405020304" pitchFamily="18" charset="0"/>
              </a:rPr>
              <a:t> and D</a:t>
            </a:r>
            <a:r>
              <a:rPr lang="en-US" b="1" i="0" baseline="-25000" dirty="0">
                <a:effectLst/>
                <a:highlight>
                  <a:srgbClr val="FFFFFF"/>
                </a:highlight>
                <a:latin typeface="Times New Roman" panose="02020603050405020304" pitchFamily="18" charset="0"/>
                <a:cs typeface="Times New Roman" panose="02020603050405020304" pitchFamily="18" charset="0"/>
              </a:rPr>
              <a:t>3</a:t>
            </a:r>
            <a:r>
              <a:rPr lang="en-US" b="1" i="0" dirty="0">
                <a:effectLst/>
                <a:highlight>
                  <a:srgbClr val="FFFFFF"/>
                </a:highlight>
                <a:latin typeface="Times New Roman" panose="02020603050405020304" pitchFamily="18" charset="0"/>
                <a:cs typeface="Times New Roman" panose="02020603050405020304" pitchFamily="18" charset="0"/>
              </a:rPr>
              <a:t> are pairs that conduct electric current during the positive half cycle. Likewise, diodes D</a:t>
            </a:r>
            <a:r>
              <a:rPr lang="en-US" b="1" i="0" baseline="-25000" dirty="0">
                <a:effectLst/>
                <a:highlight>
                  <a:srgbClr val="FFFFFF"/>
                </a:highlight>
                <a:latin typeface="Times New Roman" panose="02020603050405020304" pitchFamily="18" charset="0"/>
                <a:cs typeface="Times New Roman" panose="02020603050405020304" pitchFamily="18" charset="0"/>
              </a:rPr>
              <a:t>2</a:t>
            </a:r>
            <a:r>
              <a:rPr lang="en-US" b="1" i="0" dirty="0">
                <a:effectLst/>
                <a:highlight>
                  <a:srgbClr val="FFFFFF"/>
                </a:highlight>
                <a:latin typeface="Times New Roman" panose="02020603050405020304" pitchFamily="18" charset="0"/>
                <a:cs typeface="Times New Roman" panose="02020603050405020304" pitchFamily="18" charset="0"/>
              </a:rPr>
              <a:t> and D</a:t>
            </a:r>
            <a:r>
              <a:rPr lang="en-US" b="1" i="0" baseline="-25000" dirty="0">
                <a:effectLst/>
                <a:highlight>
                  <a:srgbClr val="FFFFFF"/>
                </a:highlight>
                <a:latin typeface="Times New Roman" panose="02020603050405020304" pitchFamily="18" charset="0"/>
                <a:cs typeface="Times New Roman" panose="02020603050405020304" pitchFamily="18" charset="0"/>
              </a:rPr>
              <a:t>4</a:t>
            </a:r>
            <a:r>
              <a:rPr lang="en-US" b="1" i="0" dirty="0">
                <a:effectLst/>
                <a:highlight>
                  <a:srgbClr val="FFFFFF"/>
                </a:highlight>
                <a:latin typeface="Times New Roman" panose="02020603050405020304" pitchFamily="18" charset="0"/>
                <a:cs typeface="Times New Roman" panose="02020603050405020304" pitchFamily="18" charset="0"/>
              </a:rPr>
              <a:t> conduct electric current during a negative half cycle.</a:t>
            </a:r>
            <a:endParaRPr lang="en-IN" b="1" i="0" dirty="0">
              <a:effectLst/>
              <a:highlight>
                <a:srgbClr val="FFFFFF"/>
              </a:highlight>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139F3EC5-0613-DEAC-32FB-A30DCA9EF591}"/>
              </a:ext>
            </a:extLst>
          </p:cNvPr>
          <p:cNvPicPr>
            <a:picLocks noChangeAspect="1"/>
          </p:cNvPicPr>
          <p:nvPr/>
        </p:nvPicPr>
        <p:blipFill>
          <a:blip r:embed="rId2"/>
          <a:stretch>
            <a:fillRect/>
          </a:stretch>
        </p:blipFill>
        <p:spPr>
          <a:xfrm>
            <a:off x="1209261" y="2033047"/>
            <a:ext cx="3725433" cy="2340037"/>
          </a:xfrm>
          <a:prstGeom prst="rect">
            <a:avLst/>
          </a:prstGeom>
        </p:spPr>
      </p:pic>
      <p:pic>
        <p:nvPicPr>
          <p:cNvPr id="5" name="Picture 4">
            <a:extLst>
              <a:ext uri="{FF2B5EF4-FFF2-40B4-BE49-F238E27FC236}">
                <a16:creationId xmlns:a16="http://schemas.microsoft.com/office/drawing/2014/main" id="{7333ACB5-844F-C1E9-13A9-AF0CC2C81364}"/>
              </a:ext>
            </a:extLst>
          </p:cNvPr>
          <p:cNvPicPr>
            <a:picLocks noChangeAspect="1"/>
          </p:cNvPicPr>
          <p:nvPr/>
        </p:nvPicPr>
        <p:blipFill>
          <a:blip r:embed="rId3"/>
          <a:stretch>
            <a:fillRect/>
          </a:stretch>
        </p:blipFill>
        <p:spPr>
          <a:xfrm>
            <a:off x="7178728" y="1884832"/>
            <a:ext cx="3804011" cy="2404700"/>
          </a:xfrm>
          <a:prstGeom prst="rect">
            <a:avLst/>
          </a:prstGeom>
        </p:spPr>
      </p:pic>
      <p:sp>
        <p:nvSpPr>
          <p:cNvPr id="6" name="TextBox 5">
            <a:extLst>
              <a:ext uri="{FF2B5EF4-FFF2-40B4-BE49-F238E27FC236}">
                <a16:creationId xmlns:a16="http://schemas.microsoft.com/office/drawing/2014/main" id="{D398257A-9437-594F-C7E1-14CA9742ED66}"/>
              </a:ext>
            </a:extLst>
          </p:cNvPr>
          <p:cNvSpPr txBox="1"/>
          <p:nvPr/>
        </p:nvSpPr>
        <p:spPr>
          <a:xfrm>
            <a:off x="261729" y="4531769"/>
            <a:ext cx="6059558"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rPr>
              <a:t>The current flow during the positive half-cycle: When an AC signal is applied across the bridge rectifier, terminal A becomes positive during the positive half cycle while terminal B becomes negative. This results in diodes D</a:t>
            </a:r>
            <a:r>
              <a:rPr lang="en-US" b="0" i="0" baseline="-25000" dirty="0">
                <a:solidFill>
                  <a:srgbClr val="444444"/>
                </a:solidFill>
                <a:effectLst/>
                <a:highlight>
                  <a:srgbClr val="FFFFFF"/>
                </a:highlight>
                <a:latin typeface="Times New Roman" panose="02020603050405020304" pitchFamily="18" charset="0"/>
                <a:cs typeface="Times New Roman" panose="02020603050405020304" pitchFamily="18" charset="0"/>
              </a:rPr>
              <a:t>1</a:t>
            </a:r>
            <a:r>
              <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rPr>
              <a:t> and D</a:t>
            </a:r>
            <a:r>
              <a:rPr lang="en-US" b="0" i="0" baseline="-25000" dirty="0">
                <a:solidFill>
                  <a:srgbClr val="444444"/>
                </a:solidFill>
                <a:effectLst/>
                <a:highlight>
                  <a:srgbClr val="FFFFFF"/>
                </a:highlight>
                <a:latin typeface="Times New Roman" panose="02020603050405020304" pitchFamily="18" charset="0"/>
                <a:cs typeface="Times New Roman" panose="02020603050405020304" pitchFamily="18" charset="0"/>
              </a:rPr>
              <a:t>3</a:t>
            </a:r>
            <a:r>
              <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rPr>
              <a:t> becoming forward biased while D</a:t>
            </a:r>
            <a:r>
              <a:rPr lang="en-US" b="0" i="0" baseline="-25000" dirty="0">
                <a:solidFill>
                  <a:srgbClr val="444444"/>
                </a:solidFill>
                <a:effectLst/>
                <a:highlight>
                  <a:srgbClr val="FFFFFF"/>
                </a:highlight>
                <a:latin typeface="Times New Roman" panose="02020603050405020304" pitchFamily="18" charset="0"/>
                <a:cs typeface="Times New Roman" panose="02020603050405020304" pitchFamily="18" charset="0"/>
              </a:rPr>
              <a:t>2</a:t>
            </a:r>
            <a:r>
              <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rPr>
              <a:t> and D</a:t>
            </a:r>
            <a:r>
              <a:rPr lang="en-US" b="0" i="0" baseline="-25000" dirty="0">
                <a:solidFill>
                  <a:srgbClr val="444444"/>
                </a:solidFill>
                <a:effectLst/>
                <a:highlight>
                  <a:srgbClr val="FFFFFF"/>
                </a:highlight>
                <a:latin typeface="Times New Roman" panose="02020603050405020304" pitchFamily="18" charset="0"/>
                <a:cs typeface="Times New Roman" panose="02020603050405020304" pitchFamily="18" charset="0"/>
              </a:rPr>
              <a:t>4</a:t>
            </a:r>
            <a:r>
              <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rPr>
              <a:t> becoming reverse biased.  </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DD9E30D-0C5E-B525-FDC9-92E9C9C7CAA7}"/>
              </a:ext>
            </a:extLst>
          </p:cNvPr>
          <p:cNvSpPr txBox="1"/>
          <p:nvPr/>
        </p:nvSpPr>
        <p:spPr>
          <a:xfrm>
            <a:off x="6690691" y="4529075"/>
            <a:ext cx="5342284"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rPr>
              <a:t>The current flow during the </a:t>
            </a:r>
            <a:r>
              <a:rPr lang="en-US" dirty="0">
                <a:solidFill>
                  <a:srgbClr val="444444"/>
                </a:solidFill>
                <a:highlight>
                  <a:srgbClr val="FFFFFF"/>
                </a:highlight>
                <a:latin typeface="Times New Roman" panose="02020603050405020304" pitchFamily="18" charset="0"/>
                <a:cs typeface="Times New Roman" panose="02020603050405020304" pitchFamily="18" charset="0"/>
              </a:rPr>
              <a:t>nega</a:t>
            </a:r>
            <a:r>
              <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rPr>
              <a:t>tive half-cycle: During the negative half-cycle, terminal B becomes positive while terminal A becomes negative. This causes diodes D</a:t>
            </a:r>
            <a:r>
              <a:rPr lang="en-US" b="0" i="0" baseline="-25000" dirty="0">
                <a:solidFill>
                  <a:srgbClr val="444444"/>
                </a:solidFill>
                <a:effectLst/>
                <a:highlight>
                  <a:srgbClr val="FFFFFF"/>
                </a:highlight>
                <a:latin typeface="Times New Roman" panose="02020603050405020304" pitchFamily="18" charset="0"/>
                <a:cs typeface="Times New Roman" panose="02020603050405020304" pitchFamily="18" charset="0"/>
              </a:rPr>
              <a:t>2</a:t>
            </a:r>
            <a:r>
              <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rPr>
              <a:t> and D</a:t>
            </a:r>
            <a:r>
              <a:rPr lang="en-US" b="0" i="0" baseline="-25000" dirty="0">
                <a:solidFill>
                  <a:srgbClr val="444444"/>
                </a:solidFill>
                <a:effectLst/>
                <a:highlight>
                  <a:srgbClr val="FFFFFF"/>
                </a:highlight>
                <a:latin typeface="Times New Roman" panose="02020603050405020304" pitchFamily="18" charset="0"/>
                <a:cs typeface="Times New Roman" panose="02020603050405020304" pitchFamily="18" charset="0"/>
              </a:rPr>
              <a:t>4</a:t>
            </a:r>
            <a:r>
              <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rPr>
              <a:t> to become forward biased and diode D</a:t>
            </a:r>
            <a:r>
              <a:rPr lang="en-US" b="0" i="0" baseline="-25000" dirty="0">
                <a:solidFill>
                  <a:srgbClr val="444444"/>
                </a:solidFill>
                <a:effectLst/>
                <a:highlight>
                  <a:srgbClr val="FFFFFF"/>
                </a:highlight>
                <a:latin typeface="Times New Roman" panose="02020603050405020304" pitchFamily="18" charset="0"/>
                <a:cs typeface="Times New Roman" panose="02020603050405020304" pitchFamily="18" charset="0"/>
              </a:rPr>
              <a:t>1</a:t>
            </a:r>
            <a:r>
              <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rPr>
              <a:t> and D</a:t>
            </a:r>
            <a:r>
              <a:rPr lang="en-US" b="0" i="0" baseline="-25000" dirty="0">
                <a:solidFill>
                  <a:srgbClr val="444444"/>
                </a:solidFill>
                <a:effectLst/>
                <a:highlight>
                  <a:srgbClr val="FFFFFF"/>
                </a:highlight>
                <a:latin typeface="Times New Roman" panose="02020603050405020304" pitchFamily="18" charset="0"/>
                <a:cs typeface="Times New Roman" panose="02020603050405020304" pitchFamily="18" charset="0"/>
              </a:rPr>
              <a:t>3</a:t>
            </a:r>
            <a:r>
              <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rPr>
              <a:t> to be reverse biased.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31581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89CD178D-884E-94AE-10C9-34764800BEE4}"/>
              </a:ext>
            </a:extLst>
          </p:cNvPr>
          <p:cNvGraphicFramePr>
            <a:graphicFrameLocks noGrp="1"/>
          </p:cNvGraphicFramePr>
          <p:nvPr>
            <p:extLst>
              <p:ext uri="{D42A27DB-BD31-4B8C-83A1-F6EECF244321}">
                <p14:modId xmlns:p14="http://schemas.microsoft.com/office/powerpoint/2010/main" val="1500682297"/>
              </p:ext>
            </p:extLst>
          </p:nvPr>
        </p:nvGraphicFramePr>
        <p:xfrm>
          <a:off x="899491" y="288235"/>
          <a:ext cx="10416208" cy="5423368"/>
        </p:xfrm>
        <a:graphic>
          <a:graphicData uri="http://schemas.openxmlformats.org/drawingml/2006/table">
            <a:tbl>
              <a:tblPr firstRow="1" bandRow="1">
                <a:tableStyleId>{C083E6E3-FA7D-4D7B-A595-EF9225AFEA82}</a:tableStyleId>
              </a:tblPr>
              <a:tblGrid>
                <a:gridCol w="2186609">
                  <a:extLst>
                    <a:ext uri="{9D8B030D-6E8A-4147-A177-3AD203B41FA5}">
                      <a16:colId xmlns:a16="http://schemas.microsoft.com/office/drawing/2014/main" val="4209080568"/>
                    </a:ext>
                  </a:extLst>
                </a:gridCol>
                <a:gridCol w="2604052">
                  <a:extLst>
                    <a:ext uri="{9D8B030D-6E8A-4147-A177-3AD203B41FA5}">
                      <a16:colId xmlns:a16="http://schemas.microsoft.com/office/drawing/2014/main" val="3988314718"/>
                    </a:ext>
                  </a:extLst>
                </a:gridCol>
                <a:gridCol w="2693504">
                  <a:extLst>
                    <a:ext uri="{9D8B030D-6E8A-4147-A177-3AD203B41FA5}">
                      <a16:colId xmlns:a16="http://schemas.microsoft.com/office/drawing/2014/main" val="2710382881"/>
                    </a:ext>
                  </a:extLst>
                </a:gridCol>
                <a:gridCol w="2932043">
                  <a:extLst>
                    <a:ext uri="{9D8B030D-6E8A-4147-A177-3AD203B41FA5}">
                      <a16:colId xmlns:a16="http://schemas.microsoft.com/office/drawing/2014/main" val="3310613645"/>
                    </a:ext>
                  </a:extLst>
                </a:gridCol>
              </a:tblGrid>
              <a:tr h="745434">
                <a:tc>
                  <a:txBody>
                    <a:bodyPr/>
                    <a:lstStyle/>
                    <a:p>
                      <a:r>
                        <a:rPr lang="en-IN" sz="2000" b="1" dirty="0"/>
                        <a:t>Feature</a:t>
                      </a:r>
                      <a:endParaRPr lang="en-IN" sz="2000" dirty="0">
                        <a:latin typeface="Times New Roman" panose="02020603050405020304" pitchFamily="18" charset="0"/>
                        <a:cs typeface="Times New Roman" panose="02020603050405020304" pitchFamily="18" charset="0"/>
                      </a:endParaRPr>
                    </a:p>
                  </a:txBody>
                  <a:tcPr anchor="ctr"/>
                </a:tc>
                <a:tc>
                  <a:txBody>
                    <a:bodyPr/>
                    <a:lstStyle/>
                    <a:p>
                      <a:r>
                        <a:rPr lang="en-IN" sz="2000" b="1" dirty="0"/>
                        <a:t>Half-Wave Rectifier</a:t>
                      </a:r>
                      <a:endParaRPr lang="en-IN" sz="2000" dirty="0">
                        <a:latin typeface="Times New Roman" panose="02020603050405020304" pitchFamily="18" charset="0"/>
                        <a:cs typeface="Times New Roman" panose="02020603050405020304" pitchFamily="18" charset="0"/>
                      </a:endParaRPr>
                    </a:p>
                  </a:txBody>
                  <a:tcPr anchor="ctr"/>
                </a:tc>
                <a:tc>
                  <a:txBody>
                    <a:bodyPr/>
                    <a:lstStyle/>
                    <a:p>
                      <a:r>
                        <a:rPr lang="en-IN" sz="2000" b="1" dirty="0"/>
                        <a:t>Full-Wave Rectifier (Centre-Tapped)</a:t>
                      </a:r>
                      <a:endParaRPr lang="en-IN" sz="2000" dirty="0">
                        <a:latin typeface="Times New Roman" panose="02020603050405020304" pitchFamily="18" charset="0"/>
                        <a:cs typeface="Times New Roman" panose="02020603050405020304" pitchFamily="18" charset="0"/>
                      </a:endParaRPr>
                    </a:p>
                  </a:txBody>
                  <a:tcPr anchor="ctr"/>
                </a:tc>
                <a:tc>
                  <a:txBody>
                    <a:bodyPr/>
                    <a:lstStyle/>
                    <a:p>
                      <a:r>
                        <a:rPr lang="en-IN" sz="2000" b="1" dirty="0"/>
                        <a:t>Full-Wave Bridge Rectifier</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69016011"/>
                  </a:ext>
                </a:extLst>
              </a:tr>
              <a:tr h="712533">
                <a:tc>
                  <a:txBody>
                    <a:bodyPr/>
                    <a:lstStyle/>
                    <a:p>
                      <a:r>
                        <a:rPr lang="en-IN" sz="2000" b="1"/>
                        <a:t>Number of Diodes</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a:t>1</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a:t>2</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dirty="0"/>
                        <a:t>4</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32934093"/>
                  </a:ext>
                </a:extLst>
              </a:tr>
              <a:tr h="1022330">
                <a:tc>
                  <a:txBody>
                    <a:bodyPr/>
                    <a:lstStyle/>
                    <a:p>
                      <a:r>
                        <a:rPr lang="en-IN" sz="2000" b="1" dirty="0"/>
                        <a:t>Transformer Requirement</a:t>
                      </a:r>
                      <a:endParaRPr lang="en-IN" sz="2000" dirty="0">
                        <a:latin typeface="Times New Roman" panose="02020603050405020304" pitchFamily="18" charset="0"/>
                        <a:cs typeface="Times New Roman" panose="02020603050405020304" pitchFamily="18" charset="0"/>
                      </a:endParaRPr>
                    </a:p>
                  </a:txBody>
                  <a:tcPr anchor="ctr"/>
                </a:tc>
                <a:tc>
                  <a:txBody>
                    <a:bodyPr/>
                    <a:lstStyle/>
                    <a:p>
                      <a:r>
                        <a:rPr lang="en-IN" sz="2000"/>
                        <a:t>Optional</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a:t>Required (center-tapped transformer)</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dirty="0"/>
                        <a:t>Optional</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43234426"/>
                  </a:ext>
                </a:extLst>
              </a:tr>
              <a:tr h="402736">
                <a:tc>
                  <a:txBody>
                    <a:bodyPr/>
                    <a:lstStyle/>
                    <a:p>
                      <a:r>
                        <a:rPr lang="en-IN" sz="2000" b="1"/>
                        <a:t>Efficiency</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a:t>~40.6%</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a:t>~81.2%</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dirty="0"/>
                        <a:t>~81.2%</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3614368"/>
                  </a:ext>
                </a:extLst>
              </a:tr>
              <a:tr h="1022330">
                <a:tc>
                  <a:txBody>
                    <a:bodyPr/>
                    <a:lstStyle/>
                    <a:p>
                      <a:r>
                        <a:rPr lang="en-IN" sz="2000" b="1"/>
                        <a:t>Peak Inverse Voltage (PIV)</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US" sz="2000" dirty="0"/>
                        <a:t>Vm (maximum voltage of transformer)</a:t>
                      </a:r>
                      <a:endParaRPr lang="en-US" sz="2000" dirty="0">
                        <a:latin typeface="Times New Roman" panose="02020603050405020304" pitchFamily="18" charset="0"/>
                        <a:cs typeface="Times New Roman" panose="02020603050405020304" pitchFamily="18" charset="0"/>
                      </a:endParaRPr>
                    </a:p>
                  </a:txBody>
                  <a:tcPr anchor="ctr"/>
                </a:tc>
                <a:tc>
                  <a:txBody>
                    <a:bodyPr/>
                    <a:lstStyle/>
                    <a:p>
                      <a:r>
                        <a:rPr lang="en-IN" sz="2000"/>
                        <a:t>2Vm</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dirty="0" err="1"/>
                        <a:t>Vm</a:t>
                      </a:r>
                      <a:r>
                        <a:rPr lang="en-IN" sz="2000" dirty="0"/>
                        <a:t> (for each diode)</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34688468"/>
                  </a:ext>
                </a:extLst>
              </a:tr>
              <a:tr h="712533">
                <a:tc>
                  <a:txBody>
                    <a:bodyPr/>
                    <a:lstStyle/>
                    <a:p>
                      <a:r>
                        <a:rPr lang="en-IN" sz="2000" b="1"/>
                        <a:t>DC Output Voltage</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dirty="0" err="1"/>
                        <a:t>Vm</a:t>
                      </a:r>
                      <a:r>
                        <a:rPr lang="en-IN" sz="2000" dirty="0"/>
                        <a:t>/</a:t>
                      </a:r>
                      <a:r>
                        <a:rPr lang="el-GR" sz="2000" dirty="0"/>
                        <a:t>π</a:t>
                      </a:r>
                      <a:endParaRPr lang="el-GR" sz="2000" dirty="0">
                        <a:latin typeface="Times New Roman" panose="02020603050405020304" pitchFamily="18" charset="0"/>
                        <a:cs typeface="Times New Roman" panose="02020603050405020304" pitchFamily="18" charset="0"/>
                      </a:endParaRPr>
                    </a:p>
                  </a:txBody>
                  <a:tcPr anchor="ctr"/>
                </a:tc>
                <a:tc>
                  <a:txBody>
                    <a:bodyPr/>
                    <a:lstStyle/>
                    <a:p>
                      <a:r>
                        <a:rPr lang="en-IN" sz="2000"/>
                        <a:t>2Vm/</a:t>
                      </a:r>
                      <a:r>
                        <a:rPr lang="el-GR" sz="2000"/>
                        <a:t>π</a:t>
                      </a:r>
                      <a:endParaRPr lang="el-GR" sz="2000">
                        <a:latin typeface="Times New Roman" panose="02020603050405020304" pitchFamily="18" charset="0"/>
                        <a:cs typeface="Times New Roman" panose="02020603050405020304" pitchFamily="18" charset="0"/>
                      </a:endParaRPr>
                    </a:p>
                  </a:txBody>
                  <a:tcPr anchor="ctr"/>
                </a:tc>
                <a:tc>
                  <a:txBody>
                    <a:bodyPr/>
                    <a:lstStyle/>
                    <a:p>
                      <a:r>
                        <a:rPr lang="en-IN" sz="2000" dirty="0"/>
                        <a:t>2Vm/</a:t>
                      </a:r>
                      <a:r>
                        <a:rPr lang="el-GR" sz="2000" dirty="0"/>
                        <a:t>π</a:t>
                      </a:r>
                      <a:endParaRPr lang="el-GR"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87915539"/>
                  </a:ext>
                </a:extLst>
              </a:tr>
              <a:tr h="402736">
                <a:tc>
                  <a:txBody>
                    <a:bodyPr/>
                    <a:lstStyle/>
                    <a:p>
                      <a:r>
                        <a:rPr kumimoji="0" lang="en-IN" sz="2000" b="1" u="none" strike="noStrike" kern="1200" cap="none" spc="0" normalizeH="0" baseline="0" noProof="0" dirty="0">
                          <a:ln>
                            <a:noFill/>
                          </a:ln>
                          <a:solidFill>
                            <a:prstClr val="black"/>
                          </a:solidFill>
                          <a:effectLst/>
                          <a:uLnTx/>
                          <a:uFillTx/>
                        </a:rPr>
                        <a:t>PIV </a:t>
                      </a:r>
                      <a:endParaRPr lang="en-IN" sz="2000" b="1" dirty="0">
                        <a:latin typeface="Times New Roman" panose="02020603050405020304" pitchFamily="18" charset="0"/>
                        <a:cs typeface="Times New Roman" panose="02020603050405020304" pitchFamily="18" charset="0"/>
                      </a:endParaRPr>
                    </a:p>
                  </a:txBody>
                  <a:tcPr/>
                </a:tc>
                <a:tc>
                  <a:txBody>
                    <a:bodyPr/>
                    <a:lstStyle/>
                    <a:p>
                      <a:r>
                        <a:rPr kumimoji="0" lang="en-IN" sz="2000" b="0" u="none" strike="noStrike" kern="1200" cap="none" spc="0" normalizeH="0" baseline="0" noProof="0" dirty="0" err="1">
                          <a:ln>
                            <a:noFill/>
                          </a:ln>
                          <a:solidFill>
                            <a:prstClr val="black"/>
                          </a:solidFill>
                          <a:effectLst/>
                          <a:uLnTx/>
                          <a:uFillTx/>
                        </a:rPr>
                        <a:t>Vm</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t>2</a:t>
                      </a:r>
                      <a:r>
                        <a:rPr lang="en-IN" sz="2000"/>
                        <a:t>Vm</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err="1"/>
                        <a:t>Vm</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3308600"/>
                  </a:ext>
                </a:extLst>
              </a:tr>
              <a:tr h="402736">
                <a:tc>
                  <a:txBody>
                    <a:bodyPr/>
                    <a:lstStyle/>
                    <a:p>
                      <a:r>
                        <a:rPr lang="en-IN" sz="2000" b="1" dirty="0"/>
                        <a:t>Ripple factor</a:t>
                      </a:r>
                      <a:endParaRPr lang="en-IN" sz="2000" b="1" dirty="0">
                        <a:latin typeface="Times New Roman" panose="02020603050405020304" pitchFamily="18" charset="0"/>
                        <a:cs typeface="Times New Roman" panose="02020603050405020304" pitchFamily="18" charset="0"/>
                      </a:endParaRPr>
                    </a:p>
                  </a:txBody>
                  <a:tcPr/>
                </a:tc>
                <a:tc>
                  <a:txBody>
                    <a:bodyPr/>
                    <a:lstStyle/>
                    <a:p>
                      <a:r>
                        <a:rPr lang="en-IN" sz="2000" dirty="0"/>
                        <a:t>1.21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0.48</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0.48</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84434779"/>
                  </a:ext>
                </a:extLst>
              </a:tr>
            </a:tbl>
          </a:graphicData>
        </a:graphic>
      </p:graphicFrame>
      <p:sp>
        <p:nvSpPr>
          <p:cNvPr id="3" name="TextBox 2">
            <a:extLst>
              <a:ext uri="{FF2B5EF4-FFF2-40B4-BE49-F238E27FC236}">
                <a16:creationId xmlns:a16="http://schemas.microsoft.com/office/drawing/2014/main" id="{C80C44AA-C680-3CF0-0908-D406143409A3}"/>
              </a:ext>
            </a:extLst>
          </p:cNvPr>
          <p:cNvSpPr txBox="1"/>
          <p:nvPr/>
        </p:nvSpPr>
        <p:spPr>
          <a:xfrm>
            <a:off x="97735" y="6246599"/>
            <a:ext cx="11996530" cy="646331"/>
          </a:xfrm>
          <a:prstGeom prst="rect">
            <a:avLst/>
          </a:prstGeom>
          <a:noFill/>
        </p:spPr>
        <p:txBody>
          <a:bodyPr wrap="square">
            <a:spAutoFit/>
          </a:bodyPr>
          <a:lstStyle/>
          <a:p>
            <a:pPr algn="just"/>
            <a:r>
              <a:rPr lang="en-US" b="1" i="0" dirty="0">
                <a:solidFill>
                  <a:schemeClr val="bg1"/>
                </a:solidFill>
                <a:effectLst/>
                <a:latin typeface="Google Sans"/>
              </a:rPr>
              <a:t>PIV refers to the maximum reverse voltage that a diode can withstand before it breaks down. It's essentially the peak voltage applied in the reverse direction. </a:t>
            </a:r>
            <a:endParaRPr lang="en-IN" b="1" dirty="0">
              <a:solidFill>
                <a:schemeClr val="bg1"/>
              </a:solidFill>
            </a:endParaRPr>
          </a:p>
        </p:txBody>
      </p:sp>
    </p:spTree>
    <p:extLst>
      <p:ext uri="{BB962C8B-B14F-4D97-AF65-F5344CB8AC3E}">
        <p14:creationId xmlns:p14="http://schemas.microsoft.com/office/powerpoint/2010/main" val="37115565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6E1A6A-8FAB-4CBA-3319-51B6697C7040}"/>
              </a:ext>
            </a:extLst>
          </p:cNvPr>
          <p:cNvSpPr txBox="1"/>
          <p:nvPr/>
        </p:nvSpPr>
        <p:spPr>
          <a:xfrm>
            <a:off x="1002196" y="1898374"/>
            <a:ext cx="10187607" cy="203132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285750" indent="-285750" algn="just">
              <a:buFont typeface="Arial" panose="020B0604020202020204" pitchFamily="34" charset="0"/>
              <a:buChar char="•"/>
            </a:pPr>
            <a:r>
              <a:rPr lang="en-US" b="0" i="0" dirty="0">
                <a:solidFill>
                  <a:srgbClr val="363636"/>
                </a:solidFill>
                <a:effectLst/>
                <a:latin typeface="Times New Roman" panose="02020603050405020304" pitchFamily="18" charset="0"/>
                <a:cs typeface="Times New Roman" panose="02020603050405020304" pitchFamily="18" charset="0"/>
              </a:rPr>
              <a:t>A circuit that clamps either the positive or negative peak of a signal at a desired D.C. level is known as a clamping. </a:t>
            </a:r>
          </a:p>
          <a:p>
            <a:pPr marL="285750" indent="-285750" algn="just">
              <a:buFont typeface="Arial" panose="020B0604020202020204" pitchFamily="34" charset="0"/>
              <a:buChar char="•"/>
            </a:pPr>
            <a:r>
              <a:rPr lang="en-US" b="0" i="0" dirty="0">
                <a:solidFill>
                  <a:srgbClr val="363636"/>
                </a:solidFill>
                <a:effectLst/>
                <a:latin typeface="Times New Roman" panose="02020603050405020304" pitchFamily="18" charset="0"/>
                <a:cs typeface="Times New Roman" panose="02020603050405020304" pitchFamily="18" charset="0"/>
              </a:rPr>
              <a:t>A clamping adds D.C components to the signal and does not change the shape or amplitude of the input signal. </a:t>
            </a:r>
          </a:p>
          <a:p>
            <a:pPr marL="285750" indent="-285750" algn="just">
              <a:buFont typeface="Arial" panose="020B0604020202020204" pitchFamily="34" charset="0"/>
              <a:buChar char="•"/>
            </a:pPr>
            <a:r>
              <a:rPr lang="en-US" b="0" i="0" dirty="0">
                <a:solidFill>
                  <a:srgbClr val="363636"/>
                </a:solidFill>
                <a:effectLst/>
                <a:latin typeface="Times New Roman" panose="02020603050405020304" pitchFamily="18" charset="0"/>
                <a:cs typeface="Times New Roman" panose="02020603050405020304" pitchFamily="18" charset="0"/>
              </a:rPr>
              <a:t>A Clamper Circuit is a circuit that adds a DC level to an AC signal. Actually, the positive and negative peaks of the signals can be placed at desired levels using the clamping circuits. As the DC level gets shifted, a clamper circuit is called as a Level Shifter.</a:t>
            </a:r>
          </a:p>
        </p:txBody>
      </p:sp>
      <p:sp>
        <p:nvSpPr>
          <p:cNvPr id="4" name="TextBox 3">
            <a:extLst>
              <a:ext uri="{FF2B5EF4-FFF2-40B4-BE49-F238E27FC236}">
                <a16:creationId xmlns:a16="http://schemas.microsoft.com/office/drawing/2014/main" id="{726B3637-08DC-0B2B-9000-A46B47AF4143}"/>
              </a:ext>
            </a:extLst>
          </p:cNvPr>
          <p:cNvSpPr txBox="1"/>
          <p:nvPr/>
        </p:nvSpPr>
        <p:spPr>
          <a:xfrm>
            <a:off x="3047172" y="342108"/>
            <a:ext cx="6097656"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i="0" dirty="0">
                <a:solidFill>
                  <a:srgbClr val="363636"/>
                </a:solidFill>
                <a:effectLst/>
                <a:latin typeface="Arial" panose="020B0604020202020204" pitchFamily="34" charset="0"/>
              </a:rPr>
              <a:t>Clamping</a:t>
            </a:r>
          </a:p>
        </p:txBody>
      </p:sp>
    </p:spTree>
    <p:extLst>
      <p:ext uri="{BB962C8B-B14F-4D97-AF65-F5344CB8AC3E}">
        <p14:creationId xmlns:p14="http://schemas.microsoft.com/office/powerpoint/2010/main" val="30934514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2F6F6D3A-A7C5-E523-510D-CC318C86EB09}"/>
              </a:ext>
            </a:extLst>
          </p:cNvPr>
          <p:cNvSpPr txBox="1"/>
          <p:nvPr/>
        </p:nvSpPr>
        <p:spPr>
          <a:xfrm>
            <a:off x="8185847" y="3316659"/>
            <a:ext cx="6094428" cy="369332"/>
          </a:xfrm>
          <a:prstGeom prst="rect">
            <a:avLst/>
          </a:prstGeom>
          <a:noFill/>
        </p:spPr>
        <p:txBody>
          <a:bodyPr wrap="square">
            <a:spAutoFit/>
          </a:bodyPr>
          <a:lstStyle/>
          <a:p>
            <a:r>
              <a:rPr lang="en-IN" b="1" dirty="0"/>
              <a:t>Negative Clampers</a:t>
            </a:r>
          </a:p>
        </p:txBody>
      </p:sp>
      <p:sp>
        <p:nvSpPr>
          <p:cNvPr id="17" name="TextBox 16">
            <a:extLst>
              <a:ext uri="{FF2B5EF4-FFF2-40B4-BE49-F238E27FC236}">
                <a16:creationId xmlns:a16="http://schemas.microsoft.com/office/drawing/2014/main" id="{48DD0730-3DC2-5041-3B83-C6727AB800EA}"/>
              </a:ext>
            </a:extLst>
          </p:cNvPr>
          <p:cNvSpPr txBox="1"/>
          <p:nvPr/>
        </p:nvSpPr>
        <p:spPr>
          <a:xfrm>
            <a:off x="1204274" y="1428224"/>
            <a:ext cx="6480928" cy="369332"/>
          </a:xfrm>
          <a:prstGeom prst="rect">
            <a:avLst/>
          </a:prstGeom>
          <a:noFill/>
        </p:spPr>
        <p:txBody>
          <a:bodyPr wrap="square">
            <a:spAutoFit/>
          </a:bodyPr>
          <a:lstStyle/>
          <a:p>
            <a:r>
              <a:rPr lang="en-IN" b="1" dirty="0"/>
              <a:t>Positive Clampers</a:t>
            </a:r>
          </a:p>
        </p:txBody>
      </p:sp>
      <p:sp>
        <p:nvSpPr>
          <p:cNvPr id="18" name="TextBox 17">
            <a:extLst>
              <a:ext uri="{FF2B5EF4-FFF2-40B4-BE49-F238E27FC236}">
                <a16:creationId xmlns:a16="http://schemas.microsoft.com/office/drawing/2014/main" id="{7912EE92-7C92-5134-752B-4D32B85C0A78}"/>
              </a:ext>
            </a:extLst>
          </p:cNvPr>
          <p:cNvSpPr txBox="1"/>
          <p:nvPr/>
        </p:nvSpPr>
        <p:spPr>
          <a:xfrm>
            <a:off x="2867440" y="159247"/>
            <a:ext cx="6291468"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i="0" dirty="0">
                <a:solidFill>
                  <a:srgbClr val="363636"/>
                </a:solidFill>
                <a:effectLst/>
                <a:latin typeface="Times New Roman" panose="02020603050405020304" pitchFamily="18" charset="0"/>
                <a:cs typeface="Times New Roman" panose="02020603050405020304" pitchFamily="18" charset="0"/>
              </a:rPr>
              <a:t>Unbiased Clampers Circuit</a:t>
            </a:r>
          </a:p>
        </p:txBody>
      </p:sp>
      <p:pic>
        <p:nvPicPr>
          <p:cNvPr id="20" name="Picture 19">
            <a:extLst>
              <a:ext uri="{FF2B5EF4-FFF2-40B4-BE49-F238E27FC236}">
                <a16:creationId xmlns:a16="http://schemas.microsoft.com/office/drawing/2014/main" id="{A4C8D1EA-06E2-81E6-3007-B508F4CB8349}"/>
              </a:ext>
            </a:extLst>
          </p:cNvPr>
          <p:cNvPicPr>
            <a:picLocks noChangeAspect="1"/>
          </p:cNvPicPr>
          <p:nvPr/>
        </p:nvPicPr>
        <p:blipFill>
          <a:blip r:embed="rId2"/>
          <a:srcRect l="5632" r="10130"/>
          <a:stretch/>
        </p:blipFill>
        <p:spPr>
          <a:xfrm>
            <a:off x="0" y="1174909"/>
            <a:ext cx="6094429" cy="2338270"/>
          </a:xfrm>
          <a:prstGeom prst="rect">
            <a:avLst/>
          </a:prstGeom>
        </p:spPr>
      </p:pic>
      <p:pic>
        <p:nvPicPr>
          <p:cNvPr id="22" name="Picture 21">
            <a:extLst>
              <a:ext uri="{FF2B5EF4-FFF2-40B4-BE49-F238E27FC236}">
                <a16:creationId xmlns:a16="http://schemas.microsoft.com/office/drawing/2014/main" id="{59D0C684-FE83-6D46-0C3E-1163613C5742}"/>
              </a:ext>
            </a:extLst>
          </p:cNvPr>
          <p:cNvPicPr>
            <a:picLocks noChangeAspect="1"/>
          </p:cNvPicPr>
          <p:nvPr/>
        </p:nvPicPr>
        <p:blipFill>
          <a:blip r:embed="rId3"/>
          <a:srcRect l="2326" r="10739"/>
          <a:stretch/>
        </p:blipFill>
        <p:spPr>
          <a:xfrm>
            <a:off x="6379734" y="1232191"/>
            <a:ext cx="5387009" cy="2006034"/>
          </a:xfrm>
          <a:prstGeom prst="rect">
            <a:avLst/>
          </a:prstGeom>
        </p:spPr>
      </p:pic>
      <p:sp>
        <p:nvSpPr>
          <p:cNvPr id="2" name="TextBox 1">
            <a:extLst>
              <a:ext uri="{FF2B5EF4-FFF2-40B4-BE49-F238E27FC236}">
                <a16:creationId xmlns:a16="http://schemas.microsoft.com/office/drawing/2014/main" id="{023AC1F4-8905-70E2-08FF-B6BE21A5E074}"/>
              </a:ext>
            </a:extLst>
          </p:cNvPr>
          <p:cNvSpPr txBox="1"/>
          <p:nvPr/>
        </p:nvSpPr>
        <p:spPr>
          <a:xfrm>
            <a:off x="861155" y="4019013"/>
            <a:ext cx="4578863"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DURING -VE CYCLE: </a:t>
            </a:r>
            <a:r>
              <a:rPr lang="en-US" dirty="0"/>
              <a:t>D is ON (short circuited), C will be charged to peak input voltage. Vo = 0 through ideal diode.</a:t>
            </a:r>
          </a:p>
          <a:p>
            <a:endParaRPr lang="en-US" dirty="0"/>
          </a:p>
          <a:p>
            <a:r>
              <a:rPr lang="en-US" b="1" dirty="0"/>
              <a:t>DURING + VE CYCLE:  </a:t>
            </a:r>
            <a:r>
              <a:rPr lang="en-US" dirty="0"/>
              <a:t>D is OFF (open circuited), output through  will follow the input.</a:t>
            </a:r>
            <a:endParaRPr lang="en-US" b="1" dirty="0"/>
          </a:p>
          <a:p>
            <a:endParaRPr lang="en-US" dirty="0"/>
          </a:p>
        </p:txBody>
      </p:sp>
      <p:sp>
        <p:nvSpPr>
          <p:cNvPr id="3" name="TextBox 2">
            <a:extLst>
              <a:ext uri="{FF2B5EF4-FFF2-40B4-BE49-F238E27FC236}">
                <a16:creationId xmlns:a16="http://schemas.microsoft.com/office/drawing/2014/main" id="{817793C4-DF02-9CC8-6754-DB862D4D7564}"/>
              </a:ext>
            </a:extLst>
          </p:cNvPr>
          <p:cNvSpPr txBox="1"/>
          <p:nvPr/>
        </p:nvSpPr>
        <p:spPr>
          <a:xfrm>
            <a:off x="6588456" y="3960458"/>
            <a:ext cx="4578863"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DURING +VE CYCLE: </a:t>
            </a:r>
            <a:r>
              <a:rPr lang="en-US" dirty="0"/>
              <a:t>D is ON (short circuited), C will be charged to peak input voltage. Vo = 0 through ideal diode.</a:t>
            </a:r>
          </a:p>
          <a:p>
            <a:endParaRPr lang="en-US" dirty="0"/>
          </a:p>
          <a:p>
            <a:r>
              <a:rPr lang="en-US" b="1" dirty="0"/>
              <a:t>DURING - VE CYCLE:  </a:t>
            </a:r>
            <a:r>
              <a:rPr lang="en-US" dirty="0"/>
              <a:t>D is OFF (open circuited), output through  will follow the input.</a:t>
            </a:r>
            <a:endParaRPr lang="en-US" b="1" dirty="0"/>
          </a:p>
          <a:p>
            <a:endParaRPr lang="en-US" dirty="0"/>
          </a:p>
        </p:txBody>
      </p:sp>
    </p:spTree>
    <p:extLst>
      <p:ext uri="{BB962C8B-B14F-4D97-AF65-F5344CB8AC3E}">
        <p14:creationId xmlns:p14="http://schemas.microsoft.com/office/powerpoint/2010/main" val="4976844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F3559-4C0B-27A4-1270-472E0D7FA6B9}"/>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49FB252E-8B22-C37A-3680-60DEC8BC93C9}"/>
              </a:ext>
            </a:extLst>
          </p:cNvPr>
          <p:cNvSpPr txBox="1"/>
          <p:nvPr/>
        </p:nvSpPr>
        <p:spPr>
          <a:xfrm>
            <a:off x="2867440" y="159247"/>
            <a:ext cx="6291468"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i="0" dirty="0">
                <a:solidFill>
                  <a:srgbClr val="363636"/>
                </a:solidFill>
                <a:effectLst/>
                <a:latin typeface="Times New Roman" panose="02020603050405020304" pitchFamily="18" charset="0"/>
                <a:cs typeface="Times New Roman" panose="02020603050405020304" pitchFamily="18" charset="0"/>
              </a:rPr>
              <a:t>Biased Clampers Circuit</a:t>
            </a:r>
          </a:p>
        </p:txBody>
      </p:sp>
      <p:pic>
        <p:nvPicPr>
          <p:cNvPr id="5" name="Picture 4">
            <a:extLst>
              <a:ext uri="{FF2B5EF4-FFF2-40B4-BE49-F238E27FC236}">
                <a16:creationId xmlns:a16="http://schemas.microsoft.com/office/drawing/2014/main" id="{E606C705-27BF-3807-075F-BECA91096130}"/>
              </a:ext>
            </a:extLst>
          </p:cNvPr>
          <p:cNvPicPr>
            <a:picLocks noChangeAspect="1"/>
          </p:cNvPicPr>
          <p:nvPr/>
        </p:nvPicPr>
        <p:blipFill>
          <a:blip r:embed="rId2"/>
          <a:stretch>
            <a:fillRect/>
          </a:stretch>
        </p:blipFill>
        <p:spPr>
          <a:xfrm>
            <a:off x="539506" y="957530"/>
            <a:ext cx="7218501" cy="2471470"/>
          </a:xfrm>
          <a:prstGeom prst="rect">
            <a:avLst/>
          </a:prstGeom>
        </p:spPr>
      </p:pic>
      <p:pic>
        <p:nvPicPr>
          <p:cNvPr id="7" name="Picture 6">
            <a:extLst>
              <a:ext uri="{FF2B5EF4-FFF2-40B4-BE49-F238E27FC236}">
                <a16:creationId xmlns:a16="http://schemas.microsoft.com/office/drawing/2014/main" id="{5BB4C403-CAA7-8DD3-59B1-915766C2DD77}"/>
              </a:ext>
            </a:extLst>
          </p:cNvPr>
          <p:cNvPicPr>
            <a:picLocks noChangeAspect="1"/>
          </p:cNvPicPr>
          <p:nvPr/>
        </p:nvPicPr>
        <p:blipFill>
          <a:blip r:embed="rId3"/>
          <a:stretch>
            <a:fillRect/>
          </a:stretch>
        </p:blipFill>
        <p:spPr>
          <a:xfrm>
            <a:off x="539506" y="3649561"/>
            <a:ext cx="6940615" cy="2444820"/>
          </a:xfrm>
          <a:prstGeom prst="rect">
            <a:avLst/>
          </a:prstGeom>
        </p:spPr>
      </p:pic>
      <p:sp>
        <p:nvSpPr>
          <p:cNvPr id="2" name="TextBox 1">
            <a:extLst>
              <a:ext uri="{FF2B5EF4-FFF2-40B4-BE49-F238E27FC236}">
                <a16:creationId xmlns:a16="http://schemas.microsoft.com/office/drawing/2014/main" id="{D7E83E3C-5913-27E6-4A36-9B46DCD1DF05}"/>
              </a:ext>
            </a:extLst>
          </p:cNvPr>
          <p:cNvSpPr txBox="1"/>
          <p:nvPr/>
        </p:nvSpPr>
        <p:spPr>
          <a:xfrm>
            <a:off x="7504968" y="822774"/>
            <a:ext cx="4578863"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DURING -VE CYCLE: </a:t>
            </a:r>
            <a:r>
              <a:rPr lang="en-US" dirty="0"/>
              <a:t>D is ON (short circuited), C will be charged to peak input voltage. Vo = 0 through ideal diode before the reference voltage Vb.</a:t>
            </a:r>
          </a:p>
          <a:p>
            <a:endParaRPr lang="en-US" dirty="0"/>
          </a:p>
          <a:p>
            <a:r>
              <a:rPr lang="en-US" b="1" dirty="0"/>
              <a:t>DURING + VE CYCLE:  </a:t>
            </a:r>
            <a:r>
              <a:rPr lang="en-US" dirty="0"/>
              <a:t>D is OFF (open circuited), output through  will follow the input.</a:t>
            </a:r>
            <a:endParaRPr lang="en-US" b="1" dirty="0"/>
          </a:p>
          <a:p>
            <a:endParaRPr lang="en-US" dirty="0"/>
          </a:p>
        </p:txBody>
      </p:sp>
      <p:sp>
        <p:nvSpPr>
          <p:cNvPr id="3" name="TextBox 2">
            <a:extLst>
              <a:ext uri="{FF2B5EF4-FFF2-40B4-BE49-F238E27FC236}">
                <a16:creationId xmlns:a16="http://schemas.microsoft.com/office/drawing/2014/main" id="{C3B9A28C-560A-FFAB-1BAF-021F25164530}"/>
              </a:ext>
            </a:extLst>
          </p:cNvPr>
          <p:cNvSpPr txBox="1"/>
          <p:nvPr/>
        </p:nvSpPr>
        <p:spPr>
          <a:xfrm>
            <a:off x="7504968" y="3560049"/>
            <a:ext cx="4578863"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DURING -VE CYCLE: </a:t>
            </a:r>
            <a:r>
              <a:rPr lang="en-US" dirty="0"/>
              <a:t>D is ON (short circuited), C will be charged to peak input voltage. Vo = 0 through ideal diode before the reference voltage -Vb.</a:t>
            </a:r>
          </a:p>
          <a:p>
            <a:endParaRPr lang="en-US" dirty="0"/>
          </a:p>
          <a:p>
            <a:r>
              <a:rPr lang="en-US" b="1" dirty="0"/>
              <a:t>DURING + VE CYCLE:  </a:t>
            </a:r>
            <a:r>
              <a:rPr lang="en-US" dirty="0"/>
              <a:t>D is OFF (open circuited), output through  will follow the input.</a:t>
            </a:r>
            <a:endParaRPr lang="en-US" b="1" dirty="0"/>
          </a:p>
          <a:p>
            <a:endParaRPr lang="en-US" dirty="0"/>
          </a:p>
        </p:txBody>
      </p:sp>
    </p:spTree>
    <p:extLst>
      <p:ext uri="{BB962C8B-B14F-4D97-AF65-F5344CB8AC3E}">
        <p14:creationId xmlns:p14="http://schemas.microsoft.com/office/powerpoint/2010/main" val="3451299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68135-67B1-AE01-9031-9ABBCD53702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4CA6F2B-0E77-BAE2-02E8-63FBF595D0C3}"/>
              </a:ext>
            </a:extLst>
          </p:cNvPr>
          <p:cNvPicPr>
            <a:picLocks noChangeAspect="1"/>
          </p:cNvPicPr>
          <p:nvPr/>
        </p:nvPicPr>
        <p:blipFill>
          <a:blip r:embed="rId2"/>
          <a:stretch>
            <a:fillRect/>
          </a:stretch>
        </p:blipFill>
        <p:spPr>
          <a:xfrm>
            <a:off x="372691" y="238538"/>
            <a:ext cx="7907385" cy="2578672"/>
          </a:xfrm>
          <a:prstGeom prst="rect">
            <a:avLst/>
          </a:prstGeom>
        </p:spPr>
      </p:pic>
      <p:pic>
        <p:nvPicPr>
          <p:cNvPr id="6" name="Picture 5">
            <a:extLst>
              <a:ext uri="{FF2B5EF4-FFF2-40B4-BE49-F238E27FC236}">
                <a16:creationId xmlns:a16="http://schemas.microsoft.com/office/drawing/2014/main" id="{C4FC1681-A70D-F8CC-F8FD-FB26CC71F15D}"/>
              </a:ext>
            </a:extLst>
          </p:cNvPr>
          <p:cNvPicPr>
            <a:picLocks noChangeAspect="1"/>
          </p:cNvPicPr>
          <p:nvPr/>
        </p:nvPicPr>
        <p:blipFill>
          <a:blip r:embed="rId3"/>
          <a:stretch>
            <a:fillRect/>
          </a:stretch>
        </p:blipFill>
        <p:spPr>
          <a:xfrm>
            <a:off x="0" y="3106509"/>
            <a:ext cx="8374470" cy="2578673"/>
          </a:xfrm>
          <a:prstGeom prst="rect">
            <a:avLst/>
          </a:prstGeom>
        </p:spPr>
      </p:pic>
      <p:sp>
        <p:nvSpPr>
          <p:cNvPr id="2" name="TextBox 1">
            <a:extLst>
              <a:ext uri="{FF2B5EF4-FFF2-40B4-BE49-F238E27FC236}">
                <a16:creationId xmlns:a16="http://schemas.microsoft.com/office/drawing/2014/main" id="{180797A1-9C36-DBAA-CD6E-190D63EA056A}"/>
              </a:ext>
            </a:extLst>
          </p:cNvPr>
          <p:cNvSpPr txBox="1"/>
          <p:nvPr/>
        </p:nvSpPr>
        <p:spPr>
          <a:xfrm>
            <a:off x="7482979" y="512211"/>
            <a:ext cx="4578863"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DURING +VE CYCLE: </a:t>
            </a:r>
            <a:r>
              <a:rPr lang="en-US" dirty="0"/>
              <a:t>D is ON (short circuited), C will be charged to peak input voltage. Vo = 0 above Vb.</a:t>
            </a:r>
          </a:p>
          <a:p>
            <a:endParaRPr lang="en-US" dirty="0"/>
          </a:p>
          <a:p>
            <a:r>
              <a:rPr lang="en-US" b="1" dirty="0"/>
              <a:t>DURING - VE CYCLE:  </a:t>
            </a:r>
            <a:r>
              <a:rPr lang="en-US" dirty="0"/>
              <a:t>D is OFF (open circuited), output through  will follow the input.</a:t>
            </a:r>
            <a:endParaRPr lang="en-US" b="1" dirty="0"/>
          </a:p>
          <a:p>
            <a:endParaRPr lang="en-US" dirty="0"/>
          </a:p>
        </p:txBody>
      </p:sp>
      <p:sp>
        <p:nvSpPr>
          <p:cNvPr id="4" name="TextBox 3">
            <a:extLst>
              <a:ext uri="{FF2B5EF4-FFF2-40B4-BE49-F238E27FC236}">
                <a16:creationId xmlns:a16="http://schemas.microsoft.com/office/drawing/2014/main" id="{454C04C5-73F3-2EF9-C2B7-E3F9A11F294C}"/>
              </a:ext>
            </a:extLst>
          </p:cNvPr>
          <p:cNvSpPr txBox="1"/>
          <p:nvPr/>
        </p:nvSpPr>
        <p:spPr>
          <a:xfrm>
            <a:off x="7613137" y="3653857"/>
            <a:ext cx="4578863"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DURING +VE CYCLE: </a:t>
            </a:r>
            <a:r>
              <a:rPr lang="en-US" dirty="0"/>
              <a:t>D is ON (short circuited), C will be charged to peak input voltage. Vo = 0 above – </a:t>
            </a:r>
            <a:r>
              <a:rPr lang="en-US" dirty="0" err="1"/>
              <a:t>Vb</a:t>
            </a:r>
            <a:endParaRPr lang="en-US" dirty="0"/>
          </a:p>
          <a:p>
            <a:endParaRPr lang="en-US" dirty="0"/>
          </a:p>
          <a:p>
            <a:r>
              <a:rPr lang="en-US" b="1" dirty="0"/>
              <a:t>DURING - VE CYCLE:  </a:t>
            </a:r>
            <a:r>
              <a:rPr lang="en-US" dirty="0"/>
              <a:t>D is OFF (open circuited), output through  will follow the input.</a:t>
            </a:r>
            <a:endParaRPr lang="en-US" b="1" dirty="0"/>
          </a:p>
          <a:p>
            <a:endParaRPr lang="en-US" dirty="0"/>
          </a:p>
        </p:txBody>
      </p:sp>
    </p:spTree>
    <p:extLst>
      <p:ext uri="{BB962C8B-B14F-4D97-AF65-F5344CB8AC3E}">
        <p14:creationId xmlns:p14="http://schemas.microsoft.com/office/powerpoint/2010/main" val="2575743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888FCC-9D0E-5BF9-0B35-A99DCC076C33}"/>
              </a:ext>
            </a:extLst>
          </p:cNvPr>
          <p:cNvPicPr>
            <a:picLocks noChangeAspect="1"/>
          </p:cNvPicPr>
          <p:nvPr/>
        </p:nvPicPr>
        <p:blipFill>
          <a:blip r:embed="rId2"/>
          <a:stretch>
            <a:fillRect/>
          </a:stretch>
        </p:blipFill>
        <p:spPr>
          <a:xfrm>
            <a:off x="1318546" y="1490392"/>
            <a:ext cx="9554908" cy="3877216"/>
          </a:xfrm>
          <a:prstGeom prst="rect">
            <a:avLst/>
          </a:prstGeom>
        </p:spPr>
      </p:pic>
    </p:spTree>
    <p:extLst>
      <p:ext uri="{BB962C8B-B14F-4D97-AF65-F5344CB8AC3E}">
        <p14:creationId xmlns:p14="http://schemas.microsoft.com/office/powerpoint/2010/main" val="20624969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927232-700E-5089-C318-5E7075E15D64}"/>
              </a:ext>
            </a:extLst>
          </p:cNvPr>
          <p:cNvPicPr>
            <a:picLocks noChangeAspect="1"/>
          </p:cNvPicPr>
          <p:nvPr/>
        </p:nvPicPr>
        <p:blipFill>
          <a:blip r:embed="rId2"/>
          <a:srcRect r="2760"/>
          <a:stretch/>
        </p:blipFill>
        <p:spPr>
          <a:xfrm>
            <a:off x="1523362" y="1218891"/>
            <a:ext cx="8892847" cy="4420217"/>
          </a:xfrm>
          <a:prstGeom prst="rect">
            <a:avLst/>
          </a:prstGeom>
        </p:spPr>
      </p:pic>
    </p:spTree>
    <p:extLst>
      <p:ext uri="{BB962C8B-B14F-4D97-AF65-F5344CB8AC3E}">
        <p14:creationId xmlns:p14="http://schemas.microsoft.com/office/powerpoint/2010/main" val="11148680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649D22-0765-AE58-1648-AF4031AA59DD}"/>
              </a:ext>
            </a:extLst>
          </p:cNvPr>
          <p:cNvPicPr>
            <a:picLocks noChangeAspect="1"/>
          </p:cNvPicPr>
          <p:nvPr/>
        </p:nvPicPr>
        <p:blipFill>
          <a:blip r:embed="rId2"/>
          <a:srcRect r="2363"/>
          <a:stretch/>
        </p:blipFill>
        <p:spPr>
          <a:xfrm>
            <a:off x="1561467" y="1299865"/>
            <a:ext cx="8854742" cy="4258269"/>
          </a:xfrm>
          <a:prstGeom prst="rect">
            <a:avLst/>
          </a:prstGeom>
        </p:spPr>
      </p:pic>
    </p:spTree>
    <p:extLst>
      <p:ext uri="{BB962C8B-B14F-4D97-AF65-F5344CB8AC3E}">
        <p14:creationId xmlns:p14="http://schemas.microsoft.com/office/powerpoint/2010/main" val="38296904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71D879E7-AC89-EACA-242D-D426217B62DC}"/>
              </a:ext>
            </a:extLst>
          </p:cNvPr>
          <p:cNvGraphicFramePr/>
          <p:nvPr>
            <p:extLst>
              <p:ext uri="{D42A27DB-BD31-4B8C-83A1-F6EECF244321}">
                <p14:modId xmlns:p14="http://schemas.microsoft.com/office/powerpoint/2010/main" val="3825266612"/>
              </p:ext>
            </p:extLst>
          </p:nvPr>
        </p:nvGraphicFramePr>
        <p:xfrm>
          <a:off x="-1066898" y="1769389"/>
          <a:ext cx="7698997" cy="33192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 8">
            <a:extLst>
              <a:ext uri="{FF2B5EF4-FFF2-40B4-BE49-F238E27FC236}">
                <a16:creationId xmlns:a16="http://schemas.microsoft.com/office/drawing/2014/main" id="{3C8DB9C0-9710-0BA3-424E-0269FB802E37}"/>
              </a:ext>
            </a:extLst>
          </p:cNvPr>
          <p:cNvGraphicFramePr/>
          <p:nvPr>
            <p:extLst>
              <p:ext uri="{D42A27DB-BD31-4B8C-83A1-F6EECF244321}">
                <p14:modId xmlns:p14="http://schemas.microsoft.com/office/powerpoint/2010/main" val="1945353559"/>
              </p:ext>
            </p:extLst>
          </p:nvPr>
        </p:nvGraphicFramePr>
        <p:xfrm>
          <a:off x="5827443" y="1665369"/>
          <a:ext cx="6449036" cy="34232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nvGrpSpPr>
          <p:cNvPr id="10" name="Group 9">
            <a:extLst>
              <a:ext uri="{FF2B5EF4-FFF2-40B4-BE49-F238E27FC236}">
                <a16:creationId xmlns:a16="http://schemas.microsoft.com/office/drawing/2014/main" id="{E44B0DF1-F15E-286B-0432-77A8D8EC690D}"/>
              </a:ext>
            </a:extLst>
          </p:cNvPr>
          <p:cNvGrpSpPr/>
          <p:nvPr/>
        </p:nvGrpSpPr>
        <p:grpSpPr>
          <a:xfrm>
            <a:off x="7248570" y="522695"/>
            <a:ext cx="3606784" cy="874239"/>
            <a:chOff x="2238117" y="189808"/>
            <a:chExt cx="779213" cy="779213"/>
          </a:xfrm>
        </p:grpSpPr>
        <p:sp>
          <p:nvSpPr>
            <p:cNvPr id="11" name="Rectangle: Rounded Corners 10">
              <a:extLst>
                <a:ext uri="{FF2B5EF4-FFF2-40B4-BE49-F238E27FC236}">
                  <a16:creationId xmlns:a16="http://schemas.microsoft.com/office/drawing/2014/main" id="{EE3F70BC-EE0B-CAF7-4AA1-6DDBE0DA695B}"/>
                </a:ext>
              </a:extLst>
            </p:cNvPr>
            <p:cNvSpPr/>
            <p:nvPr/>
          </p:nvSpPr>
          <p:spPr>
            <a:xfrm>
              <a:off x="2238117" y="189808"/>
              <a:ext cx="779213" cy="779213"/>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Rectangle: Rounded Corners 4">
              <a:extLst>
                <a:ext uri="{FF2B5EF4-FFF2-40B4-BE49-F238E27FC236}">
                  <a16:creationId xmlns:a16="http://schemas.microsoft.com/office/drawing/2014/main" id="{5E738DB3-4F2F-8620-78BF-B6E5631E51E2}"/>
                </a:ext>
              </a:extLst>
            </p:cNvPr>
            <p:cNvSpPr txBox="1"/>
            <p:nvPr/>
          </p:nvSpPr>
          <p:spPr>
            <a:xfrm>
              <a:off x="2276155" y="227846"/>
              <a:ext cx="703137" cy="70313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2200" b="1" i="0" kern="1200" dirty="0"/>
                <a:t>Clampers Applications</a:t>
              </a:r>
              <a:endParaRPr lang="en-IN" sz="2200" b="1" kern="1200" dirty="0"/>
            </a:p>
          </p:txBody>
        </p:sp>
      </p:grpSp>
      <p:grpSp>
        <p:nvGrpSpPr>
          <p:cNvPr id="13" name="Group 12">
            <a:extLst>
              <a:ext uri="{FF2B5EF4-FFF2-40B4-BE49-F238E27FC236}">
                <a16:creationId xmlns:a16="http://schemas.microsoft.com/office/drawing/2014/main" id="{4C3713C1-E8AC-A08C-2420-20FCECA4E89C}"/>
              </a:ext>
            </a:extLst>
          </p:cNvPr>
          <p:cNvGrpSpPr/>
          <p:nvPr/>
        </p:nvGrpSpPr>
        <p:grpSpPr>
          <a:xfrm>
            <a:off x="917701" y="522695"/>
            <a:ext cx="3729800" cy="874239"/>
            <a:chOff x="2139437" y="212955"/>
            <a:chExt cx="874239" cy="874239"/>
          </a:xfrm>
        </p:grpSpPr>
        <p:sp>
          <p:nvSpPr>
            <p:cNvPr id="14" name="Rectangle: Rounded Corners 13">
              <a:extLst>
                <a:ext uri="{FF2B5EF4-FFF2-40B4-BE49-F238E27FC236}">
                  <a16:creationId xmlns:a16="http://schemas.microsoft.com/office/drawing/2014/main" id="{8672B22A-C2BE-7147-DF54-5E704574EFBB}"/>
                </a:ext>
              </a:extLst>
            </p:cNvPr>
            <p:cNvSpPr/>
            <p:nvPr/>
          </p:nvSpPr>
          <p:spPr>
            <a:xfrm>
              <a:off x="2139437" y="212955"/>
              <a:ext cx="874239" cy="874239"/>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5" name="Rectangle: Rounded Corners 4">
              <a:extLst>
                <a:ext uri="{FF2B5EF4-FFF2-40B4-BE49-F238E27FC236}">
                  <a16:creationId xmlns:a16="http://schemas.microsoft.com/office/drawing/2014/main" id="{19BEDECB-CBDB-F698-7D0F-B2EB2953A1D4}"/>
                </a:ext>
              </a:extLst>
            </p:cNvPr>
            <p:cNvSpPr txBox="1"/>
            <p:nvPr/>
          </p:nvSpPr>
          <p:spPr>
            <a:xfrm>
              <a:off x="2182114" y="255632"/>
              <a:ext cx="788885" cy="78888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2200" b="1" i="0" kern="1200" dirty="0"/>
                <a:t>Clippers Applications</a:t>
              </a:r>
              <a:endParaRPr lang="en-IN" sz="2200" b="1" kern="1200" dirty="0"/>
            </a:p>
          </p:txBody>
        </p:sp>
      </p:grpSp>
    </p:spTree>
    <p:extLst>
      <p:ext uri="{BB962C8B-B14F-4D97-AF65-F5344CB8AC3E}">
        <p14:creationId xmlns:p14="http://schemas.microsoft.com/office/powerpoint/2010/main" val="24640102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graphicEl>
                                              <a:dgm id="{EB0E8B67-6512-4FA9-A6A4-9ACBAE04DB9F}"/>
                                            </p:graphicEl>
                                          </p:spTgt>
                                        </p:tgtEl>
                                        <p:attrNameLst>
                                          <p:attrName>style.visibility</p:attrName>
                                        </p:attrNameLst>
                                      </p:cBhvr>
                                      <p:to>
                                        <p:strVal val="visible"/>
                                      </p:to>
                                    </p:set>
                                    <p:anim calcmode="lin" valueType="num">
                                      <p:cBhvr additive="base">
                                        <p:cTn id="7" dur="500" fill="hold"/>
                                        <p:tgtEl>
                                          <p:spTgt spid="8">
                                            <p:graphicEl>
                                              <a:dgm id="{EB0E8B67-6512-4FA9-A6A4-9ACBAE04DB9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graphicEl>
                                              <a:dgm id="{EB0E8B67-6512-4FA9-A6A4-9ACBAE04DB9F}"/>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graphicEl>
                                              <a:dgm id="{437DC1F7-A88F-4FE1-BB4C-3DC7616D2418}"/>
                                            </p:graphicEl>
                                          </p:spTgt>
                                        </p:tgtEl>
                                        <p:attrNameLst>
                                          <p:attrName>style.visibility</p:attrName>
                                        </p:attrNameLst>
                                      </p:cBhvr>
                                      <p:to>
                                        <p:strVal val="visible"/>
                                      </p:to>
                                    </p:set>
                                    <p:anim calcmode="lin" valueType="num">
                                      <p:cBhvr additive="base">
                                        <p:cTn id="13" dur="500" fill="hold"/>
                                        <p:tgtEl>
                                          <p:spTgt spid="8">
                                            <p:graphicEl>
                                              <a:dgm id="{437DC1F7-A88F-4FE1-BB4C-3DC7616D2418}"/>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graphicEl>
                                              <a:dgm id="{437DC1F7-A88F-4FE1-BB4C-3DC7616D2418}"/>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graphicEl>
                                              <a:dgm id="{00AADA57-9D0D-4E8F-8EFF-25D27384261D}"/>
                                            </p:graphicEl>
                                          </p:spTgt>
                                        </p:tgtEl>
                                        <p:attrNameLst>
                                          <p:attrName>style.visibility</p:attrName>
                                        </p:attrNameLst>
                                      </p:cBhvr>
                                      <p:to>
                                        <p:strVal val="visible"/>
                                      </p:to>
                                    </p:set>
                                    <p:anim calcmode="lin" valueType="num">
                                      <p:cBhvr additive="base">
                                        <p:cTn id="19" dur="500" fill="hold"/>
                                        <p:tgtEl>
                                          <p:spTgt spid="8">
                                            <p:graphicEl>
                                              <a:dgm id="{00AADA57-9D0D-4E8F-8EFF-25D27384261D}"/>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graphicEl>
                                              <a:dgm id="{00AADA57-9D0D-4E8F-8EFF-25D27384261D}"/>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graphicEl>
                                              <a:dgm id="{4D73EC8D-6F44-47F7-A4B5-82AC3F1ACE09}"/>
                                            </p:graphicEl>
                                          </p:spTgt>
                                        </p:tgtEl>
                                        <p:attrNameLst>
                                          <p:attrName>style.visibility</p:attrName>
                                        </p:attrNameLst>
                                      </p:cBhvr>
                                      <p:to>
                                        <p:strVal val="visible"/>
                                      </p:to>
                                    </p:set>
                                    <p:anim calcmode="lin" valueType="num">
                                      <p:cBhvr additive="base">
                                        <p:cTn id="25" dur="500" fill="hold"/>
                                        <p:tgtEl>
                                          <p:spTgt spid="8">
                                            <p:graphicEl>
                                              <a:dgm id="{4D73EC8D-6F44-47F7-A4B5-82AC3F1ACE09}"/>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graphicEl>
                                              <a:dgm id="{4D73EC8D-6F44-47F7-A4B5-82AC3F1ACE09}"/>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graphicEl>
                                              <a:dgm id="{3C1D366D-9DFE-4306-B681-2846AE50DE94}"/>
                                            </p:graphicEl>
                                          </p:spTgt>
                                        </p:tgtEl>
                                        <p:attrNameLst>
                                          <p:attrName>style.visibility</p:attrName>
                                        </p:attrNameLst>
                                      </p:cBhvr>
                                      <p:to>
                                        <p:strVal val="visible"/>
                                      </p:to>
                                    </p:set>
                                    <p:anim calcmode="lin" valueType="num">
                                      <p:cBhvr additive="base">
                                        <p:cTn id="31" dur="500" fill="hold"/>
                                        <p:tgtEl>
                                          <p:spTgt spid="8">
                                            <p:graphicEl>
                                              <a:dgm id="{3C1D366D-9DFE-4306-B681-2846AE50DE94}"/>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graphicEl>
                                              <a:dgm id="{3C1D366D-9DFE-4306-B681-2846AE50DE94}"/>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
                                            <p:graphicEl>
                                              <a:dgm id="{D20AC193-83E5-41BB-9B84-3C67F20F3CE2}"/>
                                            </p:graphicEl>
                                          </p:spTgt>
                                        </p:tgtEl>
                                        <p:attrNameLst>
                                          <p:attrName>style.visibility</p:attrName>
                                        </p:attrNameLst>
                                      </p:cBhvr>
                                      <p:to>
                                        <p:strVal val="visible"/>
                                      </p:to>
                                    </p:set>
                                    <p:anim calcmode="lin" valueType="num">
                                      <p:cBhvr additive="base">
                                        <p:cTn id="37" dur="500" fill="hold"/>
                                        <p:tgtEl>
                                          <p:spTgt spid="9">
                                            <p:graphicEl>
                                              <a:dgm id="{D20AC193-83E5-41BB-9B84-3C67F20F3CE2}"/>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graphicEl>
                                              <a:dgm id="{D20AC193-83E5-41BB-9B84-3C67F20F3CE2}"/>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9">
                                            <p:graphicEl>
                                              <a:dgm id="{F4C196A9-BAB1-4C6C-86CE-0AF89481FFC5}"/>
                                            </p:graphicEl>
                                          </p:spTgt>
                                        </p:tgtEl>
                                        <p:attrNameLst>
                                          <p:attrName>style.visibility</p:attrName>
                                        </p:attrNameLst>
                                      </p:cBhvr>
                                      <p:to>
                                        <p:strVal val="visible"/>
                                      </p:to>
                                    </p:set>
                                    <p:anim calcmode="lin" valueType="num">
                                      <p:cBhvr additive="base">
                                        <p:cTn id="43" dur="500" fill="hold"/>
                                        <p:tgtEl>
                                          <p:spTgt spid="9">
                                            <p:graphicEl>
                                              <a:dgm id="{F4C196A9-BAB1-4C6C-86CE-0AF89481FFC5}"/>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graphicEl>
                                              <a:dgm id="{F4C196A9-BAB1-4C6C-86CE-0AF89481FFC5}"/>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9">
                                            <p:graphicEl>
                                              <a:dgm id="{9162DBDF-7247-4981-BD37-488DA44E0620}"/>
                                            </p:graphicEl>
                                          </p:spTgt>
                                        </p:tgtEl>
                                        <p:attrNameLst>
                                          <p:attrName>style.visibility</p:attrName>
                                        </p:attrNameLst>
                                      </p:cBhvr>
                                      <p:to>
                                        <p:strVal val="visible"/>
                                      </p:to>
                                    </p:set>
                                    <p:anim calcmode="lin" valueType="num">
                                      <p:cBhvr additive="base">
                                        <p:cTn id="49" dur="500" fill="hold"/>
                                        <p:tgtEl>
                                          <p:spTgt spid="9">
                                            <p:graphicEl>
                                              <a:dgm id="{9162DBDF-7247-4981-BD37-488DA44E0620}"/>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9">
                                            <p:graphicEl>
                                              <a:dgm id="{9162DBDF-7247-4981-BD37-488DA44E0620}"/>
                                            </p:graphic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9">
                                            <p:graphicEl>
                                              <a:dgm id="{9BA522B6-7957-4528-871B-6EDCD48858F7}"/>
                                            </p:graphicEl>
                                          </p:spTgt>
                                        </p:tgtEl>
                                        <p:attrNameLst>
                                          <p:attrName>style.visibility</p:attrName>
                                        </p:attrNameLst>
                                      </p:cBhvr>
                                      <p:to>
                                        <p:strVal val="visible"/>
                                      </p:to>
                                    </p:set>
                                    <p:anim calcmode="lin" valueType="num">
                                      <p:cBhvr additive="base">
                                        <p:cTn id="55" dur="500" fill="hold"/>
                                        <p:tgtEl>
                                          <p:spTgt spid="9">
                                            <p:graphicEl>
                                              <a:dgm id="{9BA522B6-7957-4528-871B-6EDCD48858F7}"/>
                                            </p:graphic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graphicEl>
                                              <a:dgm id="{9BA522B6-7957-4528-871B-6EDCD48858F7}"/>
                                            </p:graphic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9">
                                            <p:graphicEl>
                                              <a:dgm id="{3545B706-0334-4592-8069-BA05A865FE55}"/>
                                            </p:graphicEl>
                                          </p:spTgt>
                                        </p:tgtEl>
                                        <p:attrNameLst>
                                          <p:attrName>style.visibility</p:attrName>
                                        </p:attrNameLst>
                                      </p:cBhvr>
                                      <p:to>
                                        <p:strVal val="visible"/>
                                      </p:to>
                                    </p:set>
                                    <p:anim calcmode="lin" valueType="num">
                                      <p:cBhvr additive="base">
                                        <p:cTn id="61" dur="500" fill="hold"/>
                                        <p:tgtEl>
                                          <p:spTgt spid="9">
                                            <p:graphicEl>
                                              <a:dgm id="{3545B706-0334-4592-8069-BA05A865FE55}"/>
                                            </p:graphic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graphicEl>
                                              <a:dgm id="{3545B706-0334-4592-8069-BA05A865FE55}"/>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Graphic spid="9" grpId="0">
        <p:bldSub>
          <a:bldDgm bld="one"/>
        </p:bldSub>
      </p:bldGraphic>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FB50F1-F4E5-DFC1-B1D7-7185B819996A}"/>
              </a:ext>
            </a:extLst>
          </p:cNvPr>
          <p:cNvSpPr txBox="1"/>
          <p:nvPr/>
        </p:nvSpPr>
        <p:spPr>
          <a:xfrm>
            <a:off x="3047172" y="567245"/>
            <a:ext cx="6097656" cy="38779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lnSpc>
                <a:spcPts val="2400"/>
              </a:lnSpc>
              <a:spcBef>
                <a:spcPts val="1500"/>
              </a:spcBef>
              <a:spcAft>
                <a:spcPts val="750"/>
              </a:spcAft>
            </a:pPr>
            <a:r>
              <a:rPr lang="en-US" b="1" dirty="0">
                <a:solidFill>
                  <a:srgbClr val="444444"/>
                </a:solidFill>
                <a:latin typeface="Poppins" panose="00000500000000000000" pitchFamily="2" charset="0"/>
              </a:rPr>
              <a:t>CLIPPER</a:t>
            </a:r>
            <a:endParaRPr lang="en-US" b="1" i="0" dirty="0">
              <a:solidFill>
                <a:srgbClr val="444444"/>
              </a:solidFill>
              <a:effectLst/>
              <a:latin typeface="Poppins" panose="00000500000000000000" pitchFamily="2" charset="0"/>
            </a:endParaRPr>
          </a:p>
        </p:txBody>
      </p:sp>
      <p:sp>
        <p:nvSpPr>
          <p:cNvPr id="4" name="TextBox 3">
            <a:extLst>
              <a:ext uri="{FF2B5EF4-FFF2-40B4-BE49-F238E27FC236}">
                <a16:creationId xmlns:a16="http://schemas.microsoft.com/office/drawing/2014/main" id="{5D72E424-B38E-DBD5-C6CC-BC010A20F5E8}"/>
              </a:ext>
            </a:extLst>
          </p:cNvPr>
          <p:cNvSpPr txBox="1"/>
          <p:nvPr/>
        </p:nvSpPr>
        <p:spPr>
          <a:xfrm>
            <a:off x="774584" y="1410220"/>
            <a:ext cx="10642832"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b="0" i="0" dirty="0">
                <a:effectLst/>
                <a:latin typeface="Times New Roman" panose="02020603050405020304" pitchFamily="18" charset="0"/>
                <a:cs typeface="Times New Roman" panose="02020603050405020304" pitchFamily="18" charset="0"/>
              </a:rPr>
              <a:t>A circuit that clips the input signal at a specified level above or below is called a clipper. A clipper that clips the positive half-cycle of an input signal is called a positive clipper. A clipper that clips the negative half-cycle of an input signal is called a negative clipper.</a:t>
            </a:r>
            <a:endParaRPr lang="en-IN" dirty="0">
              <a:latin typeface="Times New Roman" panose="02020603050405020304" pitchFamily="18"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B1D1036C-1CC3-F1FF-1E5C-4824031D6343}"/>
              </a:ext>
            </a:extLst>
          </p:cNvPr>
          <p:cNvGraphicFramePr/>
          <p:nvPr>
            <p:extLst>
              <p:ext uri="{D42A27DB-BD31-4B8C-83A1-F6EECF244321}">
                <p14:modId xmlns:p14="http://schemas.microsoft.com/office/powerpoint/2010/main" val="4140822643"/>
              </p:ext>
            </p:extLst>
          </p:nvPr>
        </p:nvGraphicFramePr>
        <p:xfrm>
          <a:off x="2074178" y="3187722"/>
          <a:ext cx="7615106" cy="17576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63503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A559943-C6C2-10A2-D383-8D484F3E6F0A}"/>
              </a:ext>
            </a:extLst>
          </p:cNvPr>
          <p:cNvSpPr txBox="1"/>
          <p:nvPr/>
        </p:nvSpPr>
        <p:spPr>
          <a:xfrm>
            <a:off x="2530239" y="629066"/>
            <a:ext cx="6094602"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0" algn="ctr"/>
            <a:r>
              <a:rPr lang="en-US" b="1" i="0" dirty="0"/>
              <a:t>SERIES CLIPPERS</a:t>
            </a:r>
            <a:endParaRPr lang="en-IN" dirty="0"/>
          </a:p>
        </p:txBody>
      </p:sp>
      <p:pic>
        <p:nvPicPr>
          <p:cNvPr id="9" name="Picture 8">
            <a:extLst>
              <a:ext uri="{FF2B5EF4-FFF2-40B4-BE49-F238E27FC236}">
                <a16:creationId xmlns:a16="http://schemas.microsoft.com/office/drawing/2014/main" id="{0C767A3C-7350-F38F-757B-AF2D8C55C06F}"/>
              </a:ext>
            </a:extLst>
          </p:cNvPr>
          <p:cNvPicPr>
            <a:picLocks noChangeAspect="1"/>
          </p:cNvPicPr>
          <p:nvPr/>
        </p:nvPicPr>
        <p:blipFill>
          <a:blip r:embed="rId2"/>
          <a:stretch>
            <a:fillRect/>
          </a:stretch>
        </p:blipFill>
        <p:spPr>
          <a:xfrm>
            <a:off x="743330" y="2253007"/>
            <a:ext cx="4852543" cy="2204168"/>
          </a:xfrm>
          <a:prstGeom prst="rect">
            <a:avLst/>
          </a:prstGeom>
        </p:spPr>
      </p:pic>
      <p:pic>
        <p:nvPicPr>
          <p:cNvPr id="11" name="Picture 10">
            <a:extLst>
              <a:ext uri="{FF2B5EF4-FFF2-40B4-BE49-F238E27FC236}">
                <a16:creationId xmlns:a16="http://schemas.microsoft.com/office/drawing/2014/main" id="{71DD8F51-92B7-55BC-50C3-44794DB18160}"/>
              </a:ext>
            </a:extLst>
          </p:cNvPr>
          <p:cNvPicPr>
            <a:picLocks noChangeAspect="1"/>
          </p:cNvPicPr>
          <p:nvPr/>
        </p:nvPicPr>
        <p:blipFill>
          <a:blip r:embed="rId3"/>
          <a:stretch>
            <a:fillRect/>
          </a:stretch>
        </p:blipFill>
        <p:spPr>
          <a:xfrm>
            <a:off x="6044785" y="2072239"/>
            <a:ext cx="5160111" cy="2092990"/>
          </a:xfrm>
          <a:prstGeom prst="rect">
            <a:avLst/>
          </a:prstGeom>
        </p:spPr>
      </p:pic>
      <p:sp>
        <p:nvSpPr>
          <p:cNvPr id="13" name="TextBox 12">
            <a:extLst>
              <a:ext uri="{FF2B5EF4-FFF2-40B4-BE49-F238E27FC236}">
                <a16:creationId xmlns:a16="http://schemas.microsoft.com/office/drawing/2014/main" id="{351336B3-21DE-63D7-F248-9F48E56861BC}"/>
              </a:ext>
            </a:extLst>
          </p:cNvPr>
          <p:cNvSpPr txBox="1"/>
          <p:nvPr/>
        </p:nvSpPr>
        <p:spPr>
          <a:xfrm>
            <a:off x="2348607" y="4785761"/>
            <a:ext cx="6094428" cy="369332"/>
          </a:xfrm>
          <a:prstGeom prst="rect">
            <a:avLst/>
          </a:prstGeom>
          <a:noFill/>
        </p:spPr>
        <p:txBody>
          <a:bodyPr wrap="square">
            <a:spAutoFit/>
          </a:bodyPr>
          <a:lstStyle/>
          <a:p>
            <a:r>
              <a:rPr lang="en-US" b="1" i="0" dirty="0"/>
              <a:t>SERIES POSITIVE </a:t>
            </a:r>
            <a:endParaRPr lang="en-IN" dirty="0"/>
          </a:p>
        </p:txBody>
      </p:sp>
      <p:sp>
        <p:nvSpPr>
          <p:cNvPr id="15" name="TextBox 14">
            <a:extLst>
              <a:ext uri="{FF2B5EF4-FFF2-40B4-BE49-F238E27FC236}">
                <a16:creationId xmlns:a16="http://schemas.microsoft.com/office/drawing/2014/main" id="{6CAB5051-7023-2EBD-9E7E-E12F524439BC}"/>
              </a:ext>
            </a:extLst>
          </p:cNvPr>
          <p:cNvSpPr txBox="1"/>
          <p:nvPr/>
        </p:nvSpPr>
        <p:spPr>
          <a:xfrm>
            <a:off x="7864965" y="4780861"/>
            <a:ext cx="6094428" cy="369332"/>
          </a:xfrm>
          <a:prstGeom prst="rect">
            <a:avLst/>
          </a:prstGeom>
          <a:noFill/>
        </p:spPr>
        <p:txBody>
          <a:bodyPr wrap="square">
            <a:spAutoFit/>
          </a:bodyPr>
          <a:lstStyle/>
          <a:p>
            <a:r>
              <a:rPr lang="en-US" b="1" i="0" dirty="0"/>
              <a:t>SERIES </a:t>
            </a:r>
            <a:r>
              <a:rPr lang="en-US" b="1" dirty="0"/>
              <a:t>NEGA</a:t>
            </a:r>
            <a:r>
              <a:rPr lang="en-US" b="1" i="0" dirty="0"/>
              <a:t>TIVE </a:t>
            </a:r>
            <a:endParaRPr lang="en-IN" dirty="0"/>
          </a:p>
        </p:txBody>
      </p:sp>
    </p:spTree>
    <p:extLst>
      <p:ext uri="{BB962C8B-B14F-4D97-AF65-F5344CB8AC3E}">
        <p14:creationId xmlns:p14="http://schemas.microsoft.com/office/powerpoint/2010/main" val="17222499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0CCCC-C688-4544-5D25-F84D5294A43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91E1C4D-5A51-1431-C9E2-A4E20FF56403}"/>
              </a:ext>
            </a:extLst>
          </p:cNvPr>
          <p:cNvSpPr txBox="1"/>
          <p:nvPr/>
        </p:nvSpPr>
        <p:spPr>
          <a:xfrm>
            <a:off x="2530239" y="629066"/>
            <a:ext cx="6094602"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0" algn="ctr"/>
            <a:r>
              <a:rPr lang="en-US" b="1" i="0" dirty="0"/>
              <a:t>SHUNT CLIPPERS</a:t>
            </a:r>
            <a:endParaRPr lang="en-IN" dirty="0"/>
          </a:p>
        </p:txBody>
      </p:sp>
      <p:pic>
        <p:nvPicPr>
          <p:cNvPr id="3" name="Picture 2">
            <a:extLst>
              <a:ext uri="{FF2B5EF4-FFF2-40B4-BE49-F238E27FC236}">
                <a16:creationId xmlns:a16="http://schemas.microsoft.com/office/drawing/2014/main" id="{CBA8C37C-5D4E-FF16-F31F-49769CA7E398}"/>
              </a:ext>
            </a:extLst>
          </p:cNvPr>
          <p:cNvPicPr>
            <a:picLocks noChangeAspect="1"/>
          </p:cNvPicPr>
          <p:nvPr/>
        </p:nvPicPr>
        <p:blipFill>
          <a:blip r:embed="rId2"/>
          <a:stretch>
            <a:fillRect/>
          </a:stretch>
        </p:blipFill>
        <p:spPr>
          <a:xfrm>
            <a:off x="6387008" y="1619007"/>
            <a:ext cx="5546812" cy="2700000"/>
          </a:xfrm>
          <a:prstGeom prst="rect">
            <a:avLst/>
          </a:prstGeom>
        </p:spPr>
      </p:pic>
      <p:sp>
        <p:nvSpPr>
          <p:cNvPr id="12" name="TextBox 11">
            <a:extLst>
              <a:ext uri="{FF2B5EF4-FFF2-40B4-BE49-F238E27FC236}">
                <a16:creationId xmlns:a16="http://schemas.microsoft.com/office/drawing/2014/main" id="{25FF9447-92D1-E288-E38D-5B035DE74ABB}"/>
              </a:ext>
            </a:extLst>
          </p:cNvPr>
          <p:cNvSpPr txBox="1"/>
          <p:nvPr/>
        </p:nvSpPr>
        <p:spPr>
          <a:xfrm>
            <a:off x="2704050" y="3370277"/>
            <a:ext cx="729842" cy="369332"/>
          </a:xfrm>
          <a:prstGeom prst="rect">
            <a:avLst/>
          </a:prstGeom>
          <a:solidFill>
            <a:schemeClr val="bg1"/>
          </a:solidFill>
          <a:ln>
            <a:solidFill>
              <a:schemeClr val="bg1"/>
            </a:solidFill>
          </a:ln>
        </p:spPr>
        <p:txBody>
          <a:bodyPr wrap="square" rtlCol="0">
            <a:spAutoFit/>
          </a:bodyPr>
          <a:lstStyle/>
          <a:p>
            <a:endParaRPr lang="en-IN" dirty="0"/>
          </a:p>
        </p:txBody>
      </p:sp>
      <p:cxnSp>
        <p:nvCxnSpPr>
          <p:cNvPr id="14" name="Straight Connector 13">
            <a:extLst>
              <a:ext uri="{FF2B5EF4-FFF2-40B4-BE49-F238E27FC236}">
                <a16:creationId xmlns:a16="http://schemas.microsoft.com/office/drawing/2014/main" id="{7E864CA8-0E5B-339B-A00D-72117E34B212}"/>
              </a:ext>
            </a:extLst>
          </p:cNvPr>
          <p:cNvCxnSpPr/>
          <p:nvPr/>
        </p:nvCxnSpPr>
        <p:spPr>
          <a:xfrm>
            <a:off x="3125484" y="3225877"/>
            <a:ext cx="0" cy="543403"/>
          </a:xfrm>
          <a:prstGeom prst="line">
            <a:avLst/>
          </a:prstGeom>
          <a:ln w="19050">
            <a:solidFill>
              <a:srgbClr val="92D050"/>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89686206-C03C-59FB-468B-1576A965487E}"/>
              </a:ext>
            </a:extLst>
          </p:cNvPr>
          <p:cNvPicPr>
            <a:picLocks noChangeAspect="1"/>
          </p:cNvPicPr>
          <p:nvPr/>
        </p:nvPicPr>
        <p:blipFill>
          <a:blip r:embed="rId3"/>
          <a:srcRect r="31103" b="9794"/>
          <a:stretch/>
        </p:blipFill>
        <p:spPr>
          <a:xfrm>
            <a:off x="473668" y="1850437"/>
            <a:ext cx="3682958" cy="2338137"/>
          </a:xfrm>
          <a:prstGeom prst="rect">
            <a:avLst/>
          </a:prstGeom>
        </p:spPr>
      </p:pic>
      <p:sp>
        <p:nvSpPr>
          <p:cNvPr id="18" name="TextBox 17">
            <a:extLst>
              <a:ext uri="{FF2B5EF4-FFF2-40B4-BE49-F238E27FC236}">
                <a16:creationId xmlns:a16="http://schemas.microsoft.com/office/drawing/2014/main" id="{9FD5A294-F68B-01BC-7A2F-4535D1636B7F}"/>
              </a:ext>
            </a:extLst>
          </p:cNvPr>
          <p:cNvSpPr txBox="1"/>
          <p:nvPr/>
        </p:nvSpPr>
        <p:spPr>
          <a:xfrm>
            <a:off x="0" y="4550979"/>
            <a:ext cx="6097190" cy="369332"/>
          </a:xfrm>
          <a:prstGeom prst="rect">
            <a:avLst/>
          </a:prstGeom>
          <a:noFill/>
        </p:spPr>
        <p:txBody>
          <a:bodyPr wrap="square">
            <a:spAutoFit/>
          </a:bodyPr>
          <a:lstStyle/>
          <a:p>
            <a:pPr algn="ctr"/>
            <a:r>
              <a:rPr lang="en-US" b="1" dirty="0"/>
              <a:t>SHUNT POSITIVE </a:t>
            </a:r>
            <a:endParaRPr lang="en-IN" b="1" dirty="0"/>
          </a:p>
        </p:txBody>
      </p:sp>
      <p:sp>
        <p:nvSpPr>
          <p:cNvPr id="20" name="TextBox 19">
            <a:extLst>
              <a:ext uri="{FF2B5EF4-FFF2-40B4-BE49-F238E27FC236}">
                <a16:creationId xmlns:a16="http://schemas.microsoft.com/office/drawing/2014/main" id="{4A7B837A-BB31-FD2D-4BD2-DB087EC4FBC2}"/>
              </a:ext>
            </a:extLst>
          </p:cNvPr>
          <p:cNvSpPr txBox="1"/>
          <p:nvPr/>
        </p:nvSpPr>
        <p:spPr>
          <a:xfrm>
            <a:off x="6009290" y="4565667"/>
            <a:ext cx="6322218" cy="369332"/>
          </a:xfrm>
          <a:prstGeom prst="rect">
            <a:avLst/>
          </a:prstGeom>
          <a:noFill/>
        </p:spPr>
        <p:txBody>
          <a:bodyPr wrap="square">
            <a:spAutoFit/>
          </a:bodyPr>
          <a:lstStyle/>
          <a:p>
            <a:pPr algn="ctr"/>
            <a:r>
              <a:rPr lang="en-US" b="1" dirty="0"/>
              <a:t>SHUNT NEGATIVE </a:t>
            </a:r>
            <a:endParaRPr lang="en-IN" b="1" dirty="0"/>
          </a:p>
        </p:txBody>
      </p:sp>
      <p:pic>
        <p:nvPicPr>
          <p:cNvPr id="2" name="Picture 1">
            <a:extLst>
              <a:ext uri="{FF2B5EF4-FFF2-40B4-BE49-F238E27FC236}">
                <a16:creationId xmlns:a16="http://schemas.microsoft.com/office/drawing/2014/main" id="{4FED72B5-75F7-381E-E77F-183E6D08DBB2}"/>
              </a:ext>
            </a:extLst>
          </p:cNvPr>
          <p:cNvPicPr>
            <a:picLocks noChangeAspect="1"/>
          </p:cNvPicPr>
          <p:nvPr/>
        </p:nvPicPr>
        <p:blipFill>
          <a:blip r:embed="rId4"/>
          <a:srcRect l="67851" t="5104"/>
          <a:stretch/>
        </p:blipFill>
        <p:spPr>
          <a:xfrm>
            <a:off x="4217239" y="1973674"/>
            <a:ext cx="1560062" cy="2091662"/>
          </a:xfrm>
          <a:prstGeom prst="rect">
            <a:avLst/>
          </a:prstGeom>
        </p:spPr>
      </p:pic>
    </p:spTree>
    <p:extLst>
      <p:ext uri="{BB962C8B-B14F-4D97-AF65-F5344CB8AC3E}">
        <p14:creationId xmlns:p14="http://schemas.microsoft.com/office/powerpoint/2010/main" val="27063577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DEBB8-7676-DE7B-51D0-064DDA1BE255}"/>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82388B8A-0380-A509-1E14-613990B51BAB}"/>
              </a:ext>
            </a:extLst>
          </p:cNvPr>
          <p:cNvSpPr txBox="1"/>
          <p:nvPr/>
        </p:nvSpPr>
        <p:spPr>
          <a:xfrm>
            <a:off x="101580" y="743776"/>
            <a:ext cx="5673055"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t>SERIES POSITIVE BIAS POSITIVE</a:t>
            </a:r>
            <a:endParaRPr lang="en-IN" b="1" dirty="0"/>
          </a:p>
        </p:txBody>
      </p:sp>
      <p:sp>
        <p:nvSpPr>
          <p:cNvPr id="16" name="TextBox 15">
            <a:extLst>
              <a:ext uri="{FF2B5EF4-FFF2-40B4-BE49-F238E27FC236}">
                <a16:creationId xmlns:a16="http://schemas.microsoft.com/office/drawing/2014/main" id="{390E9625-C11C-0FEB-2FE9-1AD87AB04996}"/>
              </a:ext>
            </a:extLst>
          </p:cNvPr>
          <p:cNvSpPr txBox="1"/>
          <p:nvPr/>
        </p:nvSpPr>
        <p:spPr>
          <a:xfrm>
            <a:off x="6412215" y="737738"/>
            <a:ext cx="5514797"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t>SHUNT POSITIVE BIAS POSITIVE</a:t>
            </a:r>
            <a:endParaRPr lang="en-IN" b="1" dirty="0"/>
          </a:p>
        </p:txBody>
      </p:sp>
      <p:pic>
        <p:nvPicPr>
          <p:cNvPr id="10" name="Picture 9">
            <a:extLst>
              <a:ext uri="{FF2B5EF4-FFF2-40B4-BE49-F238E27FC236}">
                <a16:creationId xmlns:a16="http://schemas.microsoft.com/office/drawing/2014/main" id="{DCA497A1-59CA-8709-35BC-5D8986151DFF}"/>
              </a:ext>
            </a:extLst>
          </p:cNvPr>
          <p:cNvPicPr>
            <a:picLocks noChangeAspect="1"/>
          </p:cNvPicPr>
          <p:nvPr/>
        </p:nvPicPr>
        <p:blipFill>
          <a:blip r:embed="rId2"/>
          <a:stretch>
            <a:fillRect/>
          </a:stretch>
        </p:blipFill>
        <p:spPr>
          <a:xfrm>
            <a:off x="420520" y="1551356"/>
            <a:ext cx="5514797" cy="2440346"/>
          </a:xfrm>
          <a:prstGeom prst="rect">
            <a:avLst/>
          </a:prstGeom>
        </p:spPr>
      </p:pic>
      <p:pic>
        <p:nvPicPr>
          <p:cNvPr id="18" name="Picture 17">
            <a:extLst>
              <a:ext uri="{FF2B5EF4-FFF2-40B4-BE49-F238E27FC236}">
                <a16:creationId xmlns:a16="http://schemas.microsoft.com/office/drawing/2014/main" id="{57C0A6EB-51AB-3133-8563-83DA1CA464FF}"/>
              </a:ext>
            </a:extLst>
          </p:cNvPr>
          <p:cNvPicPr>
            <a:picLocks noChangeAspect="1"/>
          </p:cNvPicPr>
          <p:nvPr/>
        </p:nvPicPr>
        <p:blipFill>
          <a:blip r:embed="rId3"/>
          <a:stretch>
            <a:fillRect/>
          </a:stretch>
        </p:blipFill>
        <p:spPr>
          <a:xfrm>
            <a:off x="6086885" y="1311550"/>
            <a:ext cx="5840127" cy="2680152"/>
          </a:xfrm>
          <a:prstGeom prst="rect">
            <a:avLst/>
          </a:prstGeom>
        </p:spPr>
      </p:pic>
      <p:sp>
        <p:nvSpPr>
          <p:cNvPr id="3" name="TextBox 2">
            <a:extLst>
              <a:ext uri="{FF2B5EF4-FFF2-40B4-BE49-F238E27FC236}">
                <a16:creationId xmlns:a16="http://schemas.microsoft.com/office/drawing/2014/main" id="{3CDA5BBB-0B18-3ED8-CE6B-828EA0F87102}"/>
              </a:ext>
            </a:extLst>
          </p:cNvPr>
          <p:cNvSpPr txBox="1"/>
          <p:nvPr/>
        </p:nvSpPr>
        <p:spPr>
          <a:xfrm>
            <a:off x="420520" y="4196182"/>
            <a:ext cx="4578863"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DURING -VE CYCLE: </a:t>
            </a:r>
            <a:r>
              <a:rPr lang="en-US" dirty="0"/>
              <a:t>D is ON (short circuited), output through R will follow the input.</a:t>
            </a:r>
          </a:p>
          <a:p>
            <a:endParaRPr lang="en-US" dirty="0"/>
          </a:p>
          <a:p>
            <a:r>
              <a:rPr lang="en-US" b="1" dirty="0"/>
              <a:t>DURING +VE CYCLE:  </a:t>
            </a:r>
            <a:r>
              <a:rPr lang="en-US" dirty="0"/>
              <a:t>D is OFF (open circuited), output through R = battery voltage = V b </a:t>
            </a:r>
            <a:endParaRPr lang="en-US" b="1" dirty="0"/>
          </a:p>
          <a:p>
            <a:endParaRPr lang="en-IN" dirty="0"/>
          </a:p>
        </p:txBody>
      </p:sp>
      <p:sp>
        <p:nvSpPr>
          <p:cNvPr id="4" name="TextBox 3">
            <a:extLst>
              <a:ext uri="{FF2B5EF4-FFF2-40B4-BE49-F238E27FC236}">
                <a16:creationId xmlns:a16="http://schemas.microsoft.com/office/drawing/2014/main" id="{865B4B47-B8D3-D3DC-42F8-950EEF7B3EE8}"/>
              </a:ext>
            </a:extLst>
          </p:cNvPr>
          <p:cNvSpPr txBox="1"/>
          <p:nvPr/>
        </p:nvSpPr>
        <p:spPr>
          <a:xfrm>
            <a:off x="6635790" y="4196182"/>
            <a:ext cx="4578863"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DURING +VE CYCLE: </a:t>
            </a:r>
            <a:r>
              <a:rPr lang="en-US" dirty="0"/>
              <a:t>D is ON (short circuited), output through D = </a:t>
            </a:r>
            <a:r>
              <a:rPr lang="en-US" dirty="0" err="1"/>
              <a:t>Vb</a:t>
            </a:r>
            <a:endParaRPr lang="en-US" dirty="0"/>
          </a:p>
          <a:p>
            <a:endParaRPr lang="en-US" dirty="0"/>
          </a:p>
          <a:p>
            <a:r>
              <a:rPr lang="en-US" b="1" dirty="0"/>
              <a:t>DURING -VE CYCLE:  </a:t>
            </a:r>
            <a:r>
              <a:rPr lang="en-US" dirty="0"/>
              <a:t>D is OFF (open circuited), output through  will follow the input.</a:t>
            </a:r>
            <a:endParaRPr lang="en-US" b="1" dirty="0"/>
          </a:p>
          <a:p>
            <a:endParaRPr lang="en-US" dirty="0"/>
          </a:p>
        </p:txBody>
      </p:sp>
    </p:spTree>
    <p:extLst>
      <p:ext uri="{BB962C8B-B14F-4D97-AF65-F5344CB8AC3E}">
        <p14:creationId xmlns:p14="http://schemas.microsoft.com/office/powerpoint/2010/main" val="27359503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FF21DF0F-CEC4-E535-600E-FA5ED7A6DF82}"/>
              </a:ext>
            </a:extLst>
          </p:cNvPr>
          <p:cNvSpPr txBox="1"/>
          <p:nvPr/>
        </p:nvSpPr>
        <p:spPr>
          <a:xfrm>
            <a:off x="367541" y="670536"/>
            <a:ext cx="5728459"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b="1" dirty="0"/>
              <a:t>SERIES POSITIVE BIAS NEGATIVE </a:t>
            </a:r>
            <a:endParaRPr lang="en-IN" b="1" dirty="0"/>
          </a:p>
        </p:txBody>
      </p:sp>
      <p:sp>
        <p:nvSpPr>
          <p:cNvPr id="16" name="TextBox 15">
            <a:extLst>
              <a:ext uri="{FF2B5EF4-FFF2-40B4-BE49-F238E27FC236}">
                <a16:creationId xmlns:a16="http://schemas.microsoft.com/office/drawing/2014/main" id="{2E552708-FBB6-9BE9-E899-618EEC6423D3}"/>
              </a:ext>
            </a:extLst>
          </p:cNvPr>
          <p:cNvSpPr txBox="1"/>
          <p:nvPr/>
        </p:nvSpPr>
        <p:spPr>
          <a:xfrm>
            <a:off x="6463541" y="658265"/>
            <a:ext cx="5728459"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t>SHUNT POSITIVE BIAS NEGATIVE</a:t>
            </a:r>
            <a:endParaRPr lang="en-IN" b="1" dirty="0"/>
          </a:p>
        </p:txBody>
      </p:sp>
      <p:pic>
        <p:nvPicPr>
          <p:cNvPr id="20" name="Picture 19">
            <a:extLst>
              <a:ext uri="{FF2B5EF4-FFF2-40B4-BE49-F238E27FC236}">
                <a16:creationId xmlns:a16="http://schemas.microsoft.com/office/drawing/2014/main" id="{4019C196-0A3C-B520-9913-EA6E39535081}"/>
              </a:ext>
            </a:extLst>
          </p:cNvPr>
          <p:cNvPicPr>
            <a:picLocks noChangeAspect="1"/>
          </p:cNvPicPr>
          <p:nvPr/>
        </p:nvPicPr>
        <p:blipFill>
          <a:blip r:embed="rId2"/>
          <a:stretch>
            <a:fillRect/>
          </a:stretch>
        </p:blipFill>
        <p:spPr>
          <a:xfrm>
            <a:off x="6680650" y="1769955"/>
            <a:ext cx="4626703" cy="2010223"/>
          </a:xfrm>
          <a:prstGeom prst="rect">
            <a:avLst/>
          </a:prstGeom>
        </p:spPr>
      </p:pic>
      <p:pic>
        <p:nvPicPr>
          <p:cNvPr id="7" name="Picture 6">
            <a:extLst>
              <a:ext uri="{FF2B5EF4-FFF2-40B4-BE49-F238E27FC236}">
                <a16:creationId xmlns:a16="http://schemas.microsoft.com/office/drawing/2014/main" id="{D86E513E-AF2D-168F-C3CA-4050E43C042A}"/>
              </a:ext>
            </a:extLst>
          </p:cNvPr>
          <p:cNvPicPr>
            <a:picLocks noChangeAspect="1"/>
          </p:cNvPicPr>
          <p:nvPr/>
        </p:nvPicPr>
        <p:blipFill>
          <a:blip r:embed="rId3"/>
          <a:stretch>
            <a:fillRect/>
          </a:stretch>
        </p:blipFill>
        <p:spPr>
          <a:xfrm>
            <a:off x="884647" y="1701238"/>
            <a:ext cx="4694245" cy="2147658"/>
          </a:xfrm>
          <a:prstGeom prst="rect">
            <a:avLst/>
          </a:prstGeom>
        </p:spPr>
      </p:pic>
      <p:sp>
        <p:nvSpPr>
          <p:cNvPr id="2" name="TextBox 1">
            <a:extLst>
              <a:ext uri="{FF2B5EF4-FFF2-40B4-BE49-F238E27FC236}">
                <a16:creationId xmlns:a16="http://schemas.microsoft.com/office/drawing/2014/main" id="{485BD684-94B3-6862-2139-7FA454A03206}"/>
              </a:ext>
            </a:extLst>
          </p:cNvPr>
          <p:cNvSpPr txBox="1"/>
          <p:nvPr/>
        </p:nvSpPr>
        <p:spPr>
          <a:xfrm>
            <a:off x="529850" y="4057682"/>
            <a:ext cx="4578863"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DURING -VE CYCLE: </a:t>
            </a:r>
            <a:r>
              <a:rPr lang="en-US" dirty="0"/>
              <a:t>D is ON (short circuited), output through R will follow the input till battery voltage –Vb.</a:t>
            </a:r>
          </a:p>
          <a:p>
            <a:endParaRPr lang="en-US" dirty="0"/>
          </a:p>
          <a:p>
            <a:r>
              <a:rPr lang="en-US" b="1" dirty="0"/>
              <a:t>DURING +VE CYCLE:  </a:t>
            </a:r>
            <a:r>
              <a:rPr lang="en-US" dirty="0"/>
              <a:t>D is OFF (open circuited), output through R = 0. </a:t>
            </a:r>
            <a:endParaRPr lang="en-US" b="1" dirty="0"/>
          </a:p>
          <a:p>
            <a:endParaRPr lang="en-IN" dirty="0"/>
          </a:p>
        </p:txBody>
      </p:sp>
      <p:sp>
        <p:nvSpPr>
          <p:cNvPr id="3" name="TextBox 2">
            <a:extLst>
              <a:ext uri="{FF2B5EF4-FFF2-40B4-BE49-F238E27FC236}">
                <a16:creationId xmlns:a16="http://schemas.microsoft.com/office/drawing/2014/main" id="{EE73E345-914D-D4D6-B333-D856913DF1F7}"/>
              </a:ext>
            </a:extLst>
          </p:cNvPr>
          <p:cNvSpPr txBox="1"/>
          <p:nvPr/>
        </p:nvSpPr>
        <p:spPr>
          <a:xfrm>
            <a:off x="6635790" y="4196182"/>
            <a:ext cx="4578863"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DURING +VE CYCLE: </a:t>
            </a:r>
            <a:r>
              <a:rPr lang="en-US" dirty="0"/>
              <a:t>D is ON (short circuited), output voltage through D in ideal scenario= 0</a:t>
            </a:r>
          </a:p>
          <a:p>
            <a:endParaRPr lang="en-US" dirty="0"/>
          </a:p>
          <a:p>
            <a:r>
              <a:rPr lang="en-US" b="1" dirty="0"/>
              <a:t>DURING -VE CYCLE:  </a:t>
            </a:r>
            <a:r>
              <a:rPr lang="en-US" dirty="0"/>
              <a:t>D is OFF (open circuited), output through will follow the input after –Vb..</a:t>
            </a:r>
            <a:endParaRPr lang="en-US" b="1" dirty="0"/>
          </a:p>
          <a:p>
            <a:endParaRPr lang="en-US" dirty="0"/>
          </a:p>
        </p:txBody>
      </p:sp>
    </p:spTree>
    <p:extLst>
      <p:ext uri="{BB962C8B-B14F-4D97-AF65-F5344CB8AC3E}">
        <p14:creationId xmlns:p14="http://schemas.microsoft.com/office/powerpoint/2010/main" val="15780364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B4DB9-E487-B632-FD9D-552A43D84152}"/>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7AD21248-22C9-1C57-5716-A60D70B74DEE}"/>
              </a:ext>
            </a:extLst>
          </p:cNvPr>
          <p:cNvSpPr txBox="1"/>
          <p:nvPr/>
        </p:nvSpPr>
        <p:spPr>
          <a:xfrm>
            <a:off x="304722" y="662983"/>
            <a:ext cx="5543846"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t>SERIES NEGATIVE: BIAS POSITIVE</a:t>
            </a:r>
            <a:endParaRPr lang="en-IN" b="1" dirty="0"/>
          </a:p>
        </p:txBody>
      </p:sp>
      <p:sp>
        <p:nvSpPr>
          <p:cNvPr id="16" name="TextBox 15">
            <a:extLst>
              <a:ext uri="{FF2B5EF4-FFF2-40B4-BE49-F238E27FC236}">
                <a16:creationId xmlns:a16="http://schemas.microsoft.com/office/drawing/2014/main" id="{9FE1CB58-690D-5C01-4E2F-FF54DADCA566}"/>
              </a:ext>
            </a:extLst>
          </p:cNvPr>
          <p:cNvSpPr txBox="1"/>
          <p:nvPr/>
        </p:nvSpPr>
        <p:spPr>
          <a:xfrm>
            <a:off x="6648154" y="662983"/>
            <a:ext cx="5543846"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t>SHUNT NEGATIVE: BIAS POSITIVE</a:t>
            </a:r>
            <a:endParaRPr lang="en-IN" b="1" dirty="0"/>
          </a:p>
        </p:txBody>
      </p:sp>
      <p:pic>
        <p:nvPicPr>
          <p:cNvPr id="3" name="Picture 2">
            <a:extLst>
              <a:ext uri="{FF2B5EF4-FFF2-40B4-BE49-F238E27FC236}">
                <a16:creationId xmlns:a16="http://schemas.microsoft.com/office/drawing/2014/main" id="{07B5E4EE-23FE-AB23-047E-A668F9AA657C}"/>
              </a:ext>
            </a:extLst>
          </p:cNvPr>
          <p:cNvPicPr>
            <a:picLocks noChangeAspect="1"/>
          </p:cNvPicPr>
          <p:nvPr/>
        </p:nvPicPr>
        <p:blipFill>
          <a:blip r:embed="rId2"/>
          <a:stretch>
            <a:fillRect/>
          </a:stretch>
        </p:blipFill>
        <p:spPr>
          <a:xfrm>
            <a:off x="304722" y="1140662"/>
            <a:ext cx="5867327" cy="2794289"/>
          </a:xfrm>
          <a:prstGeom prst="rect">
            <a:avLst/>
          </a:prstGeom>
        </p:spPr>
      </p:pic>
      <p:pic>
        <p:nvPicPr>
          <p:cNvPr id="2" name="Picture 1">
            <a:extLst>
              <a:ext uri="{FF2B5EF4-FFF2-40B4-BE49-F238E27FC236}">
                <a16:creationId xmlns:a16="http://schemas.microsoft.com/office/drawing/2014/main" id="{6EE7740A-C783-0C21-7CD5-C1AB33CC9101}"/>
              </a:ext>
            </a:extLst>
          </p:cNvPr>
          <p:cNvPicPr>
            <a:picLocks noChangeAspect="1"/>
          </p:cNvPicPr>
          <p:nvPr/>
        </p:nvPicPr>
        <p:blipFill>
          <a:blip r:embed="rId3"/>
          <a:stretch>
            <a:fillRect/>
          </a:stretch>
        </p:blipFill>
        <p:spPr>
          <a:xfrm>
            <a:off x="6436957" y="1283756"/>
            <a:ext cx="5359605" cy="2508099"/>
          </a:xfrm>
          <a:prstGeom prst="rect">
            <a:avLst/>
          </a:prstGeom>
        </p:spPr>
      </p:pic>
      <p:sp>
        <p:nvSpPr>
          <p:cNvPr id="5" name="TextBox 4">
            <a:extLst>
              <a:ext uri="{FF2B5EF4-FFF2-40B4-BE49-F238E27FC236}">
                <a16:creationId xmlns:a16="http://schemas.microsoft.com/office/drawing/2014/main" id="{AF34C3A4-DD40-4960-253A-A085FF09F3D1}"/>
              </a:ext>
            </a:extLst>
          </p:cNvPr>
          <p:cNvSpPr txBox="1"/>
          <p:nvPr/>
        </p:nvSpPr>
        <p:spPr>
          <a:xfrm>
            <a:off x="529850" y="4057682"/>
            <a:ext cx="4578863"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DURING +VE CYCLE: </a:t>
            </a:r>
            <a:r>
              <a:rPr lang="en-US" dirty="0"/>
              <a:t>D is ON (short circuited), output through R will follow the input till battery voltage Vb.</a:t>
            </a:r>
          </a:p>
          <a:p>
            <a:endParaRPr lang="en-US" dirty="0"/>
          </a:p>
          <a:p>
            <a:r>
              <a:rPr lang="en-US" b="1" dirty="0"/>
              <a:t>DURING -VE CYCLE:  </a:t>
            </a:r>
            <a:r>
              <a:rPr lang="en-US" dirty="0"/>
              <a:t>D is OFF (open circuited), output through R = 0 till battery voltage. </a:t>
            </a:r>
            <a:endParaRPr lang="en-US" b="1" dirty="0"/>
          </a:p>
          <a:p>
            <a:endParaRPr lang="en-IN" dirty="0"/>
          </a:p>
        </p:txBody>
      </p:sp>
      <p:sp>
        <p:nvSpPr>
          <p:cNvPr id="6" name="TextBox 5">
            <a:extLst>
              <a:ext uri="{FF2B5EF4-FFF2-40B4-BE49-F238E27FC236}">
                <a16:creationId xmlns:a16="http://schemas.microsoft.com/office/drawing/2014/main" id="{F5B28C20-B73A-1087-4E92-50D308CA674F}"/>
              </a:ext>
            </a:extLst>
          </p:cNvPr>
          <p:cNvSpPr txBox="1"/>
          <p:nvPr/>
        </p:nvSpPr>
        <p:spPr>
          <a:xfrm>
            <a:off x="6648154" y="4043296"/>
            <a:ext cx="4578863"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DURING -VE CYCLE: </a:t>
            </a:r>
            <a:r>
              <a:rPr lang="en-US" dirty="0"/>
              <a:t>D is ON (short circuited), output voltage through D will be 0 till battery voltage Vb.</a:t>
            </a:r>
          </a:p>
          <a:p>
            <a:endParaRPr lang="en-US" dirty="0"/>
          </a:p>
          <a:p>
            <a:r>
              <a:rPr lang="en-US" b="1" dirty="0"/>
              <a:t>DURING +VE CYCLE:  </a:t>
            </a:r>
            <a:r>
              <a:rPr lang="en-US" dirty="0"/>
              <a:t>D is OFF (open circuited), output through will follow the input.</a:t>
            </a:r>
            <a:endParaRPr lang="en-US" b="1" dirty="0"/>
          </a:p>
          <a:p>
            <a:endParaRPr lang="en-US" dirty="0"/>
          </a:p>
        </p:txBody>
      </p:sp>
    </p:spTree>
    <p:extLst>
      <p:ext uri="{BB962C8B-B14F-4D97-AF65-F5344CB8AC3E}">
        <p14:creationId xmlns:p14="http://schemas.microsoft.com/office/powerpoint/2010/main" val="13542292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F7235-5DA4-50FC-7841-EAC5C722699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10C04A2-8AD3-9331-F16B-9876D69C7543}"/>
              </a:ext>
            </a:extLst>
          </p:cNvPr>
          <p:cNvPicPr>
            <a:picLocks noChangeAspect="1"/>
          </p:cNvPicPr>
          <p:nvPr/>
        </p:nvPicPr>
        <p:blipFill>
          <a:blip r:embed="rId2"/>
          <a:stretch>
            <a:fillRect/>
          </a:stretch>
        </p:blipFill>
        <p:spPr>
          <a:xfrm>
            <a:off x="6555303" y="1390365"/>
            <a:ext cx="5147960" cy="2535474"/>
          </a:xfrm>
          <a:prstGeom prst="rect">
            <a:avLst/>
          </a:prstGeom>
        </p:spPr>
      </p:pic>
      <p:sp>
        <p:nvSpPr>
          <p:cNvPr id="15" name="TextBox 14">
            <a:extLst>
              <a:ext uri="{FF2B5EF4-FFF2-40B4-BE49-F238E27FC236}">
                <a16:creationId xmlns:a16="http://schemas.microsoft.com/office/drawing/2014/main" id="{8538B9ED-129A-04A8-7F02-F6C94D5A8DDB}"/>
              </a:ext>
            </a:extLst>
          </p:cNvPr>
          <p:cNvSpPr txBox="1"/>
          <p:nvPr/>
        </p:nvSpPr>
        <p:spPr>
          <a:xfrm>
            <a:off x="169967" y="700118"/>
            <a:ext cx="5802264"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t>SERIES NEGATIVE: BIAS NEGATIVE</a:t>
            </a:r>
            <a:endParaRPr lang="en-IN" b="1" dirty="0"/>
          </a:p>
        </p:txBody>
      </p:sp>
      <p:sp>
        <p:nvSpPr>
          <p:cNvPr id="16" name="TextBox 15">
            <a:extLst>
              <a:ext uri="{FF2B5EF4-FFF2-40B4-BE49-F238E27FC236}">
                <a16:creationId xmlns:a16="http://schemas.microsoft.com/office/drawing/2014/main" id="{BD894909-861C-61A4-EB1E-3810D7DE83D5}"/>
              </a:ext>
            </a:extLst>
          </p:cNvPr>
          <p:cNvSpPr txBox="1"/>
          <p:nvPr/>
        </p:nvSpPr>
        <p:spPr>
          <a:xfrm>
            <a:off x="6122559" y="714436"/>
            <a:ext cx="5899474"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t>SHUNT NEGATIVE: BIAS NEGATIVE</a:t>
            </a:r>
            <a:endParaRPr lang="en-IN" b="1" dirty="0"/>
          </a:p>
        </p:txBody>
      </p:sp>
      <p:pic>
        <p:nvPicPr>
          <p:cNvPr id="4" name="Picture 3">
            <a:extLst>
              <a:ext uri="{FF2B5EF4-FFF2-40B4-BE49-F238E27FC236}">
                <a16:creationId xmlns:a16="http://schemas.microsoft.com/office/drawing/2014/main" id="{443D492D-E760-4678-C7EE-A86DABAEB59B}"/>
              </a:ext>
            </a:extLst>
          </p:cNvPr>
          <p:cNvPicPr>
            <a:picLocks noChangeAspect="1"/>
          </p:cNvPicPr>
          <p:nvPr/>
        </p:nvPicPr>
        <p:blipFill>
          <a:blip r:embed="rId3"/>
          <a:stretch>
            <a:fillRect/>
          </a:stretch>
        </p:blipFill>
        <p:spPr>
          <a:xfrm>
            <a:off x="412990" y="1390365"/>
            <a:ext cx="5316218" cy="2439134"/>
          </a:xfrm>
          <a:prstGeom prst="rect">
            <a:avLst/>
          </a:prstGeom>
        </p:spPr>
      </p:pic>
      <p:sp>
        <p:nvSpPr>
          <p:cNvPr id="2" name="TextBox 1">
            <a:extLst>
              <a:ext uri="{FF2B5EF4-FFF2-40B4-BE49-F238E27FC236}">
                <a16:creationId xmlns:a16="http://schemas.microsoft.com/office/drawing/2014/main" id="{0B2D564E-DAFD-5C12-6276-516F94C5FC41}"/>
              </a:ext>
            </a:extLst>
          </p:cNvPr>
          <p:cNvSpPr txBox="1"/>
          <p:nvPr/>
        </p:nvSpPr>
        <p:spPr>
          <a:xfrm>
            <a:off x="420520" y="4196182"/>
            <a:ext cx="4578863"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DURING +VE CYCLE: </a:t>
            </a:r>
            <a:r>
              <a:rPr lang="en-US" dirty="0"/>
              <a:t>D is ON (short circuited), output through R will follow the input.</a:t>
            </a:r>
          </a:p>
          <a:p>
            <a:endParaRPr lang="en-US" dirty="0"/>
          </a:p>
          <a:p>
            <a:r>
              <a:rPr lang="en-US" b="1" dirty="0"/>
              <a:t>DURING -VE CYCLE:  </a:t>
            </a:r>
            <a:r>
              <a:rPr lang="en-US" dirty="0"/>
              <a:t>D is OFF (open circuited), output through R is 0 after -V b </a:t>
            </a:r>
            <a:endParaRPr lang="en-US" b="1" dirty="0"/>
          </a:p>
          <a:p>
            <a:endParaRPr lang="en-IN" dirty="0"/>
          </a:p>
        </p:txBody>
      </p:sp>
      <p:sp>
        <p:nvSpPr>
          <p:cNvPr id="6" name="TextBox 5">
            <a:extLst>
              <a:ext uri="{FF2B5EF4-FFF2-40B4-BE49-F238E27FC236}">
                <a16:creationId xmlns:a16="http://schemas.microsoft.com/office/drawing/2014/main" id="{686F26FE-2636-50CF-FE32-C01FDE9D669A}"/>
              </a:ext>
            </a:extLst>
          </p:cNvPr>
          <p:cNvSpPr txBox="1"/>
          <p:nvPr/>
        </p:nvSpPr>
        <p:spPr>
          <a:xfrm>
            <a:off x="6635790" y="4196182"/>
            <a:ext cx="4578863"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DURING -VE CYCLE: </a:t>
            </a:r>
            <a:r>
              <a:rPr lang="en-US" dirty="0"/>
              <a:t>D is ON (short circuited), output through 0 before - </a:t>
            </a:r>
            <a:r>
              <a:rPr lang="en-US" dirty="0" err="1"/>
              <a:t>Vb</a:t>
            </a:r>
            <a:endParaRPr lang="en-US" dirty="0"/>
          </a:p>
          <a:p>
            <a:endParaRPr lang="en-US" dirty="0"/>
          </a:p>
          <a:p>
            <a:r>
              <a:rPr lang="en-US" b="1" dirty="0"/>
              <a:t>DURING +VE CYCLE:  </a:t>
            </a:r>
            <a:r>
              <a:rPr lang="en-US" dirty="0"/>
              <a:t>D is OFF (open circuited), output through will follow the input.</a:t>
            </a:r>
            <a:endParaRPr lang="en-US" b="1" dirty="0"/>
          </a:p>
          <a:p>
            <a:endParaRPr lang="en-US" dirty="0"/>
          </a:p>
        </p:txBody>
      </p:sp>
    </p:spTree>
    <p:extLst>
      <p:ext uri="{BB962C8B-B14F-4D97-AF65-F5344CB8AC3E}">
        <p14:creationId xmlns:p14="http://schemas.microsoft.com/office/powerpoint/2010/main" val="32459661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iode Clipper Circuit - Positive,Negative,Biased,Combination clipper">
            <a:extLst>
              <a:ext uri="{FF2B5EF4-FFF2-40B4-BE49-F238E27FC236}">
                <a16:creationId xmlns:a16="http://schemas.microsoft.com/office/drawing/2014/main" id="{FEC3F45D-AB4E-C0C6-846B-19AC63E08C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6008" y="218662"/>
            <a:ext cx="9410286" cy="30355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iode Clipping Circuits - Electronics-Lab.com">
            <a:extLst>
              <a:ext uri="{FF2B5EF4-FFF2-40B4-BE49-F238E27FC236}">
                <a16:creationId xmlns:a16="http://schemas.microsoft.com/office/drawing/2014/main" id="{3B247779-BA84-75D6-1FDA-F860BBC3EE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6642" y="2955029"/>
            <a:ext cx="9309652" cy="3424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0419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5A71D8-53BB-F614-8DE7-80769DB8D44A}"/>
              </a:ext>
            </a:extLst>
          </p:cNvPr>
          <p:cNvPicPr>
            <a:picLocks noChangeAspect="1"/>
          </p:cNvPicPr>
          <p:nvPr/>
        </p:nvPicPr>
        <p:blipFill>
          <a:blip r:embed="rId2"/>
          <a:stretch>
            <a:fillRect/>
          </a:stretch>
        </p:blipFill>
        <p:spPr>
          <a:xfrm>
            <a:off x="1470967" y="1852392"/>
            <a:ext cx="9250066" cy="3153215"/>
          </a:xfrm>
          <a:prstGeom prst="rect">
            <a:avLst/>
          </a:prstGeom>
        </p:spPr>
      </p:pic>
      <p:sp>
        <p:nvSpPr>
          <p:cNvPr id="4" name="TextBox 3">
            <a:extLst>
              <a:ext uri="{FF2B5EF4-FFF2-40B4-BE49-F238E27FC236}">
                <a16:creationId xmlns:a16="http://schemas.microsoft.com/office/drawing/2014/main" id="{7632B513-AA1B-D922-0B3E-A7D5E8D75433}"/>
              </a:ext>
            </a:extLst>
          </p:cNvPr>
          <p:cNvSpPr txBox="1"/>
          <p:nvPr/>
        </p:nvSpPr>
        <p:spPr>
          <a:xfrm>
            <a:off x="3032437" y="690179"/>
            <a:ext cx="5802264"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t>FOR PRACTICAL DIODE</a:t>
            </a:r>
            <a:endParaRPr lang="en-IN" b="1" dirty="0"/>
          </a:p>
        </p:txBody>
      </p:sp>
    </p:spTree>
    <p:extLst>
      <p:ext uri="{BB962C8B-B14F-4D97-AF65-F5344CB8AC3E}">
        <p14:creationId xmlns:p14="http://schemas.microsoft.com/office/powerpoint/2010/main" val="1753510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A66397-8BE7-7454-0684-914E6F7C413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051808" y="680654"/>
            <a:ext cx="10088383" cy="5496692"/>
          </a:xfrm>
          <a:prstGeom prst="rect">
            <a:avLst/>
          </a:prstGeom>
        </p:spPr>
      </p:pic>
    </p:spTree>
    <p:extLst>
      <p:ext uri="{BB962C8B-B14F-4D97-AF65-F5344CB8AC3E}">
        <p14:creationId xmlns:p14="http://schemas.microsoft.com/office/powerpoint/2010/main" val="8074402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4345</TotalTime>
  <Words>5295</Words>
  <Application>Microsoft Office PowerPoint</Application>
  <PresentationFormat>Widescreen</PresentationFormat>
  <Paragraphs>352</Paragraphs>
  <Slides>64</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64</vt:i4>
      </vt:variant>
    </vt:vector>
  </HeadingPairs>
  <TitlesOfParts>
    <vt:vector size="78" baseType="lpstr">
      <vt:lpstr>Arial</vt:lpstr>
      <vt:lpstr>Calibri</vt:lpstr>
      <vt:lpstr>Calibri Light</vt:lpstr>
      <vt:lpstr>Cambria Math</vt:lpstr>
      <vt:lpstr>Google Sans</vt:lpstr>
      <vt:lpstr>MathematicalPi-One</vt:lpstr>
      <vt:lpstr>Poppins</vt:lpstr>
      <vt:lpstr>Roboto</vt:lpstr>
      <vt:lpstr>Times New Roman</vt:lpstr>
      <vt:lpstr>Times-BoldItalic</vt:lpstr>
      <vt:lpstr>Times-Italic</vt:lpstr>
      <vt:lpstr>Times-Roman</vt:lpstr>
      <vt:lpstr>Wingdings</vt:lpstr>
      <vt:lpstr>Retrospect</vt:lpstr>
      <vt:lpstr>UNIT 1: DIODE &amp; APPLICATIONS  By Dr Shivani Sharma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Shikhar Singh</dc:creator>
  <cp:lastModifiedBy>Sagar Aeri</cp:lastModifiedBy>
  <cp:revision>241</cp:revision>
  <dcterms:created xsi:type="dcterms:W3CDTF">2024-08-20T06:36:36Z</dcterms:created>
  <dcterms:modified xsi:type="dcterms:W3CDTF">2025-09-22T04:10:10Z</dcterms:modified>
</cp:coreProperties>
</file>